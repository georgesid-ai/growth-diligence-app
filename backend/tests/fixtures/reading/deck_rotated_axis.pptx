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Quarter 1 2024</c:v>
                </c:pt>
                <c:pt idx="1">
                  <c:v>Quarter 2 2024</c:v>
                </c:pt>
                <c:pt idx="2">
                  <c:v>Quarter 3 2024</c:v>
                </c:pt>
                <c:pt idx="3">
                  <c:v>Quarter 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300.0</c:v>
                </c:pt>
                <c:pt idx="1">
                  <c:v>280.0</c:v>
                </c:pt>
                <c:pt idx="2">
                  <c:v>320.0</c:v>
                </c:pt>
                <c:pt idx="3">
                  <c:v>300.0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2700000"/>
          <a:lstStyle/>
          <a:p>
            <a:pPr>
              <a:defRPr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Co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 (EUR 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FY2024 revenue: 1,200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