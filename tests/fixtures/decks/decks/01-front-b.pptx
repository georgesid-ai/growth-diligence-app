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087050"/>
            <a:ext cx="20104100" cy="338575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4118462"/>
            <a:ext cx="20104100" cy="3281045"/>
          </a:xfrm>
          <a:custGeom>
            <a:avLst/>
            <a:gdLst/>
            <a:ahLst/>
            <a:cxnLst/>
            <a:rect l="l" t="t" r="r" b="b"/>
            <a:pathLst>
              <a:path w="20104100" h="3281045">
                <a:moveTo>
                  <a:pt x="0" y="3281048"/>
                </a:moveTo>
                <a:lnTo>
                  <a:pt x="0" y="0"/>
                </a:lnTo>
                <a:lnTo>
                  <a:pt x="20104100" y="0"/>
                </a:lnTo>
                <a:lnTo>
                  <a:pt x="20104100" y="3281048"/>
                </a:lnTo>
                <a:lnTo>
                  <a:pt x="0" y="3281048"/>
                </a:lnTo>
                <a:close/>
              </a:path>
            </a:pathLst>
          </a:custGeom>
          <a:solidFill>
            <a:srgbClr val="FFFFFF">
              <a:alpha val="9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903289" y="772616"/>
            <a:ext cx="4297520" cy="654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2358" y="772616"/>
            <a:ext cx="11897360" cy="654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sales@company.com" TargetMode="External"/><Relationship Id="rId3" Type="http://schemas.openxmlformats.org/officeDocument/2006/relationships/hyperlink" Target="mailto:support@company.com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jpg"/><Relationship Id="rId6" Type="http://schemas.openxmlformats.org/officeDocument/2006/relationships/image" Target="../media/image20.png"/><Relationship Id="rId7" Type="http://schemas.openxmlformats.org/officeDocument/2006/relationships/image" Target="../media/image21.jpg"/><Relationship Id="rId8" Type="http://schemas.openxmlformats.org/officeDocument/2006/relationships/image" Target="../media/image22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50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3" Type="http://schemas.openxmlformats.org/officeDocument/2006/relationships/image" Target="../media/image50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01" y="3225"/>
            <a:ext cx="20100925" cy="11302365"/>
          </a:xfrm>
          <a:custGeom>
            <a:avLst/>
            <a:gdLst/>
            <a:ahLst/>
            <a:cxnLst/>
            <a:rect l="l" t="t" r="r" b="b"/>
            <a:pathLst>
              <a:path w="20100925" h="11302365">
                <a:moveTo>
                  <a:pt x="0" y="0"/>
                </a:moveTo>
                <a:lnTo>
                  <a:pt x="20100896" y="0"/>
                </a:lnTo>
                <a:lnTo>
                  <a:pt x="20100896" y="11302107"/>
                </a:lnTo>
                <a:lnTo>
                  <a:pt x="0" y="11302107"/>
                </a:lnTo>
                <a:lnTo>
                  <a:pt x="0" y="0"/>
                </a:lnTo>
                <a:close/>
              </a:path>
            </a:pathLst>
          </a:custGeom>
          <a:solidFill>
            <a:srgbClr val="2A9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259869" y="5233840"/>
            <a:ext cx="650875" cy="793115"/>
          </a:xfrm>
          <a:custGeom>
            <a:avLst/>
            <a:gdLst/>
            <a:ahLst/>
            <a:cxnLst/>
            <a:rect l="l" t="t" r="r" b="b"/>
            <a:pathLst>
              <a:path w="650875" h="793114">
                <a:moveTo>
                  <a:pt x="650722" y="0"/>
                </a:moveTo>
                <a:lnTo>
                  <a:pt x="0" y="0"/>
                </a:lnTo>
                <a:lnTo>
                  <a:pt x="0" y="168757"/>
                </a:lnTo>
                <a:lnTo>
                  <a:pt x="238417" y="168757"/>
                </a:lnTo>
                <a:lnTo>
                  <a:pt x="238417" y="793000"/>
                </a:lnTo>
                <a:lnTo>
                  <a:pt x="422656" y="793000"/>
                </a:lnTo>
                <a:lnTo>
                  <a:pt x="422656" y="168757"/>
                </a:lnTo>
                <a:lnTo>
                  <a:pt x="650722" y="168757"/>
                </a:lnTo>
                <a:lnTo>
                  <a:pt x="6507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23222" y="5233832"/>
            <a:ext cx="681990" cy="823594"/>
          </a:xfrm>
          <a:custGeom>
            <a:avLst/>
            <a:gdLst/>
            <a:ahLst/>
            <a:cxnLst/>
            <a:rect l="l" t="t" r="r" b="b"/>
            <a:pathLst>
              <a:path w="681990" h="823595">
                <a:moveTo>
                  <a:pt x="461485" y="393800"/>
                </a:moveTo>
                <a:lnTo>
                  <a:pt x="184235" y="393800"/>
                </a:lnTo>
                <a:lnTo>
                  <a:pt x="663246" y="823294"/>
                </a:lnTo>
                <a:lnTo>
                  <a:pt x="681686" y="820045"/>
                </a:lnTo>
                <a:lnTo>
                  <a:pt x="681686" y="426244"/>
                </a:lnTo>
                <a:lnTo>
                  <a:pt x="497450" y="426244"/>
                </a:lnTo>
                <a:lnTo>
                  <a:pt x="461485" y="393800"/>
                </a:lnTo>
                <a:close/>
              </a:path>
              <a:path w="681990" h="823595">
                <a:moveTo>
                  <a:pt x="24941" y="0"/>
                </a:moveTo>
                <a:lnTo>
                  <a:pt x="0" y="4316"/>
                </a:lnTo>
                <a:lnTo>
                  <a:pt x="0" y="808148"/>
                </a:lnTo>
                <a:lnTo>
                  <a:pt x="184235" y="808148"/>
                </a:lnTo>
                <a:lnTo>
                  <a:pt x="184235" y="393800"/>
                </a:lnTo>
                <a:lnTo>
                  <a:pt x="461485" y="393800"/>
                </a:lnTo>
                <a:lnTo>
                  <a:pt x="24941" y="0"/>
                </a:lnTo>
                <a:close/>
              </a:path>
              <a:path w="681990" h="823595">
                <a:moveTo>
                  <a:pt x="681686" y="15146"/>
                </a:moveTo>
                <a:lnTo>
                  <a:pt x="497450" y="15146"/>
                </a:lnTo>
                <a:lnTo>
                  <a:pt x="497450" y="426244"/>
                </a:lnTo>
                <a:lnTo>
                  <a:pt x="681686" y="426244"/>
                </a:lnTo>
                <a:lnTo>
                  <a:pt x="681686" y="151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493617" y="5233832"/>
            <a:ext cx="814069" cy="819150"/>
          </a:xfrm>
          <a:custGeom>
            <a:avLst/>
            <a:gdLst/>
            <a:ahLst/>
            <a:cxnLst/>
            <a:rect l="l" t="t" r="r" b="b"/>
            <a:pathLst>
              <a:path w="814070" h="819150">
                <a:moveTo>
                  <a:pt x="410751" y="0"/>
                </a:moveTo>
                <a:lnTo>
                  <a:pt x="359309" y="2655"/>
                </a:lnTo>
                <a:lnTo>
                  <a:pt x="310536" y="10449"/>
                </a:lnTo>
                <a:lnTo>
                  <a:pt x="264617" y="23120"/>
                </a:lnTo>
                <a:lnTo>
                  <a:pt x="221733" y="40409"/>
                </a:lnTo>
                <a:lnTo>
                  <a:pt x="182068" y="62056"/>
                </a:lnTo>
                <a:lnTo>
                  <a:pt x="145803" y="87800"/>
                </a:lnTo>
                <a:lnTo>
                  <a:pt x="113120" y="117380"/>
                </a:lnTo>
                <a:lnTo>
                  <a:pt x="84204" y="150538"/>
                </a:lnTo>
                <a:lnTo>
                  <a:pt x="59235" y="187013"/>
                </a:lnTo>
                <a:lnTo>
                  <a:pt x="38397" y="226544"/>
                </a:lnTo>
                <a:lnTo>
                  <a:pt x="21872" y="268871"/>
                </a:lnTo>
                <a:lnTo>
                  <a:pt x="9842" y="313735"/>
                </a:lnTo>
                <a:lnTo>
                  <a:pt x="2491" y="360874"/>
                </a:lnTo>
                <a:lnTo>
                  <a:pt x="0" y="410030"/>
                </a:lnTo>
                <a:lnTo>
                  <a:pt x="2380" y="458967"/>
                </a:lnTo>
                <a:lnTo>
                  <a:pt x="9422" y="505918"/>
                </a:lnTo>
                <a:lnTo>
                  <a:pt x="20977" y="550623"/>
                </a:lnTo>
                <a:lnTo>
                  <a:pt x="36894" y="592818"/>
                </a:lnTo>
                <a:lnTo>
                  <a:pt x="57025" y="632241"/>
                </a:lnTo>
                <a:lnTo>
                  <a:pt x="81220" y="668629"/>
                </a:lnTo>
                <a:lnTo>
                  <a:pt x="109330" y="701719"/>
                </a:lnTo>
                <a:lnTo>
                  <a:pt x="141205" y="731249"/>
                </a:lnTo>
                <a:lnTo>
                  <a:pt x="176697" y="756956"/>
                </a:lnTo>
                <a:lnTo>
                  <a:pt x="215655" y="778579"/>
                </a:lnTo>
                <a:lnTo>
                  <a:pt x="257931" y="795853"/>
                </a:lnTo>
                <a:lnTo>
                  <a:pt x="303375" y="808517"/>
                </a:lnTo>
                <a:lnTo>
                  <a:pt x="351838" y="816308"/>
                </a:lnTo>
                <a:lnTo>
                  <a:pt x="403170" y="818963"/>
                </a:lnTo>
                <a:lnTo>
                  <a:pt x="454412" y="816308"/>
                </a:lnTo>
                <a:lnTo>
                  <a:pt x="503041" y="808517"/>
                </a:lnTo>
                <a:lnTo>
                  <a:pt x="548869" y="795853"/>
                </a:lnTo>
                <a:lnTo>
                  <a:pt x="591706" y="778579"/>
                </a:lnTo>
                <a:lnTo>
                  <a:pt x="631363" y="756956"/>
                </a:lnTo>
                <a:lnTo>
                  <a:pt x="667650" y="731249"/>
                </a:lnTo>
                <a:lnTo>
                  <a:pt x="700377" y="701719"/>
                </a:lnTo>
                <a:lnTo>
                  <a:pt x="729356" y="668629"/>
                </a:lnTo>
                <a:lnTo>
                  <a:pt x="738322" y="655600"/>
                </a:lnTo>
                <a:lnTo>
                  <a:pt x="406427" y="655600"/>
                </a:lnTo>
                <a:lnTo>
                  <a:pt x="361302" y="650861"/>
                </a:lnTo>
                <a:lnTo>
                  <a:pt x="320545" y="637159"/>
                </a:lnTo>
                <a:lnTo>
                  <a:pt x="284664" y="615266"/>
                </a:lnTo>
                <a:lnTo>
                  <a:pt x="254166" y="585958"/>
                </a:lnTo>
                <a:lnTo>
                  <a:pt x="229560" y="550006"/>
                </a:lnTo>
                <a:lnTo>
                  <a:pt x="211356" y="508185"/>
                </a:lnTo>
                <a:lnTo>
                  <a:pt x="200060" y="461268"/>
                </a:lnTo>
                <a:lnTo>
                  <a:pt x="196182" y="410030"/>
                </a:lnTo>
                <a:lnTo>
                  <a:pt x="200060" y="358472"/>
                </a:lnTo>
                <a:lnTo>
                  <a:pt x="211356" y="311405"/>
                </a:lnTo>
                <a:lnTo>
                  <a:pt x="229560" y="269563"/>
                </a:lnTo>
                <a:lnTo>
                  <a:pt x="254166" y="233679"/>
                </a:lnTo>
                <a:lnTo>
                  <a:pt x="284664" y="204490"/>
                </a:lnTo>
                <a:lnTo>
                  <a:pt x="320545" y="182730"/>
                </a:lnTo>
                <a:lnTo>
                  <a:pt x="361302" y="169136"/>
                </a:lnTo>
                <a:lnTo>
                  <a:pt x="406427" y="164441"/>
                </a:lnTo>
                <a:lnTo>
                  <a:pt x="741589" y="164441"/>
                </a:lnTo>
                <a:lnTo>
                  <a:pt x="732340" y="150538"/>
                </a:lnTo>
                <a:lnTo>
                  <a:pt x="704168" y="117380"/>
                </a:lnTo>
                <a:lnTo>
                  <a:pt x="672247" y="87800"/>
                </a:lnTo>
                <a:lnTo>
                  <a:pt x="636733" y="62056"/>
                </a:lnTo>
                <a:lnTo>
                  <a:pt x="597784" y="40409"/>
                </a:lnTo>
                <a:lnTo>
                  <a:pt x="555555" y="23120"/>
                </a:lnTo>
                <a:lnTo>
                  <a:pt x="510202" y="10449"/>
                </a:lnTo>
                <a:lnTo>
                  <a:pt x="461882" y="2655"/>
                </a:lnTo>
                <a:lnTo>
                  <a:pt x="410751" y="0"/>
                </a:lnTo>
                <a:close/>
              </a:path>
              <a:path w="814070" h="819150">
                <a:moveTo>
                  <a:pt x="741589" y="164441"/>
                </a:moveTo>
                <a:lnTo>
                  <a:pt x="406427" y="164441"/>
                </a:lnTo>
                <a:lnTo>
                  <a:pt x="451550" y="169136"/>
                </a:lnTo>
                <a:lnTo>
                  <a:pt x="492305" y="182730"/>
                </a:lnTo>
                <a:lnTo>
                  <a:pt x="528184" y="204490"/>
                </a:lnTo>
                <a:lnTo>
                  <a:pt x="558678" y="233679"/>
                </a:lnTo>
                <a:lnTo>
                  <a:pt x="583279" y="269563"/>
                </a:lnTo>
                <a:lnTo>
                  <a:pt x="601480" y="311405"/>
                </a:lnTo>
                <a:lnTo>
                  <a:pt x="612774" y="358472"/>
                </a:lnTo>
                <a:lnTo>
                  <a:pt x="616651" y="410030"/>
                </a:lnTo>
                <a:lnTo>
                  <a:pt x="612774" y="461268"/>
                </a:lnTo>
                <a:lnTo>
                  <a:pt x="601480" y="508185"/>
                </a:lnTo>
                <a:lnTo>
                  <a:pt x="583279" y="550006"/>
                </a:lnTo>
                <a:lnTo>
                  <a:pt x="558678" y="585958"/>
                </a:lnTo>
                <a:lnTo>
                  <a:pt x="528184" y="615266"/>
                </a:lnTo>
                <a:lnTo>
                  <a:pt x="492305" y="637159"/>
                </a:lnTo>
                <a:lnTo>
                  <a:pt x="451550" y="650861"/>
                </a:lnTo>
                <a:lnTo>
                  <a:pt x="406427" y="655600"/>
                </a:lnTo>
                <a:lnTo>
                  <a:pt x="738322" y="655600"/>
                </a:lnTo>
                <a:lnTo>
                  <a:pt x="775309" y="592818"/>
                </a:lnTo>
                <a:lnTo>
                  <a:pt x="791904" y="550623"/>
                </a:lnTo>
                <a:lnTo>
                  <a:pt x="803993" y="505918"/>
                </a:lnTo>
                <a:lnTo>
                  <a:pt x="811385" y="458967"/>
                </a:lnTo>
                <a:lnTo>
                  <a:pt x="813891" y="410030"/>
                </a:lnTo>
                <a:lnTo>
                  <a:pt x="811495" y="360874"/>
                </a:lnTo>
                <a:lnTo>
                  <a:pt x="804413" y="313735"/>
                </a:lnTo>
                <a:lnTo>
                  <a:pt x="792800" y="268871"/>
                </a:lnTo>
                <a:lnTo>
                  <a:pt x="776812" y="226544"/>
                </a:lnTo>
                <a:lnTo>
                  <a:pt x="756607" y="187013"/>
                </a:lnTo>
                <a:lnTo>
                  <a:pt x="741589" y="1644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96407" y="5233832"/>
            <a:ext cx="628650" cy="798830"/>
          </a:xfrm>
          <a:custGeom>
            <a:avLst/>
            <a:gdLst/>
            <a:ahLst/>
            <a:cxnLst/>
            <a:rect l="l" t="t" r="r" b="b"/>
            <a:pathLst>
              <a:path w="628650" h="798829">
                <a:moveTo>
                  <a:pt x="234108" y="0"/>
                </a:moveTo>
                <a:lnTo>
                  <a:pt x="180410" y="622"/>
                </a:lnTo>
                <a:lnTo>
                  <a:pt x="130778" y="2385"/>
                </a:lnTo>
                <a:lnTo>
                  <a:pt x="84584" y="5136"/>
                </a:lnTo>
                <a:lnTo>
                  <a:pt x="41200" y="8719"/>
                </a:lnTo>
                <a:lnTo>
                  <a:pt x="0" y="12979"/>
                </a:lnTo>
                <a:lnTo>
                  <a:pt x="0" y="798403"/>
                </a:lnTo>
                <a:lnTo>
                  <a:pt x="184237" y="798403"/>
                </a:lnTo>
                <a:lnTo>
                  <a:pt x="184237" y="538752"/>
                </a:lnTo>
                <a:lnTo>
                  <a:pt x="470501" y="538752"/>
                </a:lnTo>
                <a:lnTo>
                  <a:pt x="442182" y="492230"/>
                </a:lnTo>
                <a:lnTo>
                  <a:pt x="482021" y="464119"/>
                </a:lnTo>
                <a:lnTo>
                  <a:pt x="515629" y="431082"/>
                </a:lnTo>
                <a:lnTo>
                  <a:pt x="542554" y="393779"/>
                </a:lnTo>
                <a:lnTo>
                  <a:pt x="543598" y="391621"/>
                </a:lnTo>
                <a:lnTo>
                  <a:pt x="242759" y="391621"/>
                </a:lnTo>
                <a:lnTo>
                  <a:pt x="227828" y="391420"/>
                </a:lnTo>
                <a:lnTo>
                  <a:pt x="214318" y="390815"/>
                </a:lnTo>
                <a:lnTo>
                  <a:pt x="200398" y="389800"/>
                </a:lnTo>
                <a:lnTo>
                  <a:pt x="184239" y="388373"/>
                </a:lnTo>
                <a:lnTo>
                  <a:pt x="184239" y="169840"/>
                </a:lnTo>
                <a:lnTo>
                  <a:pt x="202425" y="167167"/>
                </a:lnTo>
                <a:lnTo>
                  <a:pt x="219192" y="165509"/>
                </a:lnTo>
                <a:lnTo>
                  <a:pt x="236363" y="164663"/>
                </a:lnTo>
                <a:lnTo>
                  <a:pt x="255761" y="164426"/>
                </a:lnTo>
                <a:lnTo>
                  <a:pt x="560416" y="164426"/>
                </a:lnTo>
                <a:lnTo>
                  <a:pt x="555900" y="152149"/>
                </a:lnTo>
                <a:lnTo>
                  <a:pt x="513381" y="90497"/>
                </a:lnTo>
                <a:lnTo>
                  <a:pt x="483225" y="64551"/>
                </a:lnTo>
                <a:lnTo>
                  <a:pt x="446826" y="42405"/>
                </a:lnTo>
                <a:lnTo>
                  <a:pt x="403950" y="24467"/>
                </a:lnTo>
                <a:lnTo>
                  <a:pt x="354361" y="11147"/>
                </a:lnTo>
                <a:lnTo>
                  <a:pt x="297825" y="2855"/>
                </a:lnTo>
                <a:lnTo>
                  <a:pt x="234108" y="0"/>
                </a:lnTo>
                <a:close/>
              </a:path>
              <a:path w="628650" h="798829">
                <a:moveTo>
                  <a:pt x="471160" y="539834"/>
                </a:moveTo>
                <a:lnTo>
                  <a:pt x="283950" y="539834"/>
                </a:lnTo>
                <a:lnTo>
                  <a:pt x="419416" y="798403"/>
                </a:lnTo>
                <a:lnTo>
                  <a:pt x="628559" y="798403"/>
                </a:lnTo>
                <a:lnTo>
                  <a:pt x="471160" y="539834"/>
                </a:lnTo>
                <a:close/>
              </a:path>
              <a:path w="628650" h="798829">
                <a:moveTo>
                  <a:pt x="470501" y="538752"/>
                </a:moveTo>
                <a:lnTo>
                  <a:pt x="184237" y="538752"/>
                </a:lnTo>
                <a:lnTo>
                  <a:pt x="217964" y="540240"/>
                </a:lnTo>
                <a:lnTo>
                  <a:pt x="240175" y="540917"/>
                </a:lnTo>
                <a:lnTo>
                  <a:pt x="264974" y="540917"/>
                </a:lnTo>
                <a:lnTo>
                  <a:pt x="275994" y="540460"/>
                </a:lnTo>
                <a:lnTo>
                  <a:pt x="283950" y="539834"/>
                </a:lnTo>
                <a:lnTo>
                  <a:pt x="471160" y="539834"/>
                </a:lnTo>
                <a:lnTo>
                  <a:pt x="470501" y="538752"/>
                </a:lnTo>
                <a:close/>
              </a:path>
              <a:path w="628650" h="798829">
                <a:moveTo>
                  <a:pt x="560416" y="164426"/>
                </a:moveTo>
                <a:lnTo>
                  <a:pt x="255761" y="164426"/>
                </a:lnTo>
                <a:lnTo>
                  <a:pt x="309629" y="171544"/>
                </a:lnTo>
                <a:lnTo>
                  <a:pt x="351001" y="192153"/>
                </a:lnTo>
                <a:lnTo>
                  <a:pt x="377538" y="225133"/>
                </a:lnTo>
                <a:lnTo>
                  <a:pt x="386903" y="269368"/>
                </a:lnTo>
                <a:lnTo>
                  <a:pt x="380340" y="312827"/>
                </a:lnTo>
                <a:lnTo>
                  <a:pt x="361449" y="346988"/>
                </a:lnTo>
                <a:lnTo>
                  <a:pt x="331424" y="371646"/>
                </a:lnTo>
                <a:lnTo>
                  <a:pt x="291463" y="386593"/>
                </a:lnTo>
                <a:lnTo>
                  <a:pt x="242759" y="391621"/>
                </a:lnTo>
                <a:lnTo>
                  <a:pt x="543598" y="391621"/>
                </a:lnTo>
                <a:lnTo>
                  <a:pt x="562344" y="352872"/>
                </a:lnTo>
                <a:lnTo>
                  <a:pt x="574549" y="309020"/>
                </a:lnTo>
                <a:lnTo>
                  <a:pt x="578718" y="262885"/>
                </a:lnTo>
                <a:lnTo>
                  <a:pt x="576327" y="225133"/>
                </a:lnTo>
                <a:lnTo>
                  <a:pt x="576261" y="224084"/>
                </a:lnTo>
                <a:lnTo>
                  <a:pt x="568733" y="187036"/>
                </a:lnTo>
                <a:lnTo>
                  <a:pt x="560503" y="164663"/>
                </a:lnTo>
                <a:lnTo>
                  <a:pt x="560416" y="1644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5676" y="5234146"/>
            <a:ext cx="502920" cy="792480"/>
          </a:xfrm>
          <a:custGeom>
            <a:avLst/>
            <a:gdLst/>
            <a:ahLst/>
            <a:cxnLst/>
            <a:rect l="l" t="t" r="r" b="b"/>
            <a:pathLst>
              <a:path w="502920" h="792479">
                <a:moveTo>
                  <a:pt x="502831" y="0"/>
                </a:moveTo>
                <a:lnTo>
                  <a:pt x="0" y="0"/>
                </a:lnTo>
                <a:lnTo>
                  <a:pt x="0" y="168910"/>
                </a:lnTo>
                <a:lnTo>
                  <a:pt x="0" y="344170"/>
                </a:lnTo>
                <a:lnTo>
                  <a:pt x="0" y="505460"/>
                </a:lnTo>
                <a:lnTo>
                  <a:pt x="0" y="792480"/>
                </a:lnTo>
                <a:lnTo>
                  <a:pt x="184238" y="792480"/>
                </a:lnTo>
                <a:lnTo>
                  <a:pt x="184238" y="505460"/>
                </a:lnTo>
                <a:lnTo>
                  <a:pt x="457314" y="505460"/>
                </a:lnTo>
                <a:lnTo>
                  <a:pt x="457314" y="344170"/>
                </a:lnTo>
                <a:lnTo>
                  <a:pt x="184238" y="344170"/>
                </a:lnTo>
                <a:lnTo>
                  <a:pt x="184238" y="168910"/>
                </a:lnTo>
                <a:lnTo>
                  <a:pt x="502831" y="168910"/>
                </a:lnTo>
                <a:lnTo>
                  <a:pt x="5028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193503" y="5046966"/>
            <a:ext cx="1437640" cy="1213485"/>
          </a:xfrm>
          <a:custGeom>
            <a:avLst/>
            <a:gdLst/>
            <a:ahLst/>
            <a:cxnLst/>
            <a:rect l="l" t="t" r="r" b="b"/>
            <a:pathLst>
              <a:path w="1437640" h="1213485">
                <a:moveTo>
                  <a:pt x="610058" y="0"/>
                </a:moveTo>
                <a:lnTo>
                  <a:pt x="202077" y="0"/>
                </a:lnTo>
                <a:lnTo>
                  <a:pt x="197533" y="1931"/>
                </a:lnTo>
                <a:lnTo>
                  <a:pt x="162775" y="41250"/>
                </a:lnTo>
                <a:lnTo>
                  <a:pt x="133655" y="79182"/>
                </a:lnTo>
                <a:lnTo>
                  <a:pt x="107068" y="119046"/>
                </a:lnTo>
                <a:lnTo>
                  <a:pt x="83134" y="160722"/>
                </a:lnTo>
                <a:lnTo>
                  <a:pt x="61974" y="204089"/>
                </a:lnTo>
                <a:lnTo>
                  <a:pt x="43709" y="249027"/>
                </a:lnTo>
                <a:lnTo>
                  <a:pt x="28457" y="295417"/>
                </a:lnTo>
                <a:lnTo>
                  <a:pt x="16340" y="343139"/>
                </a:lnTo>
                <a:lnTo>
                  <a:pt x="7478" y="392072"/>
                </a:lnTo>
                <a:lnTo>
                  <a:pt x="1991" y="442096"/>
                </a:lnTo>
                <a:lnTo>
                  <a:pt x="0" y="493091"/>
                </a:lnTo>
                <a:lnTo>
                  <a:pt x="1453" y="541658"/>
                </a:lnTo>
                <a:lnTo>
                  <a:pt x="6126" y="589406"/>
                </a:lnTo>
                <a:lnTo>
                  <a:pt x="13914" y="636227"/>
                </a:lnTo>
                <a:lnTo>
                  <a:pt x="24709" y="682013"/>
                </a:lnTo>
                <a:lnTo>
                  <a:pt x="38406" y="726655"/>
                </a:lnTo>
                <a:lnTo>
                  <a:pt x="54898" y="770045"/>
                </a:lnTo>
                <a:lnTo>
                  <a:pt x="74078" y="812074"/>
                </a:lnTo>
                <a:lnTo>
                  <a:pt x="95841" y="852635"/>
                </a:lnTo>
                <a:lnTo>
                  <a:pt x="120079" y="891619"/>
                </a:lnTo>
                <a:lnTo>
                  <a:pt x="146687" y="928917"/>
                </a:lnTo>
                <a:lnTo>
                  <a:pt x="175447" y="964284"/>
                </a:lnTo>
                <a:lnTo>
                  <a:pt x="206587" y="998023"/>
                </a:lnTo>
                <a:lnTo>
                  <a:pt x="239665" y="1029614"/>
                </a:lnTo>
                <a:lnTo>
                  <a:pt x="274688" y="1059086"/>
                </a:lnTo>
                <a:lnTo>
                  <a:pt x="311549" y="1086331"/>
                </a:lnTo>
                <a:lnTo>
                  <a:pt x="350141" y="1111240"/>
                </a:lnTo>
                <a:lnTo>
                  <a:pt x="390359" y="1133705"/>
                </a:lnTo>
                <a:lnTo>
                  <a:pt x="432095" y="1153617"/>
                </a:lnTo>
                <a:lnTo>
                  <a:pt x="475244" y="1170869"/>
                </a:lnTo>
                <a:lnTo>
                  <a:pt x="519698" y="1185351"/>
                </a:lnTo>
                <a:lnTo>
                  <a:pt x="565353" y="1196955"/>
                </a:lnTo>
                <a:lnTo>
                  <a:pt x="612101" y="1205574"/>
                </a:lnTo>
                <a:lnTo>
                  <a:pt x="659836" y="1211099"/>
                </a:lnTo>
                <a:lnTo>
                  <a:pt x="708451" y="1213420"/>
                </a:lnTo>
                <a:lnTo>
                  <a:pt x="756278" y="1212530"/>
                </a:lnTo>
                <a:lnTo>
                  <a:pt x="803294" y="1208579"/>
                </a:lnTo>
                <a:lnTo>
                  <a:pt x="849403" y="1201664"/>
                </a:lnTo>
                <a:lnTo>
                  <a:pt x="894507" y="1191881"/>
                </a:lnTo>
                <a:lnTo>
                  <a:pt x="938509" y="1179329"/>
                </a:lnTo>
                <a:lnTo>
                  <a:pt x="981312" y="1164104"/>
                </a:lnTo>
                <a:lnTo>
                  <a:pt x="1022818" y="1146303"/>
                </a:lnTo>
                <a:lnTo>
                  <a:pt x="1062931" y="1126023"/>
                </a:lnTo>
                <a:lnTo>
                  <a:pt x="1101554" y="1103361"/>
                </a:lnTo>
                <a:lnTo>
                  <a:pt x="1138589" y="1078415"/>
                </a:lnTo>
                <a:lnTo>
                  <a:pt x="1173938" y="1051280"/>
                </a:lnTo>
                <a:lnTo>
                  <a:pt x="1207506" y="1022054"/>
                </a:lnTo>
                <a:lnTo>
                  <a:pt x="1239194" y="990835"/>
                </a:lnTo>
                <a:lnTo>
                  <a:pt x="1249531" y="979313"/>
                </a:lnTo>
                <a:lnTo>
                  <a:pt x="737111" y="979313"/>
                </a:lnTo>
                <a:lnTo>
                  <a:pt x="689355" y="979164"/>
                </a:lnTo>
                <a:lnTo>
                  <a:pt x="641362" y="974114"/>
                </a:lnTo>
                <a:lnTo>
                  <a:pt x="595094" y="964284"/>
                </a:lnTo>
                <a:lnTo>
                  <a:pt x="550768" y="949935"/>
                </a:lnTo>
                <a:lnTo>
                  <a:pt x="508602" y="931330"/>
                </a:lnTo>
                <a:lnTo>
                  <a:pt x="468814" y="908731"/>
                </a:lnTo>
                <a:lnTo>
                  <a:pt x="431622" y="882399"/>
                </a:lnTo>
                <a:lnTo>
                  <a:pt x="397286" y="852635"/>
                </a:lnTo>
                <a:lnTo>
                  <a:pt x="365893" y="819585"/>
                </a:lnTo>
                <a:lnTo>
                  <a:pt x="337792" y="783627"/>
                </a:lnTo>
                <a:lnTo>
                  <a:pt x="313157" y="744985"/>
                </a:lnTo>
                <a:lnTo>
                  <a:pt x="292205" y="703920"/>
                </a:lnTo>
                <a:lnTo>
                  <a:pt x="275155" y="660693"/>
                </a:lnTo>
                <a:lnTo>
                  <a:pt x="262223" y="615568"/>
                </a:lnTo>
                <a:lnTo>
                  <a:pt x="253628" y="568806"/>
                </a:lnTo>
                <a:lnTo>
                  <a:pt x="249587" y="520670"/>
                </a:lnTo>
                <a:lnTo>
                  <a:pt x="250479" y="467443"/>
                </a:lnTo>
                <a:lnTo>
                  <a:pt x="256775" y="415778"/>
                </a:lnTo>
                <a:lnTo>
                  <a:pt x="268289" y="365995"/>
                </a:lnTo>
                <a:lnTo>
                  <a:pt x="284833" y="318418"/>
                </a:lnTo>
                <a:lnTo>
                  <a:pt x="306221" y="273369"/>
                </a:lnTo>
                <a:lnTo>
                  <a:pt x="332266" y="231169"/>
                </a:lnTo>
                <a:lnTo>
                  <a:pt x="362781" y="192140"/>
                </a:lnTo>
                <a:lnTo>
                  <a:pt x="365993" y="186608"/>
                </a:lnTo>
                <a:lnTo>
                  <a:pt x="366900" y="180474"/>
                </a:lnTo>
                <a:lnTo>
                  <a:pt x="365536" y="174415"/>
                </a:lnTo>
                <a:lnTo>
                  <a:pt x="361941" y="169105"/>
                </a:lnTo>
                <a:lnTo>
                  <a:pt x="220962" y="31001"/>
                </a:lnTo>
                <a:lnTo>
                  <a:pt x="654920" y="31001"/>
                </a:lnTo>
                <a:lnTo>
                  <a:pt x="617153" y="4229"/>
                </a:lnTo>
                <a:lnTo>
                  <a:pt x="614046" y="1506"/>
                </a:lnTo>
                <a:lnTo>
                  <a:pt x="610058" y="0"/>
                </a:lnTo>
                <a:close/>
              </a:path>
              <a:path w="1437640" h="1213485">
                <a:moveTo>
                  <a:pt x="1265678" y="31001"/>
                </a:moveTo>
                <a:lnTo>
                  <a:pt x="1218900" y="31001"/>
                </a:lnTo>
                <a:lnTo>
                  <a:pt x="1075373" y="169105"/>
                </a:lnTo>
                <a:lnTo>
                  <a:pt x="1071772" y="174415"/>
                </a:lnTo>
                <a:lnTo>
                  <a:pt x="1070390" y="180474"/>
                </a:lnTo>
                <a:lnTo>
                  <a:pt x="1071276" y="186608"/>
                </a:lnTo>
                <a:lnTo>
                  <a:pt x="1074478" y="192140"/>
                </a:lnTo>
                <a:lnTo>
                  <a:pt x="1103837" y="229327"/>
                </a:lnTo>
                <a:lnTo>
                  <a:pt x="1129292" y="269388"/>
                </a:lnTo>
                <a:lnTo>
                  <a:pt x="1150619" y="312056"/>
                </a:lnTo>
                <a:lnTo>
                  <a:pt x="1167595" y="357063"/>
                </a:lnTo>
                <a:lnTo>
                  <a:pt x="1179998" y="404142"/>
                </a:lnTo>
                <a:lnTo>
                  <a:pt x="1187603" y="453027"/>
                </a:lnTo>
                <a:lnTo>
                  <a:pt x="1190187" y="503449"/>
                </a:lnTo>
                <a:lnTo>
                  <a:pt x="1187865" y="550532"/>
                </a:lnTo>
                <a:lnTo>
                  <a:pt x="1181044" y="596356"/>
                </a:lnTo>
                <a:lnTo>
                  <a:pt x="1169948" y="640696"/>
                </a:lnTo>
                <a:lnTo>
                  <a:pt x="1154795" y="683326"/>
                </a:lnTo>
                <a:lnTo>
                  <a:pt x="1135808" y="724020"/>
                </a:lnTo>
                <a:lnTo>
                  <a:pt x="1113208" y="762552"/>
                </a:lnTo>
                <a:lnTo>
                  <a:pt x="1087215" y="798697"/>
                </a:lnTo>
                <a:lnTo>
                  <a:pt x="1058051" y="832229"/>
                </a:lnTo>
                <a:lnTo>
                  <a:pt x="1025938" y="862922"/>
                </a:lnTo>
                <a:lnTo>
                  <a:pt x="991095" y="890550"/>
                </a:lnTo>
                <a:lnTo>
                  <a:pt x="953744" y="914888"/>
                </a:lnTo>
                <a:lnTo>
                  <a:pt x="914107" y="935709"/>
                </a:lnTo>
                <a:lnTo>
                  <a:pt x="872403" y="952788"/>
                </a:lnTo>
                <a:lnTo>
                  <a:pt x="828856" y="965899"/>
                </a:lnTo>
                <a:lnTo>
                  <a:pt x="783684" y="974815"/>
                </a:lnTo>
                <a:lnTo>
                  <a:pt x="737111" y="979313"/>
                </a:lnTo>
                <a:lnTo>
                  <a:pt x="1249531" y="979313"/>
                </a:lnTo>
                <a:lnTo>
                  <a:pt x="1296543" y="922802"/>
                </a:lnTo>
                <a:lnTo>
                  <a:pt x="1322010" y="886183"/>
                </a:lnTo>
                <a:lnTo>
                  <a:pt x="1345208" y="847958"/>
                </a:lnTo>
                <a:lnTo>
                  <a:pt x="1366042" y="808224"/>
                </a:lnTo>
                <a:lnTo>
                  <a:pt x="1384412" y="767079"/>
                </a:lnTo>
                <a:lnTo>
                  <a:pt x="1400224" y="724618"/>
                </a:lnTo>
                <a:lnTo>
                  <a:pt x="1413378" y="680940"/>
                </a:lnTo>
                <a:lnTo>
                  <a:pt x="1423758" y="636227"/>
                </a:lnTo>
                <a:lnTo>
                  <a:pt x="1431328" y="590318"/>
                </a:lnTo>
                <a:lnTo>
                  <a:pt x="1435928" y="543568"/>
                </a:lnTo>
                <a:lnTo>
                  <a:pt x="1437483" y="495989"/>
                </a:lnTo>
                <a:lnTo>
                  <a:pt x="1435674" y="444680"/>
                </a:lnTo>
                <a:lnTo>
                  <a:pt x="1430326" y="394348"/>
                </a:lnTo>
                <a:lnTo>
                  <a:pt x="1421563" y="345114"/>
                </a:lnTo>
                <a:lnTo>
                  <a:pt x="1409507" y="297099"/>
                </a:lnTo>
                <a:lnTo>
                  <a:pt x="1394279" y="250426"/>
                </a:lnTo>
                <a:lnTo>
                  <a:pt x="1376003" y="205217"/>
                </a:lnTo>
                <a:lnTo>
                  <a:pt x="1354799" y="161591"/>
                </a:lnTo>
                <a:lnTo>
                  <a:pt x="1330791" y="119672"/>
                </a:lnTo>
                <a:lnTo>
                  <a:pt x="1304101" y="79582"/>
                </a:lnTo>
                <a:lnTo>
                  <a:pt x="1274850" y="41440"/>
                </a:lnTo>
                <a:lnTo>
                  <a:pt x="1265678" y="31001"/>
                </a:lnTo>
                <a:close/>
              </a:path>
              <a:path w="1437640" h="1213485">
                <a:moveTo>
                  <a:pt x="654920" y="31001"/>
                </a:moveTo>
                <a:lnTo>
                  <a:pt x="220962" y="31001"/>
                </a:lnTo>
                <a:lnTo>
                  <a:pt x="698682" y="372600"/>
                </a:lnTo>
                <a:lnTo>
                  <a:pt x="708865" y="378230"/>
                </a:lnTo>
                <a:lnTo>
                  <a:pt x="720040" y="380107"/>
                </a:lnTo>
                <a:lnTo>
                  <a:pt x="731216" y="378230"/>
                </a:lnTo>
                <a:lnTo>
                  <a:pt x="741399" y="372600"/>
                </a:lnTo>
                <a:lnTo>
                  <a:pt x="1158932" y="73901"/>
                </a:lnTo>
                <a:lnTo>
                  <a:pt x="713933" y="73901"/>
                </a:lnTo>
                <a:lnTo>
                  <a:pt x="707513" y="68282"/>
                </a:lnTo>
                <a:lnTo>
                  <a:pt x="654920" y="31001"/>
                </a:lnTo>
                <a:close/>
              </a:path>
              <a:path w="1437640" h="1213485">
                <a:moveTo>
                  <a:pt x="1235406" y="0"/>
                </a:moveTo>
                <a:lnTo>
                  <a:pt x="827425" y="0"/>
                </a:lnTo>
                <a:lnTo>
                  <a:pt x="823437" y="1506"/>
                </a:lnTo>
                <a:lnTo>
                  <a:pt x="820329" y="4229"/>
                </a:lnTo>
                <a:lnTo>
                  <a:pt x="729970" y="68282"/>
                </a:lnTo>
                <a:lnTo>
                  <a:pt x="723536" y="73901"/>
                </a:lnTo>
                <a:lnTo>
                  <a:pt x="1158932" y="73901"/>
                </a:lnTo>
                <a:lnTo>
                  <a:pt x="1218900" y="31001"/>
                </a:lnTo>
                <a:lnTo>
                  <a:pt x="1265678" y="31001"/>
                </a:lnTo>
                <a:lnTo>
                  <a:pt x="1243161" y="5370"/>
                </a:lnTo>
                <a:lnTo>
                  <a:pt x="1239936" y="1931"/>
                </a:lnTo>
                <a:lnTo>
                  <a:pt x="12354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4859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53585F"/>
                </a:solidFill>
              </a:rPr>
              <a:t>Email</a:t>
            </a:r>
            <a:r>
              <a:rPr dirty="0" spc="-60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was</a:t>
            </a:r>
            <a:r>
              <a:rPr dirty="0" spc="-60">
                <a:solidFill>
                  <a:srgbClr val="53585F"/>
                </a:solidFill>
              </a:rPr>
              <a:t> </a:t>
            </a:r>
            <a:r>
              <a:rPr dirty="0" spc="85">
                <a:solidFill>
                  <a:srgbClr val="53585F"/>
                </a:solidFill>
              </a:rPr>
              <a:t>never</a:t>
            </a:r>
            <a:r>
              <a:rPr dirty="0" spc="-60">
                <a:solidFill>
                  <a:srgbClr val="53585F"/>
                </a:solidFill>
              </a:rPr>
              <a:t> </a:t>
            </a:r>
            <a:r>
              <a:rPr dirty="0" spc="100">
                <a:solidFill>
                  <a:srgbClr val="53585F"/>
                </a:solidFill>
              </a:rPr>
              <a:t>built</a:t>
            </a:r>
            <a:r>
              <a:rPr dirty="0" spc="-55">
                <a:solidFill>
                  <a:srgbClr val="53585F"/>
                </a:solidFill>
              </a:rPr>
              <a:t> </a:t>
            </a:r>
            <a:r>
              <a:rPr dirty="0" spc="90">
                <a:solidFill>
                  <a:srgbClr val="53585F"/>
                </a:solidFill>
              </a:rPr>
              <a:t>for</a:t>
            </a:r>
            <a:r>
              <a:rPr dirty="0" spc="-60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teams</a:t>
            </a:r>
            <a:r>
              <a:rPr dirty="0" spc="-60">
                <a:solidFill>
                  <a:srgbClr val="53585F"/>
                </a:solidFill>
              </a:rPr>
              <a:t> </a:t>
            </a:r>
            <a:r>
              <a:rPr dirty="0" spc="135">
                <a:solidFill>
                  <a:srgbClr val="53585F"/>
                </a:solidFill>
              </a:rPr>
              <a:t>to</a:t>
            </a:r>
            <a:r>
              <a:rPr dirty="0" spc="-60">
                <a:solidFill>
                  <a:srgbClr val="53585F"/>
                </a:solidFill>
              </a:rPr>
              <a:t> </a:t>
            </a:r>
            <a:r>
              <a:rPr dirty="0" spc="55">
                <a:solidFill>
                  <a:srgbClr val="53585F"/>
                </a:solidFill>
              </a:rPr>
              <a:t>collaborate</a:t>
            </a:r>
          </a:p>
        </p:txBody>
      </p:sp>
      <p:sp>
        <p:nvSpPr>
          <p:cNvPr id="3" name="object 3"/>
          <p:cNvSpPr/>
          <p:nvPr/>
        </p:nvSpPr>
        <p:spPr>
          <a:xfrm>
            <a:off x="9550146" y="3491108"/>
            <a:ext cx="1012825" cy="1036955"/>
          </a:xfrm>
          <a:custGeom>
            <a:avLst/>
            <a:gdLst/>
            <a:ahLst/>
            <a:cxnLst/>
            <a:rect l="l" t="t" r="r" b="b"/>
            <a:pathLst>
              <a:path w="1012825" h="1036954">
                <a:moveTo>
                  <a:pt x="707174" y="430352"/>
                </a:moveTo>
                <a:lnTo>
                  <a:pt x="604964" y="430352"/>
                </a:lnTo>
                <a:lnTo>
                  <a:pt x="604964" y="0"/>
                </a:lnTo>
                <a:lnTo>
                  <a:pt x="407581" y="0"/>
                </a:lnTo>
                <a:lnTo>
                  <a:pt x="407581" y="430352"/>
                </a:lnTo>
                <a:lnTo>
                  <a:pt x="305371" y="430352"/>
                </a:lnTo>
                <a:lnTo>
                  <a:pt x="506272" y="631380"/>
                </a:lnTo>
                <a:lnTo>
                  <a:pt x="707174" y="430352"/>
                </a:lnTo>
                <a:close/>
              </a:path>
              <a:path w="1012825" h="1036954">
                <a:moveTo>
                  <a:pt x="1012545" y="633145"/>
                </a:moveTo>
                <a:lnTo>
                  <a:pt x="930122" y="450088"/>
                </a:lnTo>
                <a:lnTo>
                  <a:pt x="930122" y="696874"/>
                </a:lnTo>
                <a:lnTo>
                  <a:pt x="930122" y="954392"/>
                </a:lnTo>
                <a:lnTo>
                  <a:pt x="82359" y="954392"/>
                </a:lnTo>
                <a:lnTo>
                  <a:pt x="82359" y="696874"/>
                </a:lnTo>
                <a:lnTo>
                  <a:pt x="272935" y="696874"/>
                </a:lnTo>
                <a:lnTo>
                  <a:pt x="341503" y="837692"/>
                </a:lnTo>
                <a:lnTo>
                  <a:pt x="667575" y="837692"/>
                </a:lnTo>
                <a:lnTo>
                  <a:pt x="707720" y="755319"/>
                </a:lnTo>
                <a:lnTo>
                  <a:pt x="736206" y="696874"/>
                </a:lnTo>
                <a:lnTo>
                  <a:pt x="930122" y="696874"/>
                </a:lnTo>
                <a:lnTo>
                  <a:pt x="930122" y="450088"/>
                </a:lnTo>
                <a:lnTo>
                  <a:pt x="764565" y="82372"/>
                </a:lnTo>
                <a:lnTo>
                  <a:pt x="673404" y="82372"/>
                </a:lnTo>
                <a:lnTo>
                  <a:pt x="673404" y="164757"/>
                </a:lnTo>
                <a:lnTo>
                  <a:pt x="711301" y="164757"/>
                </a:lnTo>
                <a:lnTo>
                  <a:pt x="913853" y="614489"/>
                </a:lnTo>
                <a:lnTo>
                  <a:pt x="684771" y="614489"/>
                </a:lnTo>
                <a:lnTo>
                  <a:pt x="616140" y="755319"/>
                </a:lnTo>
                <a:lnTo>
                  <a:pt x="393001" y="755319"/>
                </a:lnTo>
                <a:lnTo>
                  <a:pt x="364515" y="696874"/>
                </a:lnTo>
                <a:lnTo>
                  <a:pt x="324370" y="614489"/>
                </a:lnTo>
                <a:lnTo>
                  <a:pt x="94437" y="614489"/>
                </a:lnTo>
                <a:lnTo>
                  <a:pt x="300990" y="164757"/>
                </a:lnTo>
                <a:lnTo>
                  <a:pt x="339077" y="164757"/>
                </a:lnTo>
                <a:lnTo>
                  <a:pt x="339077" y="82372"/>
                </a:lnTo>
                <a:lnTo>
                  <a:pt x="248158" y="82372"/>
                </a:lnTo>
                <a:lnTo>
                  <a:pt x="0" y="622630"/>
                </a:lnTo>
                <a:lnTo>
                  <a:pt x="0" y="1036777"/>
                </a:lnTo>
                <a:lnTo>
                  <a:pt x="1012545" y="1036777"/>
                </a:lnTo>
                <a:lnTo>
                  <a:pt x="1012545" y="954392"/>
                </a:lnTo>
                <a:lnTo>
                  <a:pt x="1012545" y="696874"/>
                </a:lnTo>
                <a:lnTo>
                  <a:pt x="1012545" y="633145"/>
                </a:lnTo>
                <a:close/>
              </a:path>
            </a:pathLst>
          </a:custGeom>
          <a:solidFill>
            <a:srgbClr val="000000">
              <a:alpha val="8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332596" y="1966296"/>
            <a:ext cx="3425190" cy="1093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08915">
              <a:lnSpc>
                <a:spcPct val="143000"/>
              </a:lnSpc>
              <a:spcBef>
                <a:spcPts val="95"/>
              </a:spcBef>
            </a:pPr>
            <a:r>
              <a:rPr dirty="0" sz="2450" spc="-10">
                <a:latin typeface="Lucida Sans Unicode"/>
                <a:cs typeface="Lucida Sans Unicode"/>
                <a:hlinkClick r:id="rId2"/>
              </a:rPr>
              <a:t>sales@company.com</a:t>
            </a:r>
            <a:r>
              <a:rPr dirty="0" sz="2450" spc="-10">
                <a:latin typeface="Lucida Sans Unicode"/>
                <a:cs typeface="Lucida Sans Unicode"/>
              </a:rPr>
              <a:t> </a:t>
            </a:r>
            <a:r>
              <a:rPr dirty="0" sz="2450" spc="-70">
                <a:latin typeface="Lucida Sans Unicode"/>
                <a:cs typeface="Lucida Sans Unicode"/>
                <a:hlinkClick r:id="rId3"/>
              </a:rPr>
              <a:t>support@company.com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1" y="9487058"/>
            <a:ext cx="20100925" cy="1818639"/>
          </a:xfrm>
          <a:custGeom>
            <a:avLst/>
            <a:gdLst/>
            <a:ahLst/>
            <a:cxnLst/>
            <a:rect l="l" t="t" r="r" b="b"/>
            <a:pathLst>
              <a:path w="20100925" h="1818640">
                <a:moveTo>
                  <a:pt x="0" y="0"/>
                </a:moveTo>
                <a:lnTo>
                  <a:pt x="20100896" y="0"/>
                </a:lnTo>
                <a:lnTo>
                  <a:pt x="20100896" y="1818273"/>
                </a:lnTo>
                <a:lnTo>
                  <a:pt x="0" y="1818273"/>
                </a:lnTo>
                <a:lnTo>
                  <a:pt x="0" y="0"/>
                </a:lnTo>
                <a:close/>
              </a:path>
            </a:pathLst>
          </a:custGeom>
          <a:solidFill>
            <a:srgbClr val="2A9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479187" y="10028879"/>
            <a:ext cx="3138805" cy="6413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4000" spc="-170">
                <a:solidFill>
                  <a:srgbClr val="FFFFFF"/>
                </a:solidFill>
                <a:latin typeface="Lucida Sans Unicode"/>
                <a:cs typeface="Lucida Sans Unicode"/>
              </a:rPr>
              <a:t>Lost</a:t>
            </a:r>
            <a:r>
              <a:rPr dirty="0" sz="4000" spc="-2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125">
                <a:solidFill>
                  <a:srgbClr val="FFFFFF"/>
                </a:solidFill>
                <a:latin typeface="Lucida Sans Unicode"/>
                <a:cs typeface="Lucida Sans Unicode"/>
              </a:rPr>
              <a:t>business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6408" y="10028879"/>
            <a:ext cx="5254625" cy="6413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4000" spc="-130">
                <a:solidFill>
                  <a:srgbClr val="FFFFFF"/>
                </a:solidFill>
                <a:latin typeface="Lucida Sans Unicode"/>
                <a:cs typeface="Lucida Sans Unicode"/>
              </a:rPr>
              <a:t>Productivity</a:t>
            </a:r>
            <a:r>
              <a:rPr dirty="0" sz="40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60">
                <a:solidFill>
                  <a:srgbClr val="FFFFFF"/>
                </a:solidFill>
                <a:latin typeface="Lucida Sans Unicode"/>
                <a:cs typeface="Lucida Sans Unicode"/>
              </a:rPr>
              <a:t>slowdown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86377" y="10028879"/>
            <a:ext cx="6011545" cy="6413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4000" spc="70">
                <a:solidFill>
                  <a:srgbClr val="FFFFFF"/>
                </a:solidFill>
                <a:latin typeface="Lucida Sans Unicode"/>
                <a:cs typeface="Lucida Sans Unicode"/>
              </a:rPr>
              <a:t>Bad</a:t>
            </a:r>
            <a:r>
              <a:rPr dirty="0" sz="4000" spc="-25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114">
                <a:solidFill>
                  <a:srgbClr val="FFFFFF"/>
                </a:solidFill>
                <a:latin typeface="Lucida Sans Unicode"/>
                <a:cs typeface="Lucida Sans Unicode"/>
              </a:rPr>
              <a:t>customer</a:t>
            </a:r>
            <a:r>
              <a:rPr dirty="0" sz="4000" spc="-25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55">
                <a:solidFill>
                  <a:srgbClr val="FFFFFF"/>
                </a:solidFill>
                <a:latin typeface="Lucida Sans Unicode"/>
                <a:cs typeface="Lucida Sans Unicode"/>
              </a:rPr>
              <a:t>experience</a:t>
            </a:r>
            <a:endParaRPr sz="40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707223" y="7553811"/>
            <a:ext cx="1055370" cy="1289685"/>
            <a:chOff x="10707223" y="7553811"/>
            <a:chExt cx="1055370" cy="1289685"/>
          </a:xfrm>
        </p:grpSpPr>
        <p:sp>
          <p:nvSpPr>
            <p:cNvPr id="10" name="object 10"/>
            <p:cNvSpPr/>
            <p:nvPr/>
          </p:nvSpPr>
          <p:spPr>
            <a:xfrm>
              <a:off x="10707223" y="7553811"/>
              <a:ext cx="889000" cy="1045844"/>
            </a:xfrm>
            <a:custGeom>
              <a:avLst/>
              <a:gdLst/>
              <a:ahLst/>
              <a:cxnLst/>
              <a:rect l="l" t="t" r="r" b="b"/>
              <a:pathLst>
                <a:path w="889000" h="1045845">
                  <a:moveTo>
                    <a:pt x="480550" y="0"/>
                  </a:moveTo>
                  <a:lnTo>
                    <a:pt x="436824" y="1558"/>
                  </a:lnTo>
                  <a:lnTo>
                    <a:pt x="396145" y="6691"/>
                  </a:lnTo>
                  <a:lnTo>
                    <a:pt x="350943" y="21182"/>
                  </a:lnTo>
                  <a:lnTo>
                    <a:pt x="309142" y="50200"/>
                  </a:lnTo>
                  <a:lnTo>
                    <a:pt x="280111" y="56992"/>
                  </a:lnTo>
                  <a:lnTo>
                    <a:pt x="226635" y="90428"/>
                  </a:lnTo>
                  <a:lnTo>
                    <a:pt x="184986" y="157785"/>
                  </a:lnTo>
                  <a:lnTo>
                    <a:pt x="170795" y="206725"/>
                  </a:lnTo>
                  <a:lnTo>
                    <a:pt x="162377" y="265626"/>
                  </a:lnTo>
                  <a:lnTo>
                    <a:pt x="159970" y="334625"/>
                  </a:lnTo>
                  <a:lnTo>
                    <a:pt x="159942" y="335417"/>
                  </a:lnTo>
                  <a:lnTo>
                    <a:pt x="162196" y="385978"/>
                  </a:lnTo>
                  <a:lnTo>
                    <a:pt x="169191" y="433267"/>
                  </a:lnTo>
                  <a:lnTo>
                    <a:pt x="181278" y="476812"/>
                  </a:lnTo>
                  <a:lnTo>
                    <a:pt x="198810" y="516142"/>
                  </a:lnTo>
                  <a:lnTo>
                    <a:pt x="246792" y="562415"/>
                  </a:lnTo>
                  <a:lnTo>
                    <a:pt x="305069" y="583452"/>
                  </a:lnTo>
                  <a:lnTo>
                    <a:pt x="307802" y="586330"/>
                  </a:lnTo>
                  <a:lnTo>
                    <a:pt x="310388" y="589243"/>
                  </a:lnTo>
                  <a:lnTo>
                    <a:pt x="313215" y="592007"/>
                  </a:lnTo>
                  <a:lnTo>
                    <a:pt x="305545" y="618033"/>
                  </a:lnTo>
                  <a:lnTo>
                    <a:pt x="305435" y="618407"/>
                  </a:lnTo>
                  <a:lnTo>
                    <a:pt x="253478" y="636475"/>
                  </a:lnTo>
                  <a:lnTo>
                    <a:pt x="201895" y="649608"/>
                  </a:lnTo>
                  <a:lnTo>
                    <a:pt x="151856" y="661516"/>
                  </a:lnTo>
                  <a:lnTo>
                    <a:pt x="104530" y="675909"/>
                  </a:lnTo>
                  <a:lnTo>
                    <a:pt x="61087" y="696498"/>
                  </a:lnTo>
                  <a:lnTo>
                    <a:pt x="25215" y="743565"/>
                  </a:lnTo>
                  <a:lnTo>
                    <a:pt x="12219" y="805452"/>
                  </a:lnTo>
                  <a:lnTo>
                    <a:pt x="11853" y="805452"/>
                  </a:lnTo>
                  <a:lnTo>
                    <a:pt x="11853" y="807685"/>
                  </a:lnTo>
                  <a:lnTo>
                    <a:pt x="0" y="1007746"/>
                  </a:lnTo>
                  <a:lnTo>
                    <a:pt x="2322" y="1021871"/>
                  </a:lnTo>
                  <a:lnTo>
                    <a:pt x="10058" y="1034008"/>
                  </a:lnTo>
                  <a:lnTo>
                    <a:pt x="21652" y="1042496"/>
                  </a:lnTo>
                  <a:lnTo>
                    <a:pt x="35548" y="1045677"/>
                  </a:lnTo>
                  <a:lnTo>
                    <a:pt x="852989" y="1045677"/>
                  </a:lnTo>
                  <a:lnTo>
                    <a:pt x="866820" y="1042496"/>
                  </a:lnTo>
                  <a:lnTo>
                    <a:pt x="878461" y="1034008"/>
                  </a:lnTo>
                  <a:lnTo>
                    <a:pt x="886212" y="1021871"/>
                  </a:lnTo>
                  <a:lnTo>
                    <a:pt x="888538" y="1007746"/>
                  </a:lnTo>
                  <a:lnTo>
                    <a:pt x="886571" y="974277"/>
                  </a:lnTo>
                  <a:lnTo>
                    <a:pt x="73306" y="974277"/>
                  </a:lnTo>
                  <a:lnTo>
                    <a:pt x="76188" y="924860"/>
                  </a:lnTo>
                  <a:lnTo>
                    <a:pt x="79117" y="875539"/>
                  </a:lnTo>
                  <a:lnTo>
                    <a:pt x="80658" y="849255"/>
                  </a:lnTo>
                  <a:lnTo>
                    <a:pt x="82929" y="807685"/>
                  </a:lnTo>
                  <a:lnTo>
                    <a:pt x="84716" y="789923"/>
                  </a:lnTo>
                  <a:lnTo>
                    <a:pt x="89336" y="774959"/>
                  </a:lnTo>
                  <a:lnTo>
                    <a:pt x="89423" y="774677"/>
                  </a:lnTo>
                  <a:lnTo>
                    <a:pt x="96066" y="762454"/>
                  </a:lnTo>
                  <a:lnTo>
                    <a:pt x="103661" y="753763"/>
                  </a:lnTo>
                  <a:lnTo>
                    <a:pt x="145493" y="739930"/>
                  </a:lnTo>
                  <a:lnTo>
                    <a:pt x="186715" y="728585"/>
                  </a:lnTo>
                  <a:lnTo>
                    <a:pt x="227597" y="717930"/>
                  </a:lnTo>
                  <a:lnTo>
                    <a:pt x="268410" y="706164"/>
                  </a:lnTo>
                  <a:lnTo>
                    <a:pt x="377744" y="706164"/>
                  </a:lnTo>
                  <a:lnTo>
                    <a:pt x="361339" y="681992"/>
                  </a:lnTo>
                  <a:lnTo>
                    <a:pt x="374292" y="636627"/>
                  </a:lnTo>
                  <a:lnTo>
                    <a:pt x="511365" y="636627"/>
                  </a:lnTo>
                  <a:lnTo>
                    <a:pt x="513869" y="635510"/>
                  </a:lnTo>
                  <a:lnTo>
                    <a:pt x="637754" y="635510"/>
                  </a:lnTo>
                  <a:lnTo>
                    <a:pt x="627146" y="632395"/>
                  </a:lnTo>
                  <a:lnTo>
                    <a:pt x="582736" y="618033"/>
                  </a:lnTo>
                  <a:lnTo>
                    <a:pt x="574956" y="590143"/>
                  </a:lnTo>
                  <a:lnTo>
                    <a:pt x="577626" y="587513"/>
                  </a:lnTo>
                  <a:lnTo>
                    <a:pt x="580139" y="584694"/>
                  </a:lnTo>
                  <a:lnTo>
                    <a:pt x="582736" y="581963"/>
                  </a:lnTo>
                  <a:lnTo>
                    <a:pt x="443159" y="581963"/>
                  </a:lnTo>
                  <a:lnTo>
                    <a:pt x="421814" y="578506"/>
                  </a:lnTo>
                  <a:lnTo>
                    <a:pt x="374584" y="551071"/>
                  </a:lnTo>
                  <a:lnTo>
                    <a:pt x="327891" y="498795"/>
                  </a:lnTo>
                  <a:lnTo>
                    <a:pt x="307522" y="466094"/>
                  </a:lnTo>
                  <a:lnTo>
                    <a:pt x="290274" y="430992"/>
                  </a:lnTo>
                  <a:lnTo>
                    <a:pt x="276923" y="394914"/>
                  </a:lnTo>
                  <a:lnTo>
                    <a:pt x="272548" y="371399"/>
                  </a:lnTo>
                  <a:lnTo>
                    <a:pt x="273496" y="349473"/>
                  </a:lnTo>
                  <a:lnTo>
                    <a:pt x="289519" y="297488"/>
                  </a:lnTo>
                  <a:lnTo>
                    <a:pt x="308859" y="262806"/>
                  </a:lnTo>
                  <a:lnTo>
                    <a:pt x="331717" y="229066"/>
                  </a:lnTo>
                  <a:lnTo>
                    <a:pt x="718499" y="229066"/>
                  </a:lnTo>
                  <a:lnTo>
                    <a:pt x="715760" y="214286"/>
                  </a:lnTo>
                  <a:lnTo>
                    <a:pt x="700340" y="167106"/>
                  </a:lnTo>
                  <a:lnTo>
                    <a:pt x="679722" y="125007"/>
                  </a:lnTo>
                  <a:lnTo>
                    <a:pt x="654507" y="88363"/>
                  </a:lnTo>
                  <a:lnTo>
                    <a:pt x="625297" y="57546"/>
                  </a:lnTo>
                  <a:lnTo>
                    <a:pt x="592695" y="32928"/>
                  </a:lnTo>
                  <a:lnTo>
                    <a:pt x="557302" y="14883"/>
                  </a:lnTo>
                  <a:lnTo>
                    <a:pt x="519720" y="3782"/>
                  </a:lnTo>
                  <a:lnTo>
                    <a:pt x="480550" y="0"/>
                  </a:lnTo>
                  <a:close/>
                </a:path>
                <a:path w="889000" h="1045845">
                  <a:moveTo>
                    <a:pt x="377752" y="706164"/>
                  </a:moveTo>
                  <a:lnTo>
                    <a:pt x="268410" y="706164"/>
                  </a:lnTo>
                  <a:lnTo>
                    <a:pt x="275268" y="755372"/>
                  </a:lnTo>
                  <a:lnTo>
                    <a:pt x="286554" y="802433"/>
                  </a:lnTo>
                  <a:lnTo>
                    <a:pt x="301498" y="847602"/>
                  </a:lnTo>
                  <a:lnTo>
                    <a:pt x="319160" y="890710"/>
                  </a:lnTo>
                  <a:lnTo>
                    <a:pt x="339192" y="933068"/>
                  </a:lnTo>
                  <a:lnTo>
                    <a:pt x="360596" y="974277"/>
                  </a:lnTo>
                  <a:lnTo>
                    <a:pt x="441305" y="974277"/>
                  </a:lnTo>
                  <a:lnTo>
                    <a:pt x="414729" y="924860"/>
                  </a:lnTo>
                  <a:lnTo>
                    <a:pt x="390375" y="875539"/>
                  </a:lnTo>
                  <a:lnTo>
                    <a:pt x="369367" y="825757"/>
                  </a:lnTo>
                  <a:lnTo>
                    <a:pt x="352826" y="774959"/>
                  </a:lnTo>
                  <a:lnTo>
                    <a:pt x="534178" y="774959"/>
                  </a:lnTo>
                  <a:lnTo>
                    <a:pt x="536454" y="773471"/>
                  </a:lnTo>
                  <a:lnTo>
                    <a:pt x="608801" y="773471"/>
                  </a:lnTo>
                  <a:lnTo>
                    <a:pt x="613375" y="754185"/>
                  </a:lnTo>
                  <a:lnTo>
                    <a:pt x="616019" y="734798"/>
                  </a:lnTo>
                  <a:lnTo>
                    <a:pt x="443159" y="734798"/>
                  </a:lnTo>
                  <a:lnTo>
                    <a:pt x="419865" y="731850"/>
                  </a:lnTo>
                  <a:lnTo>
                    <a:pt x="397651" y="722536"/>
                  </a:lnTo>
                  <a:lnTo>
                    <a:pt x="377752" y="706164"/>
                  </a:lnTo>
                  <a:close/>
                </a:path>
                <a:path w="889000" h="1045845">
                  <a:moveTo>
                    <a:pt x="608801" y="773471"/>
                  </a:moveTo>
                  <a:lnTo>
                    <a:pt x="536454" y="773471"/>
                  </a:lnTo>
                  <a:lnTo>
                    <a:pt x="519876" y="824681"/>
                  </a:lnTo>
                  <a:lnTo>
                    <a:pt x="498671" y="874827"/>
                  </a:lnTo>
                  <a:lnTo>
                    <a:pt x="474053" y="924496"/>
                  </a:lnTo>
                  <a:lnTo>
                    <a:pt x="447232" y="974277"/>
                  </a:lnTo>
                  <a:lnTo>
                    <a:pt x="527942" y="974277"/>
                  </a:lnTo>
                  <a:lnTo>
                    <a:pt x="549234" y="933271"/>
                  </a:lnTo>
                  <a:lnTo>
                    <a:pt x="569157" y="891130"/>
                  </a:lnTo>
                  <a:lnTo>
                    <a:pt x="569254" y="890925"/>
                  </a:lnTo>
                  <a:lnTo>
                    <a:pt x="569356" y="890710"/>
                  </a:lnTo>
                  <a:lnTo>
                    <a:pt x="587216" y="846946"/>
                  </a:lnTo>
                  <a:lnTo>
                    <a:pt x="602147" y="801523"/>
                  </a:lnTo>
                  <a:lnTo>
                    <a:pt x="608801" y="773471"/>
                  </a:lnTo>
                  <a:close/>
                </a:path>
                <a:path w="889000" h="1045845">
                  <a:moveTo>
                    <a:pt x="836509" y="704676"/>
                  </a:moveTo>
                  <a:lnTo>
                    <a:pt x="620127" y="704676"/>
                  </a:lnTo>
                  <a:lnTo>
                    <a:pt x="662801" y="718253"/>
                  </a:lnTo>
                  <a:lnTo>
                    <a:pt x="746826" y="742892"/>
                  </a:lnTo>
                  <a:lnTo>
                    <a:pt x="789682" y="756365"/>
                  </a:lnTo>
                  <a:lnTo>
                    <a:pt x="797432" y="767413"/>
                  </a:lnTo>
                  <a:lnTo>
                    <a:pt x="802289" y="780370"/>
                  </a:lnTo>
                  <a:lnTo>
                    <a:pt x="804822" y="794154"/>
                  </a:lnTo>
                  <a:lnTo>
                    <a:pt x="807764" y="846946"/>
                  </a:lnTo>
                  <a:lnTo>
                    <a:pt x="810288" y="890710"/>
                  </a:lnTo>
                  <a:lnTo>
                    <a:pt x="815231" y="974277"/>
                  </a:lnTo>
                  <a:lnTo>
                    <a:pt x="886571" y="974277"/>
                  </a:lnTo>
                  <a:lnTo>
                    <a:pt x="879510" y="855943"/>
                  </a:lnTo>
                  <a:lnTo>
                    <a:pt x="876810" y="807685"/>
                  </a:lnTo>
                  <a:lnTo>
                    <a:pt x="876685" y="805452"/>
                  </a:lnTo>
                  <a:lnTo>
                    <a:pt x="872486" y="771686"/>
                  </a:lnTo>
                  <a:lnTo>
                    <a:pt x="862172" y="739410"/>
                  </a:lnTo>
                  <a:lnTo>
                    <a:pt x="845324" y="711894"/>
                  </a:lnTo>
                  <a:lnTo>
                    <a:pt x="836509" y="704676"/>
                  </a:lnTo>
                  <a:close/>
                </a:path>
                <a:path w="889000" h="1045845">
                  <a:moveTo>
                    <a:pt x="534178" y="774959"/>
                  </a:moveTo>
                  <a:lnTo>
                    <a:pt x="352826" y="774959"/>
                  </a:lnTo>
                  <a:lnTo>
                    <a:pt x="373727" y="788343"/>
                  </a:lnTo>
                  <a:lnTo>
                    <a:pt x="395986" y="798136"/>
                  </a:lnTo>
                  <a:lnTo>
                    <a:pt x="419248" y="804149"/>
                  </a:lnTo>
                  <a:lnTo>
                    <a:pt x="443159" y="806195"/>
                  </a:lnTo>
                  <a:lnTo>
                    <a:pt x="466944" y="804149"/>
                  </a:lnTo>
                  <a:lnTo>
                    <a:pt x="467551" y="804149"/>
                  </a:lnTo>
                  <a:lnTo>
                    <a:pt x="491907" y="797804"/>
                  </a:lnTo>
                  <a:lnTo>
                    <a:pt x="514914" y="787551"/>
                  </a:lnTo>
                  <a:lnTo>
                    <a:pt x="534178" y="774959"/>
                  </a:lnTo>
                  <a:close/>
                </a:path>
                <a:path w="889000" h="1045845">
                  <a:moveTo>
                    <a:pt x="637754" y="635510"/>
                  </a:moveTo>
                  <a:lnTo>
                    <a:pt x="513869" y="635510"/>
                  </a:lnTo>
                  <a:lnTo>
                    <a:pt x="527198" y="680878"/>
                  </a:lnTo>
                  <a:lnTo>
                    <a:pt x="510062" y="705486"/>
                  </a:lnTo>
                  <a:lnTo>
                    <a:pt x="489466" y="722223"/>
                  </a:lnTo>
                  <a:lnTo>
                    <a:pt x="466530" y="731850"/>
                  </a:lnTo>
                  <a:lnTo>
                    <a:pt x="466085" y="731850"/>
                  </a:lnTo>
                  <a:lnTo>
                    <a:pt x="443159" y="734798"/>
                  </a:lnTo>
                  <a:lnTo>
                    <a:pt x="616019" y="734798"/>
                  </a:lnTo>
                  <a:lnTo>
                    <a:pt x="619924" y="706164"/>
                  </a:lnTo>
                  <a:lnTo>
                    <a:pt x="620017" y="705486"/>
                  </a:lnTo>
                  <a:lnTo>
                    <a:pt x="620127" y="704676"/>
                  </a:lnTo>
                  <a:lnTo>
                    <a:pt x="836509" y="704676"/>
                  </a:lnTo>
                  <a:lnTo>
                    <a:pt x="821524" y="692407"/>
                  </a:lnTo>
                  <a:lnTo>
                    <a:pt x="772208" y="675376"/>
                  </a:lnTo>
                  <a:lnTo>
                    <a:pt x="722777" y="660244"/>
                  </a:lnTo>
                  <a:lnTo>
                    <a:pt x="637754" y="635510"/>
                  </a:lnTo>
                  <a:close/>
                </a:path>
                <a:path w="889000" h="1045845">
                  <a:moveTo>
                    <a:pt x="511365" y="636627"/>
                  </a:moveTo>
                  <a:lnTo>
                    <a:pt x="374292" y="636627"/>
                  </a:lnTo>
                  <a:lnTo>
                    <a:pt x="390857" y="643774"/>
                  </a:lnTo>
                  <a:lnTo>
                    <a:pt x="407994" y="649055"/>
                  </a:lnTo>
                  <a:lnTo>
                    <a:pt x="425682" y="652306"/>
                  </a:lnTo>
                  <a:lnTo>
                    <a:pt x="443902" y="653360"/>
                  </a:lnTo>
                  <a:lnTo>
                    <a:pt x="462247" y="652067"/>
                  </a:lnTo>
                  <a:lnTo>
                    <a:pt x="480024" y="648523"/>
                  </a:lnTo>
                  <a:lnTo>
                    <a:pt x="497232" y="642934"/>
                  </a:lnTo>
                  <a:lnTo>
                    <a:pt x="511365" y="636627"/>
                  </a:lnTo>
                  <a:close/>
                </a:path>
                <a:path w="889000" h="1045845">
                  <a:moveTo>
                    <a:pt x="718499" y="229066"/>
                  </a:moveTo>
                  <a:lnTo>
                    <a:pt x="331717" y="229066"/>
                  </a:lnTo>
                  <a:lnTo>
                    <a:pt x="383991" y="261607"/>
                  </a:lnTo>
                  <a:lnTo>
                    <a:pt x="438298" y="283969"/>
                  </a:lnTo>
                  <a:lnTo>
                    <a:pt x="491053" y="299610"/>
                  </a:lnTo>
                  <a:lnTo>
                    <a:pt x="538674" y="311990"/>
                  </a:lnTo>
                  <a:lnTo>
                    <a:pt x="562539" y="319253"/>
                  </a:lnTo>
                  <a:lnTo>
                    <a:pt x="597583" y="334625"/>
                  </a:lnTo>
                  <a:lnTo>
                    <a:pt x="616770" y="358818"/>
                  </a:lnTo>
                  <a:lnTo>
                    <a:pt x="616347" y="371399"/>
                  </a:lnTo>
                  <a:lnTo>
                    <a:pt x="616299" y="372825"/>
                  </a:lnTo>
                  <a:lnTo>
                    <a:pt x="598053" y="430123"/>
                  </a:lnTo>
                  <a:lnTo>
                    <a:pt x="580872" y="465192"/>
                  </a:lnTo>
                  <a:lnTo>
                    <a:pt x="560455" y="497939"/>
                  </a:lnTo>
                  <a:lnTo>
                    <a:pt x="513206" y="550482"/>
                  </a:lnTo>
                  <a:lnTo>
                    <a:pt x="464908" y="578293"/>
                  </a:lnTo>
                  <a:lnTo>
                    <a:pt x="443159" y="581963"/>
                  </a:lnTo>
                  <a:lnTo>
                    <a:pt x="582736" y="581963"/>
                  </a:lnTo>
                  <a:lnTo>
                    <a:pt x="634487" y="560790"/>
                  </a:lnTo>
                  <a:lnTo>
                    <a:pt x="677874" y="515027"/>
                  </a:lnTo>
                  <a:lnTo>
                    <a:pt x="699272" y="463322"/>
                  </a:lnTo>
                  <a:lnTo>
                    <a:pt x="715211" y="414159"/>
                  </a:lnTo>
                  <a:lnTo>
                    <a:pt x="725161" y="367273"/>
                  </a:lnTo>
                  <a:lnTo>
                    <a:pt x="728564" y="322815"/>
                  </a:lnTo>
                  <a:lnTo>
                    <a:pt x="728595" y="322402"/>
                  </a:lnTo>
                  <a:lnTo>
                    <a:pt x="725379" y="266176"/>
                  </a:lnTo>
                  <a:lnTo>
                    <a:pt x="718499" y="2290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1283774" y="8364915"/>
              <a:ext cx="478790" cy="478790"/>
            </a:xfrm>
            <a:custGeom>
              <a:avLst/>
              <a:gdLst/>
              <a:ahLst/>
              <a:cxnLst/>
              <a:rect l="l" t="t" r="r" b="b"/>
              <a:pathLst>
                <a:path w="478790" h="478790">
                  <a:moveTo>
                    <a:pt x="239183" y="0"/>
                  </a:moveTo>
                  <a:lnTo>
                    <a:pt x="193500" y="4378"/>
                  </a:lnTo>
                  <a:lnTo>
                    <a:pt x="149178" y="17513"/>
                  </a:lnTo>
                  <a:lnTo>
                    <a:pt x="107577" y="39405"/>
                  </a:lnTo>
                  <a:lnTo>
                    <a:pt x="70058" y="70054"/>
                  </a:lnTo>
                  <a:lnTo>
                    <a:pt x="39407" y="107576"/>
                  </a:lnTo>
                  <a:lnTo>
                    <a:pt x="17514" y="149177"/>
                  </a:lnTo>
                  <a:lnTo>
                    <a:pt x="4378" y="193499"/>
                  </a:lnTo>
                  <a:lnTo>
                    <a:pt x="0" y="239182"/>
                  </a:lnTo>
                  <a:lnTo>
                    <a:pt x="4378" y="284864"/>
                  </a:lnTo>
                  <a:lnTo>
                    <a:pt x="17514" y="329186"/>
                  </a:lnTo>
                  <a:lnTo>
                    <a:pt x="39407" y="370788"/>
                  </a:lnTo>
                  <a:lnTo>
                    <a:pt x="70058" y="408309"/>
                  </a:lnTo>
                  <a:lnTo>
                    <a:pt x="107577" y="438958"/>
                  </a:lnTo>
                  <a:lnTo>
                    <a:pt x="149178" y="460850"/>
                  </a:lnTo>
                  <a:lnTo>
                    <a:pt x="193500" y="473986"/>
                  </a:lnTo>
                  <a:lnTo>
                    <a:pt x="239183" y="478364"/>
                  </a:lnTo>
                  <a:lnTo>
                    <a:pt x="284866" y="473986"/>
                  </a:lnTo>
                  <a:lnTo>
                    <a:pt x="329188" y="460850"/>
                  </a:lnTo>
                  <a:lnTo>
                    <a:pt x="370790" y="438958"/>
                  </a:lnTo>
                  <a:lnTo>
                    <a:pt x="408309" y="408309"/>
                  </a:lnTo>
                  <a:lnTo>
                    <a:pt x="438959" y="370788"/>
                  </a:lnTo>
                  <a:lnTo>
                    <a:pt x="460853" y="329186"/>
                  </a:lnTo>
                  <a:lnTo>
                    <a:pt x="473989" y="284864"/>
                  </a:lnTo>
                  <a:lnTo>
                    <a:pt x="478367" y="239182"/>
                  </a:lnTo>
                  <a:lnTo>
                    <a:pt x="473989" y="193499"/>
                  </a:lnTo>
                  <a:lnTo>
                    <a:pt x="460853" y="149177"/>
                  </a:lnTo>
                  <a:lnTo>
                    <a:pt x="438959" y="107576"/>
                  </a:lnTo>
                  <a:lnTo>
                    <a:pt x="408309" y="70054"/>
                  </a:lnTo>
                  <a:lnTo>
                    <a:pt x="370790" y="39405"/>
                  </a:lnTo>
                  <a:lnTo>
                    <a:pt x="329188" y="17513"/>
                  </a:lnTo>
                  <a:lnTo>
                    <a:pt x="284866" y="4378"/>
                  </a:lnTo>
                  <a:lnTo>
                    <a:pt x="239183" y="0"/>
                  </a:lnTo>
                  <a:close/>
                </a:path>
              </a:pathLst>
            </a:custGeom>
            <a:solidFill>
              <a:srgbClr val="70B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1381852" y="8512829"/>
              <a:ext cx="279400" cy="196850"/>
            </a:xfrm>
            <a:custGeom>
              <a:avLst/>
              <a:gdLst/>
              <a:ahLst/>
              <a:cxnLst/>
              <a:rect l="l" t="t" r="r" b="b"/>
              <a:pathLst>
                <a:path w="279400" h="196850">
                  <a:moveTo>
                    <a:pt x="29465" y="65179"/>
                  </a:moveTo>
                  <a:lnTo>
                    <a:pt x="0" y="95400"/>
                  </a:lnTo>
                  <a:lnTo>
                    <a:pt x="103109" y="196508"/>
                  </a:lnTo>
                  <a:lnTo>
                    <a:pt x="112488" y="196508"/>
                  </a:lnTo>
                  <a:lnTo>
                    <a:pt x="166978" y="142626"/>
                  </a:lnTo>
                  <a:lnTo>
                    <a:pt x="107818" y="142626"/>
                  </a:lnTo>
                  <a:lnTo>
                    <a:pt x="29465" y="65179"/>
                  </a:lnTo>
                  <a:close/>
                </a:path>
                <a:path w="279400" h="196850">
                  <a:moveTo>
                    <a:pt x="252044" y="0"/>
                  </a:moveTo>
                  <a:lnTo>
                    <a:pt x="107818" y="142626"/>
                  </a:lnTo>
                  <a:lnTo>
                    <a:pt x="166978" y="142626"/>
                  </a:lnTo>
                  <a:lnTo>
                    <a:pt x="279393" y="31463"/>
                  </a:lnTo>
                  <a:lnTo>
                    <a:pt x="279393" y="26993"/>
                  </a:lnTo>
                  <a:lnTo>
                    <a:pt x="252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12058470" y="7544246"/>
            <a:ext cx="1179195" cy="1299210"/>
            <a:chOff x="12058470" y="7544246"/>
            <a:chExt cx="1179195" cy="1299210"/>
          </a:xfrm>
        </p:grpSpPr>
        <p:sp>
          <p:nvSpPr>
            <p:cNvPr id="14" name="object 14"/>
            <p:cNvSpPr/>
            <p:nvPr/>
          </p:nvSpPr>
          <p:spPr>
            <a:xfrm>
              <a:off x="12058470" y="7544246"/>
              <a:ext cx="1013460" cy="1054735"/>
            </a:xfrm>
            <a:custGeom>
              <a:avLst/>
              <a:gdLst/>
              <a:ahLst/>
              <a:cxnLst/>
              <a:rect l="l" t="t" r="r" b="b"/>
              <a:pathLst>
                <a:path w="1013459" h="1054734">
                  <a:moveTo>
                    <a:pt x="513710" y="0"/>
                  </a:moveTo>
                  <a:lnTo>
                    <a:pt x="499082" y="0"/>
                  </a:lnTo>
                  <a:lnTo>
                    <a:pt x="451152" y="3501"/>
                  </a:lnTo>
                  <a:lnTo>
                    <a:pt x="402542" y="15229"/>
                  </a:lnTo>
                  <a:lnTo>
                    <a:pt x="360891" y="33999"/>
                  </a:lnTo>
                  <a:lnTo>
                    <a:pt x="326329" y="59176"/>
                  </a:lnTo>
                  <a:lnTo>
                    <a:pt x="298985" y="90122"/>
                  </a:lnTo>
                  <a:lnTo>
                    <a:pt x="279579" y="123520"/>
                  </a:lnTo>
                  <a:lnTo>
                    <a:pt x="265880" y="159351"/>
                  </a:lnTo>
                  <a:lnTo>
                    <a:pt x="257010" y="197077"/>
                  </a:lnTo>
                  <a:lnTo>
                    <a:pt x="252137" y="235759"/>
                  </a:lnTo>
                  <a:lnTo>
                    <a:pt x="252086" y="236161"/>
                  </a:lnTo>
                  <a:lnTo>
                    <a:pt x="218508" y="257138"/>
                  </a:lnTo>
                  <a:lnTo>
                    <a:pt x="205097" y="294780"/>
                  </a:lnTo>
                  <a:lnTo>
                    <a:pt x="204972" y="305357"/>
                  </a:lnTo>
                  <a:lnTo>
                    <a:pt x="205197" y="314796"/>
                  </a:lnTo>
                  <a:lnTo>
                    <a:pt x="212823" y="345498"/>
                  </a:lnTo>
                  <a:lnTo>
                    <a:pt x="228261" y="376922"/>
                  </a:lnTo>
                  <a:lnTo>
                    <a:pt x="249002" y="402258"/>
                  </a:lnTo>
                  <a:lnTo>
                    <a:pt x="272536" y="414696"/>
                  </a:lnTo>
                  <a:lnTo>
                    <a:pt x="282898" y="442845"/>
                  </a:lnTo>
                  <a:lnTo>
                    <a:pt x="308760" y="497646"/>
                  </a:lnTo>
                  <a:lnTo>
                    <a:pt x="332373" y="536620"/>
                  </a:lnTo>
                  <a:lnTo>
                    <a:pt x="360303" y="573973"/>
                  </a:lnTo>
                  <a:lnTo>
                    <a:pt x="346680" y="617704"/>
                  </a:lnTo>
                  <a:lnTo>
                    <a:pt x="308391" y="631615"/>
                  </a:lnTo>
                  <a:lnTo>
                    <a:pt x="269777" y="643362"/>
                  </a:lnTo>
                  <a:lnTo>
                    <a:pt x="231939" y="653314"/>
                  </a:lnTo>
                  <a:lnTo>
                    <a:pt x="195983" y="661836"/>
                  </a:lnTo>
                  <a:lnTo>
                    <a:pt x="160757" y="671032"/>
                  </a:lnTo>
                  <a:lnTo>
                    <a:pt x="94172" y="689623"/>
                  </a:lnTo>
                  <a:lnTo>
                    <a:pt x="43417" y="726410"/>
                  </a:lnTo>
                  <a:lnTo>
                    <a:pt x="16962" y="786275"/>
                  </a:lnTo>
                  <a:lnTo>
                    <a:pt x="9831" y="868662"/>
                  </a:lnTo>
                  <a:lnTo>
                    <a:pt x="6243" y="920784"/>
                  </a:lnTo>
                  <a:lnTo>
                    <a:pt x="0" y="1013691"/>
                  </a:lnTo>
                  <a:lnTo>
                    <a:pt x="2509" y="1028930"/>
                  </a:lnTo>
                  <a:lnTo>
                    <a:pt x="10879" y="1042024"/>
                  </a:lnTo>
                  <a:lnTo>
                    <a:pt x="23426" y="1051182"/>
                  </a:lnTo>
                  <a:lnTo>
                    <a:pt x="38470" y="1054613"/>
                  </a:lnTo>
                  <a:lnTo>
                    <a:pt x="974713" y="1054613"/>
                  </a:lnTo>
                  <a:lnTo>
                    <a:pt x="989685" y="1051182"/>
                  </a:lnTo>
                  <a:lnTo>
                    <a:pt x="1002284" y="1042024"/>
                  </a:lnTo>
                  <a:lnTo>
                    <a:pt x="1010670" y="1028930"/>
                  </a:lnTo>
                  <a:lnTo>
                    <a:pt x="1013183" y="1013691"/>
                  </a:lnTo>
                  <a:lnTo>
                    <a:pt x="1010772" y="977582"/>
                  </a:lnTo>
                  <a:lnTo>
                    <a:pt x="79756" y="977582"/>
                  </a:lnTo>
                  <a:lnTo>
                    <a:pt x="82275" y="939069"/>
                  </a:lnTo>
                  <a:lnTo>
                    <a:pt x="87452" y="861939"/>
                  </a:lnTo>
                  <a:lnTo>
                    <a:pt x="89777" y="823521"/>
                  </a:lnTo>
                  <a:lnTo>
                    <a:pt x="91758" y="804224"/>
                  </a:lnTo>
                  <a:lnTo>
                    <a:pt x="112614" y="765347"/>
                  </a:lnTo>
                  <a:lnTo>
                    <a:pt x="176618" y="746089"/>
                  </a:lnTo>
                  <a:lnTo>
                    <a:pt x="241190" y="730462"/>
                  </a:lnTo>
                  <a:lnTo>
                    <a:pt x="270474" y="722760"/>
                  </a:lnTo>
                  <a:lnTo>
                    <a:pt x="300185" y="714185"/>
                  </a:lnTo>
                  <a:lnTo>
                    <a:pt x="329843" y="704765"/>
                  </a:lnTo>
                  <a:lnTo>
                    <a:pt x="416658" y="704765"/>
                  </a:lnTo>
                  <a:lnTo>
                    <a:pt x="410868" y="695731"/>
                  </a:lnTo>
                  <a:lnTo>
                    <a:pt x="403987" y="679725"/>
                  </a:lnTo>
                  <a:lnTo>
                    <a:pt x="423631" y="630143"/>
                  </a:lnTo>
                  <a:lnTo>
                    <a:pt x="587651" y="630143"/>
                  </a:lnTo>
                  <a:lnTo>
                    <a:pt x="589154" y="629339"/>
                  </a:lnTo>
                  <a:lnTo>
                    <a:pt x="701387" y="629339"/>
                  </a:lnTo>
                  <a:lnTo>
                    <a:pt x="666911" y="617704"/>
                  </a:lnTo>
                  <a:lnTo>
                    <a:pt x="663094" y="606933"/>
                  </a:lnTo>
                  <a:lnTo>
                    <a:pt x="659465" y="595724"/>
                  </a:lnTo>
                  <a:lnTo>
                    <a:pt x="653725" y="577182"/>
                  </a:lnTo>
                  <a:lnTo>
                    <a:pt x="505785" y="577182"/>
                  </a:lnTo>
                  <a:lnTo>
                    <a:pt x="449526" y="552174"/>
                  </a:lnTo>
                  <a:lnTo>
                    <a:pt x="418599" y="522367"/>
                  </a:lnTo>
                  <a:lnTo>
                    <a:pt x="389160" y="482498"/>
                  </a:lnTo>
                  <a:lnTo>
                    <a:pt x="363785" y="435038"/>
                  </a:lnTo>
                  <a:lnTo>
                    <a:pt x="344171" y="384121"/>
                  </a:lnTo>
                  <a:lnTo>
                    <a:pt x="331521" y="333345"/>
                  </a:lnTo>
                  <a:lnTo>
                    <a:pt x="327037" y="286311"/>
                  </a:lnTo>
                  <a:lnTo>
                    <a:pt x="328946" y="241498"/>
                  </a:lnTo>
                  <a:lnTo>
                    <a:pt x="335036" y="199859"/>
                  </a:lnTo>
                  <a:lnTo>
                    <a:pt x="361507" y="134255"/>
                  </a:lnTo>
                  <a:lnTo>
                    <a:pt x="412533" y="92363"/>
                  </a:lnTo>
                  <a:lnTo>
                    <a:pt x="412323" y="92363"/>
                  </a:lnTo>
                  <a:lnTo>
                    <a:pt x="452929" y="80607"/>
                  </a:lnTo>
                  <a:lnTo>
                    <a:pt x="452757" y="80607"/>
                  </a:lnTo>
                  <a:lnTo>
                    <a:pt x="506591" y="76482"/>
                  </a:lnTo>
                  <a:lnTo>
                    <a:pt x="697272" y="76482"/>
                  </a:lnTo>
                  <a:lnTo>
                    <a:pt x="681114" y="58788"/>
                  </a:lnTo>
                  <a:lnTo>
                    <a:pt x="646670" y="33852"/>
                  </a:lnTo>
                  <a:lnTo>
                    <a:pt x="605998" y="15229"/>
                  </a:lnTo>
                  <a:lnTo>
                    <a:pt x="559146" y="3501"/>
                  </a:lnTo>
                  <a:lnTo>
                    <a:pt x="513710" y="0"/>
                  </a:lnTo>
                  <a:close/>
                </a:path>
                <a:path w="1013459" h="1054734">
                  <a:moveTo>
                    <a:pt x="945079" y="703164"/>
                  </a:moveTo>
                  <a:lnTo>
                    <a:pt x="684149" y="703164"/>
                  </a:lnTo>
                  <a:lnTo>
                    <a:pt x="750433" y="724007"/>
                  </a:lnTo>
                  <a:lnTo>
                    <a:pt x="782074" y="733447"/>
                  </a:lnTo>
                  <a:lnTo>
                    <a:pt x="811587" y="741675"/>
                  </a:lnTo>
                  <a:lnTo>
                    <a:pt x="859300" y="754344"/>
                  </a:lnTo>
                  <a:lnTo>
                    <a:pt x="882630" y="760917"/>
                  </a:lnTo>
                  <a:lnTo>
                    <a:pt x="919824" y="794054"/>
                  </a:lnTo>
                  <a:lnTo>
                    <a:pt x="923406" y="823521"/>
                  </a:lnTo>
                  <a:lnTo>
                    <a:pt x="925745" y="861939"/>
                  </a:lnTo>
                  <a:lnTo>
                    <a:pt x="928255" y="900483"/>
                  </a:lnTo>
                  <a:lnTo>
                    <a:pt x="933427" y="977582"/>
                  </a:lnTo>
                  <a:lnTo>
                    <a:pt x="1010772" y="977582"/>
                  </a:lnTo>
                  <a:lnTo>
                    <a:pt x="1009967" y="965544"/>
                  </a:lnTo>
                  <a:lnTo>
                    <a:pt x="1006657" y="917337"/>
                  </a:lnTo>
                  <a:lnTo>
                    <a:pt x="1003538" y="871115"/>
                  </a:lnTo>
                  <a:lnTo>
                    <a:pt x="1000367" y="821114"/>
                  </a:lnTo>
                  <a:lnTo>
                    <a:pt x="984600" y="750087"/>
                  </a:lnTo>
                  <a:lnTo>
                    <a:pt x="964242" y="718778"/>
                  </a:lnTo>
                  <a:lnTo>
                    <a:pt x="945079" y="703164"/>
                  </a:lnTo>
                  <a:close/>
                </a:path>
                <a:path w="1013459" h="1054734">
                  <a:moveTo>
                    <a:pt x="416658" y="704765"/>
                  </a:moveTo>
                  <a:lnTo>
                    <a:pt x="329843" y="704765"/>
                  </a:lnTo>
                  <a:lnTo>
                    <a:pt x="344437" y="736469"/>
                  </a:lnTo>
                  <a:lnTo>
                    <a:pt x="385626" y="792513"/>
                  </a:lnTo>
                  <a:lnTo>
                    <a:pt x="438389" y="846530"/>
                  </a:lnTo>
                  <a:lnTo>
                    <a:pt x="482802" y="884718"/>
                  </a:lnTo>
                  <a:lnTo>
                    <a:pt x="513739" y="897700"/>
                  </a:lnTo>
                  <a:lnTo>
                    <a:pt x="526314" y="895494"/>
                  </a:lnTo>
                  <a:lnTo>
                    <a:pt x="560816" y="868662"/>
                  </a:lnTo>
                  <a:lnTo>
                    <a:pt x="612400" y="815903"/>
                  </a:lnTo>
                  <a:lnTo>
                    <a:pt x="619851" y="807072"/>
                  </a:lnTo>
                  <a:lnTo>
                    <a:pt x="511806" y="807072"/>
                  </a:lnTo>
                  <a:lnTo>
                    <a:pt x="502044" y="799264"/>
                  </a:lnTo>
                  <a:lnTo>
                    <a:pt x="463703" y="763743"/>
                  </a:lnTo>
                  <a:lnTo>
                    <a:pt x="425638" y="718778"/>
                  </a:lnTo>
                  <a:lnTo>
                    <a:pt x="416658" y="704765"/>
                  </a:lnTo>
                  <a:close/>
                </a:path>
                <a:path w="1013459" h="1054734">
                  <a:moveTo>
                    <a:pt x="701387" y="629339"/>
                  </a:moveTo>
                  <a:lnTo>
                    <a:pt x="589154" y="629339"/>
                  </a:lnTo>
                  <a:lnTo>
                    <a:pt x="609121" y="679537"/>
                  </a:lnTo>
                  <a:lnTo>
                    <a:pt x="609196" y="679725"/>
                  </a:lnTo>
                  <a:lnTo>
                    <a:pt x="605879" y="695731"/>
                  </a:lnTo>
                  <a:lnTo>
                    <a:pt x="605819" y="696024"/>
                  </a:lnTo>
                  <a:lnTo>
                    <a:pt x="590292" y="720628"/>
                  </a:lnTo>
                  <a:lnTo>
                    <a:pt x="554684" y="764946"/>
                  </a:lnTo>
                  <a:lnTo>
                    <a:pt x="520731" y="799264"/>
                  </a:lnTo>
                  <a:lnTo>
                    <a:pt x="511806" y="807072"/>
                  </a:lnTo>
                  <a:lnTo>
                    <a:pt x="619851" y="807072"/>
                  </a:lnTo>
                  <a:lnTo>
                    <a:pt x="633302" y="791132"/>
                  </a:lnTo>
                  <a:lnTo>
                    <a:pt x="653360" y="764060"/>
                  </a:lnTo>
                  <a:lnTo>
                    <a:pt x="670873" y="734726"/>
                  </a:lnTo>
                  <a:lnTo>
                    <a:pt x="684136" y="703164"/>
                  </a:lnTo>
                  <a:lnTo>
                    <a:pt x="945079" y="703164"/>
                  </a:lnTo>
                  <a:lnTo>
                    <a:pt x="940641" y="699549"/>
                  </a:lnTo>
                  <a:lnTo>
                    <a:pt x="913268" y="689623"/>
                  </a:lnTo>
                  <a:lnTo>
                    <a:pt x="885542" y="681273"/>
                  </a:lnTo>
                  <a:lnTo>
                    <a:pt x="792653" y="656537"/>
                  </a:lnTo>
                  <a:lnTo>
                    <a:pt x="751221" y="644796"/>
                  </a:lnTo>
                  <a:lnTo>
                    <a:pt x="708814" y="631846"/>
                  </a:lnTo>
                  <a:lnTo>
                    <a:pt x="701387" y="629339"/>
                  </a:lnTo>
                  <a:close/>
                </a:path>
                <a:path w="1013459" h="1054734">
                  <a:moveTo>
                    <a:pt x="587651" y="630143"/>
                  </a:moveTo>
                  <a:lnTo>
                    <a:pt x="423631" y="630143"/>
                  </a:lnTo>
                  <a:lnTo>
                    <a:pt x="442880" y="640364"/>
                  </a:lnTo>
                  <a:lnTo>
                    <a:pt x="463051" y="647965"/>
                  </a:lnTo>
                  <a:lnTo>
                    <a:pt x="484152" y="652673"/>
                  </a:lnTo>
                  <a:lnTo>
                    <a:pt x="506194" y="654214"/>
                  </a:lnTo>
                  <a:lnTo>
                    <a:pt x="528265" y="652413"/>
                  </a:lnTo>
                  <a:lnTo>
                    <a:pt x="549480" y="647472"/>
                  </a:lnTo>
                  <a:lnTo>
                    <a:pt x="569792" y="639684"/>
                  </a:lnTo>
                  <a:lnTo>
                    <a:pt x="587651" y="630143"/>
                  </a:lnTo>
                  <a:close/>
                </a:path>
                <a:path w="1013459" h="1054734">
                  <a:moveTo>
                    <a:pt x="697272" y="76482"/>
                  </a:moveTo>
                  <a:lnTo>
                    <a:pt x="506591" y="76482"/>
                  </a:lnTo>
                  <a:lnTo>
                    <a:pt x="556275" y="80607"/>
                  </a:lnTo>
                  <a:lnTo>
                    <a:pt x="594937" y="92363"/>
                  </a:lnTo>
                  <a:lnTo>
                    <a:pt x="647268" y="135057"/>
                  </a:lnTo>
                  <a:lnTo>
                    <a:pt x="676645" y="200896"/>
                  </a:lnTo>
                  <a:lnTo>
                    <a:pt x="683717" y="240986"/>
                  </a:lnTo>
                  <a:lnTo>
                    <a:pt x="686146" y="285909"/>
                  </a:lnTo>
                  <a:lnTo>
                    <a:pt x="681076" y="339756"/>
                  </a:lnTo>
                  <a:lnTo>
                    <a:pt x="667483" y="391141"/>
                  </a:lnTo>
                  <a:lnTo>
                    <a:pt x="647790" y="438757"/>
                  </a:lnTo>
                  <a:lnTo>
                    <a:pt x="624420" y="481295"/>
                  </a:lnTo>
                  <a:lnTo>
                    <a:pt x="594593" y="521283"/>
                  </a:lnTo>
                  <a:lnTo>
                    <a:pt x="563108" y="551418"/>
                  </a:lnTo>
                  <a:lnTo>
                    <a:pt x="505785" y="577182"/>
                  </a:lnTo>
                  <a:lnTo>
                    <a:pt x="653725" y="577182"/>
                  </a:lnTo>
                  <a:lnTo>
                    <a:pt x="652482" y="573169"/>
                  </a:lnTo>
                  <a:lnTo>
                    <a:pt x="662257" y="561175"/>
                  </a:lnTo>
                  <a:lnTo>
                    <a:pt x="671678" y="548696"/>
                  </a:lnTo>
                  <a:lnTo>
                    <a:pt x="704522" y="497003"/>
                  </a:lnTo>
                  <a:lnTo>
                    <a:pt x="730440" y="443050"/>
                  </a:lnTo>
                  <a:lnTo>
                    <a:pt x="730531" y="442845"/>
                  </a:lnTo>
                  <a:lnTo>
                    <a:pt x="741055" y="414696"/>
                  </a:lnTo>
                  <a:lnTo>
                    <a:pt x="767320" y="398187"/>
                  </a:lnTo>
                  <a:lnTo>
                    <a:pt x="788503" y="371722"/>
                  </a:lnTo>
                  <a:lnTo>
                    <a:pt x="802694" y="341769"/>
                  </a:lnTo>
                  <a:lnTo>
                    <a:pt x="807985" y="314796"/>
                  </a:lnTo>
                  <a:lnTo>
                    <a:pt x="808086" y="294780"/>
                  </a:lnTo>
                  <a:lnTo>
                    <a:pt x="806408" y="282576"/>
                  </a:lnTo>
                  <a:lnTo>
                    <a:pt x="784076" y="246417"/>
                  </a:lnTo>
                  <a:lnTo>
                    <a:pt x="760688" y="235759"/>
                  </a:lnTo>
                  <a:lnTo>
                    <a:pt x="754851" y="197077"/>
                  </a:lnTo>
                  <a:lnTo>
                    <a:pt x="754727" y="196259"/>
                  </a:lnTo>
                  <a:lnTo>
                    <a:pt x="744520" y="158301"/>
                  </a:lnTo>
                  <a:lnTo>
                    <a:pt x="729474" y="122463"/>
                  </a:lnTo>
                  <a:lnTo>
                    <a:pt x="708994" y="89319"/>
                  </a:lnTo>
                  <a:lnTo>
                    <a:pt x="697272" y="764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2759307" y="8364915"/>
              <a:ext cx="478790" cy="478790"/>
            </a:xfrm>
            <a:custGeom>
              <a:avLst/>
              <a:gdLst/>
              <a:ahLst/>
              <a:cxnLst/>
              <a:rect l="l" t="t" r="r" b="b"/>
              <a:pathLst>
                <a:path w="478790" h="478790">
                  <a:moveTo>
                    <a:pt x="239179" y="0"/>
                  </a:moveTo>
                  <a:lnTo>
                    <a:pt x="193497" y="4378"/>
                  </a:lnTo>
                  <a:lnTo>
                    <a:pt x="149175" y="17513"/>
                  </a:lnTo>
                  <a:lnTo>
                    <a:pt x="107572" y="39405"/>
                  </a:lnTo>
                  <a:lnTo>
                    <a:pt x="70050" y="70054"/>
                  </a:lnTo>
                  <a:lnTo>
                    <a:pt x="39403" y="107576"/>
                  </a:lnTo>
                  <a:lnTo>
                    <a:pt x="17512" y="149177"/>
                  </a:lnTo>
                  <a:lnTo>
                    <a:pt x="4378" y="193499"/>
                  </a:lnTo>
                  <a:lnTo>
                    <a:pt x="0" y="239182"/>
                  </a:lnTo>
                  <a:lnTo>
                    <a:pt x="4378" y="284864"/>
                  </a:lnTo>
                  <a:lnTo>
                    <a:pt x="17512" y="329186"/>
                  </a:lnTo>
                  <a:lnTo>
                    <a:pt x="39403" y="370788"/>
                  </a:lnTo>
                  <a:lnTo>
                    <a:pt x="70050" y="408309"/>
                  </a:lnTo>
                  <a:lnTo>
                    <a:pt x="107572" y="438958"/>
                  </a:lnTo>
                  <a:lnTo>
                    <a:pt x="149175" y="460850"/>
                  </a:lnTo>
                  <a:lnTo>
                    <a:pt x="193497" y="473986"/>
                  </a:lnTo>
                  <a:lnTo>
                    <a:pt x="239179" y="478364"/>
                  </a:lnTo>
                  <a:lnTo>
                    <a:pt x="284861" y="473986"/>
                  </a:lnTo>
                  <a:lnTo>
                    <a:pt x="329182" y="460850"/>
                  </a:lnTo>
                  <a:lnTo>
                    <a:pt x="370782" y="438958"/>
                  </a:lnTo>
                  <a:lnTo>
                    <a:pt x="408301" y="408309"/>
                  </a:lnTo>
                  <a:lnTo>
                    <a:pt x="438952" y="370788"/>
                  </a:lnTo>
                  <a:lnTo>
                    <a:pt x="460845" y="329186"/>
                  </a:lnTo>
                  <a:lnTo>
                    <a:pt x="473981" y="284864"/>
                  </a:lnTo>
                  <a:lnTo>
                    <a:pt x="478359" y="239182"/>
                  </a:lnTo>
                  <a:lnTo>
                    <a:pt x="473981" y="193499"/>
                  </a:lnTo>
                  <a:lnTo>
                    <a:pt x="460845" y="149177"/>
                  </a:lnTo>
                  <a:lnTo>
                    <a:pt x="438952" y="107576"/>
                  </a:lnTo>
                  <a:lnTo>
                    <a:pt x="408301" y="70054"/>
                  </a:lnTo>
                  <a:lnTo>
                    <a:pt x="370782" y="39405"/>
                  </a:lnTo>
                  <a:lnTo>
                    <a:pt x="329182" y="17513"/>
                  </a:lnTo>
                  <a:lnTo>
                    <a:pt x="284861" y="4378"/>
                  </a:lnTo>
                  <a:lnTo>
                    <a:pt x="239179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2861696" y="8463730"/>
              <a:ext cx="276225" cy="276860"/>
            </a:xfrm>
            <a:custGeom>
              <a:avLst/>
              <a:gdLst/>
              <a:ahLst/>
              <a:cxnLst/>
              <a:rect l="l" t="t" r="r" b="b"/>
              <a:pathLst>
                <a:path w="276225" h="276859">
                  <a:moveTo>
                    <a:pt x="125425" y="108483"/>
                  </a:moveTo>
                  <a:lnTo>
                    <a:pt x="119849" y="102895"/>
                  </a:lnTo>
                  <a:lnTo>
                    <a:pt x="106070" y="102895"/>
                  </a:lnTo>
                  <a:lnTo>
                    <a:pt x="100482" y="108483"/>
                  </a:lnTo>
                  <a:lnTo>
                    <a:pt x="100482" y="204990"/>
                  </a:lnTo>
                  <a:lnTo>
                    <a:pt x="106070" y="210578"/>
                  </a:lnTo>
                  <a:lnTo>
                    <a:pt x="119849" y="210578"/>
                  </a:lnTo>
                  <a:lnTo>
                    <a:pt x="125425" y="204990"/>
                  </a:lnTo>
                  <a:lnTo>
                    <a:pt x="125425" y="108483"/>
                  </a:lnTo>
                  <a:close/>
                </a:path>
                <a:path w="276225" h="276859">
                  <a:moveTo>
                    <a:pt x="175323" y="108483"/>
                  </a:moveTo>
                  <a:lnTo>
                    <a:pt x="169735" y="102895"/>
                  </a:lnTo>
                  <a:lnTo>
                    <a:pt x="155956" y="102895"/>
                  </a:lnTo>
                  <a:lnTo>
                    <a:pt x="150368" y="108483"/>
                  </a:lnTo>
                  <a:lnTo>
                    <a:pt x="150368" y="204990"/>
                  </a:lnTo>
                  <a:lnTo>
                    <a:pt x="155956" y="210578"/>
                  </a:lnTo>
                  <a:lnTo>
                    <a:pt x="169735" y="210578"/>
                  </a:lnTo>
                  <a:lnTo>
                    <a:pt x="175323" y="204990"/>
                  </a:lnTo>
                  <a:lnTo>
                    <a:pt x="175323" y="108483"/>
                  </a:lnTo>
                  <a:close/>
                </a:path>
                <a:path w="276225" h="276859">
                  <a:moveTo>
                    <a:pt x="275805" y="45034"/>
                  </a:moveTo>
                  <a:lnTo>
                    <a:pt x="270217" y="39446"/>
                  </a:lnTo>
                  <a:lnTo>
                    <a:pt x="213652" y="39446"/>
                  </a:lnTo>
                  <a:lnTo>
                    <a:pt x="213652" y="64223"/>
                  </a:lnTo>
                  <a:lnTo>
                    <a:pt x="213360" y="222211"/>
                  </a:lnTo>
                  <a:lnTo>
                    <a:pt x="211074" y="233540"/>
                  </a:lnTo>
                  <a:lnTo>
                    <a:pt x="204838" y="242798"/>
                  </a:lnTo>
                  <a:lnTo>
                    <a:pt x="195580" y="249034"/>
                  </a:lnTo>
                  <a:lnTo>
                    <a:pt x="184251" y="251320"/>
                  </a:lnTo>
                  <a:lnTo>
                    <a:pt x="91541" y="251320"/>
                  </a:lnTo>
                  <a:lnTo>
                    <a:pt x="80213" y="249034"/>
                  </a:lnTo>
                  <a:lnTo>
                    <a:pt x="70967" y="242798"/>
                  </a:lnTo>
                  <a:lnTo>
                    <a:pt x="64731" y="233540"/>
                  </a:lnTo>
                  <a:lnTo>
                    <a:pt x="62471" y="222377"/>
                  </a:lnTo>
                  <a:lnTo>
                    <a:pt x="62433" y="222211"/>
                  </a:lnTo>
                  <a:lnTo>
                    <a:pt x="62153" y="64389"/>
                  </a:lnTo>
                  <a:lnTo>
                    <a:pt x="62153" y="64223"/>
                  </a:lnTo>
                  <a:lnTo>
                    <a:pt x="213652" y="64223"/>
                  </a:lnTo>
                  <a:lnTo>
                    <a:pt x="213652" y="39446"/>
                  </a:lnTo>
                  <a:lnTo>
                    <a:pt x="186093" y="39446"/>
                  </a:lnTo>
                  <a:lnTo>
                    <a:pt x="186093" y="33248"/>
                  </a:lnTo>
                  <a:lnTo>
                    <a:pt x="184404" y="24942"/>
                  </a:lnTo>
                  <a:lnTo>
                    <a:pt x="183476" y="20307"/>
                  </a:lnTo>
                  <a:lnTo>
                    <a:pt x="176352" y="9740"/>
                  </a:lnTo>
                  <a:lnTo>
                    <a:pt x="165773" y="2603"/>
                  </a:lnTo>
                  <a:lnTo>
                    <a:pt x="161150" y="1676"/>
                  </a:lnTo>
                  <a:lnTo>
                    <a:pt x="161150" y="28663"/>
                  </a:lnTo>
                  <a:lnTo>
                    <a:pt x="161150" y="39446"/>
                  </a:lnTo>
                  <a:lnTo>
                    <a:pt x="114655" y="39446"/>
                  </a:lnTo>
                  <a:lnTo>
                    <a:pt x="114655" y="28663"/>
                  </a:lnTo>
                  <a:lnTo>
                    <a:pt x="118389" y="24942"/>
                  </a:lnTo>
                  <a:lnTo>
                    <a:pt x="157416" y="24942"/>
                  </a:lnTo>
                  <a:lnTo>
                    <a:pt x="161150" y="28663"/>
                  </a:lnTo>
                  <a:lnTo>
                    <a:pt x="161150" y="1676"/>
                  </a:lnTo>
                  <a:lnTo>
                    <a:pt x="152819" y="0"/>
                  </a:lnTo>
                  <a:lnTo>
                    <a:pt x="122986" y="0"/>
                  </a:lnTo>
                  <a:lnTo>
                    <a:pt x="110032" y="2603"/>
                  </a:lnTo>
                  <a:lnTo>
                    <a:pt x="99453" y="9740"/>
                  </a:lnTo>
                  <a:lnTo>
                    <a:pt x="92329" y="20307"/>
                  </a:lnTo>
                  <a:lnTo>
                    <a:pt x="89712" y="33248"/>
                  </a:lnTo>
                  <a:lnTo>
                    <a:pt x="89712" y="39446"/>
                  </a:lnTo>
                  <a:lnTo>
                    <a:pt x="5575" y="39446"/>
                  </a:lnTo>
                  <a:lnTo>
                    <a:pt x="0" y="45034"/>
                  </a:lnTo>
                  <a:lnTo>
                    <a:pt x="0" y="58813"/>
                  </a:lnTo>
                  <a:lnTo>
                    <a:pt x="5575" y="64389"/>
                  </a:lnTo>
                  <a:lnTo>
                    <a:pt x="37198" y="64389"/>
                  </a:lnTo>
                  <a:lnTo>
                    <a:pt x="37490" y="222211"/>
                  </a:lnTo>
                  <a:lnTo>
                    <a:pt x="37490" y="222377"/>
                  </a:lnTo>
                  <a:lnTo>
                    <a:pt x="41617" y="242798"/>
                  </a:lnTo>
                  <a:lnTo>
                    <a:pt x="41744" y="243420"/>
                  </a:lnTo>
                  <a:lnTo>
                    <a:pt x="53327" y="260604"/>
                  </a:lnTo>
                  <a:lnTo>
                    <a:pt x="70510" y="272186"/>
                  </a:lnTo>
                  <a:lnTo>
                    <a:pt x="91541" y="276428"/>
                  </a:lnTo>
                  <a:lnTo>
                    <a:pt x="184251" y="276428"/>
                  </a:lnTo>
                  <a:lnTo>
                    <a:pt x="222478" y="260604"/>
                  </a:lnTo>
                  <a:lnTo>
                    <a:pt x="238302" y="222377"/>
                  </a:lnTo>
                  <a:lnTo>
                    <a:pt x="238594" y="64389"/>
                  </a:lnTo>
                  <a:lnTo>
                    <a:pt x="270217" y="64389"/>
                  </a:lnTo>
                  <a:lnTo>
                    <a:pt x="270383" y="64223"/>
                  </a:lnTo>
                  <a:lnTo>
                    <a:pt x="275805" y="58813"/>
                  </a:lnTo>
                  <a:lnTo>
                    <a:pt x="275805" y="450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13559798" y="7554393"/>
            <a:ext cx="1144270" cy="1289050"/>
            <a:chOff x="13559798" y="7554393"/>
            <a:chExt cx="1144270" cy="1289050"/>
          </a:xfrm>
        </p:grpSpPr>
        <p:sp>
          <p:nvSpPr>
            <p:cNvPr id="18" name="object 18"/>
            <p:cNvSpPr/>
            <p:nvPr/>
          </p:nvSpPr>
          <p:spPr>
            <a:xfrm>
              <a:off x="13559798" y="7554393"/>
              <a:ext cx="838200" cy="1045210"/>
            </a:xfrm>
            <a:custGeom>
              <a:avLst/>
              <a:gdLst/>
              <a:ahLst/>
              <a:cxnLst/>
              <a:rect l="l" t="t" r="r" b="b"/>
              <a:pathLst>
                <a:path w="838200" h="1045209">
                  <a:moveTo>
                    <a:pt x="416874" y="0"/>
                  </a:moveTo>
                  <a:lnTo>
                    <a:pt x="392984" y="0"/>
                  </a:lnTo>
                  <a:lnTo>
                    <a:pt x="380921" y="1270"/>
                  </a:lnTo>
                  <a:lnTo>
                    <a:pt x="324926" y="16510"/>
                  </a:lnTo>
                  <a:lnTo>
                    <a:pt x="285412" y="36830"/>
                  </a:lnTo>
                  <a:lnTo>
                    <a:pt x="250978" y="63500"/>
                  </a:lnTo>
                  <a:lnTo>
                    <a:pt x="222281" y="96520"/>
                  </a:lnTo>
                  <a:lnTo>
                    <a:pt x="199975" y="134620"/>
                  </a:lnTo>
                  <a:lnTo>
                    <a:pt x="184714" y="175260"/>
                  </a:lnTo>
                  <a:lnTo>
                    <a:pt x="177154" y="218440"/>
                  </a:lnTo>
                  <a:lnTo>
                    <a:pt x="160327" y="232410"/>
                  </a:lnTo>
                  <a:lnTo>
                    <a:pt x="149583" y="248920"/>
                  </a:lnTo>
                  <a:lnTo>
                    <a:pt x="143886" y="267970"/>
                  </a:lnTo>
                  <a:lnTo>
                    <a:pt x="142314" y="285750"/>
                  </a:lnTo>
                  <a:lnTo>
                    <a:pt x="142202" y="287020"/>
                  </a:lnTo>
                  <a:lnTo>
                    <a:pt x="148014" y="311150"/>
                  </a:lnTo>
                  <a:lnTo>
                    <a:pt x="158957" y="336550"/>
                  </a:lnTo>
                  <a:lnTo>
                    <a:pt x="174056" y="359410"/>
                  </a:lnTo>
                  <a:lnTo>
                    <a:pt x="192337" y="372110"/>
                  </a:lnTo>
                  <a:lnTo>
                    <a:pt x="202639" y="401320"/>
                  </a:lnTo>
                  <a:lnTo>
                    <a:pt x="229463" y="455930"/>
                  </a:lnTo>
                  <a:lnTo>
                    <a:pt x="256974" y="497840"/>
                  </a:lnTo>
                  <a:lnTo>
                    <a:pt x="281703" y="527050"/>
                  </a:lnTo>
                  <a:lnTo>
                    <a:pt x="295077" y="541020"/>
                  </a:lnTo>
                  <a:lnTo>
                    <a:pt x="252229" y="553720"/>
                  </a:lnTo>
                  <a:lnTo>
                    <a:pt x="211239" y="568960"/>
                  </a:lnTo>
                  <a:lnTo>
                    <a:pt x="172538" y="586740"/>
                  </a:lnTo>
                  <a:lnTo>
                    <a:pt x="136558" y="608330"/>
                  </a:lnTo>
                  <a:lnTo>
                    <a:pt x="92873" y="641350"/>
                  </a:lnTo>
                  <a:lnTo>
                    <a:pt x="55796" y="676910"/>
                  </a:lnTo>
                  <a:lnTo>
                    <a:pt x="27181" y="717550"/>
                  </a:lnTo>
                  <a:lnTo>
                    <a:pt x="8881" y="760730"/>
                  </a:lnTo>
                  <a:lnTo>
                    <a:pt x="2751" y="806450"/>
                  </a:lnTo>
                  <a:lnTo>
                    <a:pt x="1067" y="849630"/>
                  </a:lnTo>
                  <a:lnTo>
                    <a:pt x="0" y="892810"/>
                  </a:lnTo>
                  <a:lnTo>
                    <a:pt x="1543" y="932180"/>
                  </a:lnTo>
                  <a:lnTo>
                    <a:pt x="14104" y="986790"/>
                  </a:lnTo>
                  <a:lnTo>
                    <a:pt x="52173" y="1028700"/>
                  </a:lnTo>
                  <a:lnTo>
                    <a:pt x="90001" y="1041400"/>
                  </a:lnTo>
                  <a:lnTo>
                    <a:pt x="111824" y="1045210"/>
                  </a:lnTo>
                  <a:lnTo>
                    <a:pt x="700028" y="1045210"/>
                  </a:lnTo>
                  <a:lnTo>
                    <a:pt x="746346" y="1041400"/>
                  </a:lnTo>
                  <a:lnTo>
                    <a:pt x="784402" y="1028700"/>
                  </a:lnTo>
                  <a:lnTo>
                    <a:pt x="813314" y="1003300"/>
                  </a:lnTo>
                  <a:lnTo>
                    <a:pt x="826858" y="977900"/>
                  </a:lnTo>
                  <a:lnTo>
                    <a:pt x="135846" y="977900"/>
                  </a:lnTo>
                  <a:lnTo>
                    <a:pt x="117377" y="976630"/>
                  </a:lnTo>
                  <a:lnTo>
                    <a:pt x="78235" y="965200"/>
                  </a:lnTo>
                  <a:lnTo>
                    <a:pt x="69966" y="911860"/>
                  </a:lnTo>
                  <a:lnTo>
                    <a:pt x="69391" y="873760"/>
                  </a:lnTo>
                  <a:lnTo>
                    <a:pt x="70294" y="821690"/>
                  </a:lnTo>
                  <a:lnTo>
                    <a:pt x="70519" y="807720"/>
                  </a:lnTo>
                  <a:lnTo>
                    <a:pt x="96978" y="735330"/>
                  </a:lnTo>
                  <a:lnTo>
                    <a:pt x="129350" y="699770"/>
                  </a:lnTo>
                  <a:lnTo>
                    <a:pt x="173269" y="665480"/>
                  </a:lnTo>
                  <a:lnTo>
                    <a:pt x="192677" y="654050"/>
                  </a:lnTo>
                  <a:lnTo>
                    <a:pt x="202109" y="648970"/>
                  </a:lnTo>
                  <a:lnTo>
                    <a:pt x="211048" y="643890"/>
                  </a:lnTo>
                  <a:lnTo>
                    <a:pt x="297844" y="643890"/>
                  </a:lnTo>
                  <a:lnTo>
                    <a:pt x="276365" y="617220"/>
                  </a:lnTo>
                  <a:lnTo>
                    <a:pt x="307990" y="603250"/>
                  </a:lnTo>
                  <a:lnTo>
                    <a:pt x="341899" y="596900"/>
                  </a:lnTo>
                  <a:lnTo>
                    <a:pt x="378786" y="594360"/>
                  </a:lnTo>
                  <a:lnTo>
                    <a:pt x="419345" y="593090"/>
                  </a:lnTo>
                  <a:lnTo>
                    <a:pt x="691548" y="593090"/>
                  </a:lnTo>
                  <a:lnTo>
                    <a:pt x="685587" y="544830"/>
                  </a:lnTo>
                  <a:lnTo>
                    <a:pt x="556336" y="544830"/>
                  </a:lnTo>
                  <a:lnTo>
                    <a:pt x="548734" y="542290"/>
                  </a:lnTo>
                  <a:lnTo>
                    <a:pt x="540755" y="541020"/>
                  </a:lnTo>
                  <a:lnTo>
                    <a:pt x="533028" y="538480"/>
                  </a:lnTo>
                  <a:lnTo>
                    <a:pt x="538923" y="533400"/>
                  </a:lnTo>
                  <a:lnTo>
                    <a:pt x="544808" y="527050"/>
                  </a:lnTo>
                  <a:lnTo>
                    <a:pt x="546187" y="525780"/>
                  </a:lnTo>
                  <a:lnTo>
                    <a:pt x="419345" y="525780"/>
                  </a:lnTo>
                  <a:lnTo>
                    <a:pt x="379915" y="516890"/>
                  </a:lnTo>
                  <a:lnTo>
                    <a:pt x="346999" y="496570"/>
                  </a:lnTo>
                  <a:lnTo>
                    <a:pt x="301433" y="443230"/>
                  </a:lnTo>
                  <a:lnTo>
                    <a:pt x="279919" y="406400"/>
                  </a:lnTo>
                  <a:lnTo>
                    <a:pt x="262968" y="368300"/>
                  </a:lnTo>
                  <a:lnTo>
                    <a:pt x="251216" y="328930"/>
                  </a:lnTo>
                  <a:lnTo>
                    <a:pt x="245298" y="290830"/>
                  </a:lnTo>
                  <a:lnTo>
                    <a:pt x="270774" y="269240"/>
                  </a:lnTo>
                  <a:lnTo>
                    <a:pt x="294305" y="248920"/>
                  </a:lnTo>
                  <a:lnTo>
                    <a:pt x="316103" y="227330"/>
                  </a:lnTo>
                  <a:lnTo>
                    <a:pt x="336385" y="207010"/>
                  </a:lnTo>
                  <a:lnTo>
                    <a:pt x="472496" y="207010"/>
                  </a:lnTo>
                  <a:lnTo>
                    <a:pt x="457507" y="200660"/>
                  </a:lnTo>
                  <a:lnTo>
                    <a:pt x="247413" y="200660"/>
                  </a:lnTo>
                  <a:lnTo>
                    <a:pt x="264451" y="154940"/>
                  </a:lnTo>
                  <a:lnTo>
                    <a:pt x="293692" y="116840"/>
                  </a:lnTo>
                  <a:lnTo>
                    <a:pt x="333335" y="87630"/>
                  </a:lnTo>
                  <a:lnTo>
                    <a:pt x="381577" y="71120"/>
                  </a:lnTo>
                  <a:lnTo>
                    <a:pt x="390208" y="68580"/>
                  </a:lnTo>
                  <a:lnTo>
                    <a:pt x="398791" y="68580"/>
                  </a:lnTo>
                  <a:lnTo>
                    <a:pt x="407327" y="67310"/>
                  </a:lnTo>
                  <a:lnTo>
                    <a:pt x="580502" y="67310"/>
                  </a:lnTo>
                  <a:lnTo>
                    <a:pt x="551516" y="44450"/>
                  </a:lnTo>
                  <a:lnTo>
                    <a:pt x="510481" y="21590"/>
                  </a:lnTo>
                  <a:lnTo>
                    <a:pt x="465160" y="6350"/>
                  </a:lnTo>
                  <a:lnTo>
                    <a:pt x="416874" y="0"/>
                  </a:lnTo>
                  <a:close/>
                </a:path>
                <a:path w="838200" h="1045209">
                  <a:moveTo>
                    <a:pt x="788161" y="676910"/>
                  </a:moveTo>
                  <a:lnTo>
                    <a:pt x="679903" y="676910"/>
                  </a:lnTo>
                  <a:lnTo>
                    <a:pt x="717432" y="708660"/>
                  </a:lnTo>
                  <a:lnTo>
                    <a:pt x="745011" y="742950"/>
                  </a:lnTo>
                  <a:lnTo>
                    <a:pt x="761925" y="775970"/>
                  </a:lnTo>
                  <a:lnTo>
                    <a:pt x="767460" y="807720"/>
                  </a:lnTo>
                  <a:lnTo>
                    <a:pt x="769403" y="843280"/>
                  </a:lnTo>
                  <a:lnTo>
                    <a:pt x="771085" y="880110"/>
                  </a:lnTo>
                  <a:lnTo>
                    <a:pt x="770337" y="911860"/>
                  </a:lnTo>
                  <a:lnTo>
                    <a:pt x="764633" y="951230"/>
                  </a:lnTo>
                  <a:lnTo>
                    <a:pt x="733604" y="974090"/>
                  </a:lnTo>
                  <a:lnTo>
                    <a:pt x="700028" y="977900"/>
                  </a:lnTo>
                  <a:lnTo>
                    <a:pt x="826858" y="977900"/>
                  </a:lnTo>
                  <a:lnTo>
                    <a:pt x="829951" y="970280"/>
                  </a:lnTo>
                  <a:lnTo>
                    <a:pt x="836418" y="934720"/>
                  </a:lnTo>
                  <a:lnTo>
                    <a:pt x="837617" y="896620"/>
                  </a:lnTo>
                  <a:lnTo>
                    <a:pt x="836304" y="854710"/>
                  </a:lnTo>
                  <a:lnTo>
                    <a:pt x="835238" y="807720"/>
                  </a:lnTo>
                  <a:lnTo>
                    <a:pt x="830125" y="756920"/>
                  </a:lnTo>
                  <a:lnTo>
                    <a:pt x="814535" y="713740"/>
                  </a:lnTo>
                  <a:lnTo>
                    <a:pt x="790745" y="679450"/>
                  </a:lnTo>
                  <a:lnTo>
                    <a:pt x="788161" y="676910"/>
                  </a:lnTo>
                  <a:close/>
                </a:path>
                <a:path w="838200" h="1045209">
                  <a:moveTo>
                    <a:pt x="297844" y="643890"/>
                  </a:moveTo>
                  <a:lnTo>
                    <a:pt x="211048" y="643890"/>
                  </a:lnTo>
                  <a:lnTo>
                    <a:pt x="241304" y="680720"/>
                  </a:lnTo>
                  <a:lnTo>
                    <a:pt x="269852" y="717550"/>
                  </a:lnTo>
                  <a:lnTo>
                    <a:pt x="297994" y="753110"/>
                  </a:lnTo>
                  <a:lnTo>
                    <a:pt x="327032" y="787400"/>
                  </a:lnTo>
                  <a:lnTo>
                    <a:pt x="358269" y="820420"/>
                  </a:lnTo>
                  <a:lnTo>
                    <a:pt x="402787" y="850900"/>
                  </a:lnTo>
                  <a:lnTo>
                    <a:pt x="418288" y="853440"/>
                  </a:lnTo>
                  <a:lnTo>
                    <a:pt x="435690" y="850900"/>
                  </a:lnTo>
                  <a:lnTo>
                    <a:pt x="477249" y="821690"/>
                  </a:lnTo>
                  <a:lnTo>
                    <a:pt x="510308" y="787400"/>
                  </a:lnTo>
                  <a:lnTo>
                    <a:pt x="514597" y="782320"/>
                  </a:lnTo>
                  <a:lnTo>
                    <a:pt x="418288" y="782320"/>
                  </a:lnTo>
                  <a:lnTo>
                    <a:pt x="414832" y="779780"/>
                  </a:lnTo>
                  <a:lnTo>
                    <a:pt x="410958" y="777240"/>
                  </a:lnTo>
                  <a:lnTo>
                    <a:pt x="405576" y="772160"/>
                  </a:lnTo>
                  <a:lnTo>
                    <a:pt x="371212" y="734060"/>
                  </a:lnTo>
                  <a:lnTo>
                    <a:pt x="338517" y="694690"/>
                  </a:lnTo>
                  <a:lnTo>
                    <a:pt x="297844" y="643890"/>
                  </a:lnTo>
                  <a:close/>
                </a:path>
                <a:path w="838200" h="1045209">
                  <a:moveTo>
                    <a:pt x="691548" y="593090"/>
                  </a:moveTo>
                  <a:lnTo>
                    <a:pt x="419345" y="593090"/>
                  </a:lnTo>
                  <a:lnTo>
                    <a:pt x="455754" y="595630"/>
                  </a:lnTo>
                  <a:lnTo>
                    <a:pt x="491991" y="599440"/>
                  </a:lnTo>
                  <a:lnTo>
                    <a:pt x="527653" y="607060"/>
                  </a:lnTo>
                  <a:lnTo>
                    <a:pt x="562336" y="617220"/>
                  </a:lnTo>
                  <a:lnTo>
                    <a:pt x="529122" y="657860"/>
                  </a:lnTo>
                  <a:lnTo>
                    <a:pt x="497846" y="697230"/>
                  </a:lnTo>
                  <a:lnTo>
                    <a:pt x="465980" y="735330"/>
                  </a:lnTo>
                  <a:lnTo>
                    <a:pt x="430999" y="772160"/>
                  </a:lnTo>
                  <a:lnTo>
                    <a:pt x="425754" y="777240"/>
                  </a:lnTo>
                  <a:lnTo>
                    <a:pt x="421649" y="779780"/>
                  </a:lnTo>
                  <a:lnTo>
                    <a:pt x="418288" y="782320"/>
                  </a:lnTo>
                  <a:lnTo>
                    <a:pt x="514597" y="782320"/>
                  </a:lnTo>
                  <a:lnTo>
                    <a:pt x="541406" y="750570"/>
                  </a:lnTo>
                  <a:lnTo>
                    <a:pt x="571053" y="715010"/>
                  </a:lnTo>
                  <a:lnTo>
                    <a:pt x="599759" y="679450"/>
                  </a:lnTo>
                  <a:lnTo>
                    <a:pt x="676628" y="679450"/>
                  </a:lnTo>
                  <a:lnTo>
                    <a:pt x="679903" y="676910"/>
                  </a:lnTo>
                  <a:lnTo>
                    <a:pt x="788161" y="676910"/>
                  </a:lnTo>
                  <a:lnTo>
                    <a:pt x="761034" y="650240"/>
                  </a:lnTo>
                  <a:lnTo>
                    <a:pt x="727680" y="626110"/>
                  </a:lnTo>
                  <a:lnTo>
                    <a:pt x="692960" y="604520"/>
                  </a:lnTo>
                  <a:lnTo>
                    <a:pt x="691548" y="593090"/>
                  </a:lnTo>
                  <a:close/>
                </a:path>
                <a:path w="838200" h="1045209">
                  <a:moveTo>
                    <a:pt x="676628" y="679450"/>
                  </a:moveTo>
                  <a:lnTo>
                    <a:pt x="599759" y="679450"/>
                  </a:lnTo>
                  <a:lnTo>
                    <a:pt x="605221" y="683260"/>
                  </a:lnTo>
                  <a:lnTo>
                    <a:pt x="611116" y="687070"/>
                  </a:lnTo>
                  <a:lnTo>
                    <a:pt x="617421" y="689610"/>
                  </a:lnTo>
                  <a:lnTo>
                    <a:pt x="624114" y="692150"/>
                  </a:lnTo>
                  <a:lnTo>
                    <a:pt x="640931" y="692150"/>
                  </a:lnTo>
                  <a:lnTo>
                    <a:pt x="655578" y="690880"/>
                  </a:lnTo>
                  <a:lnTo>
                    <a:pt x="668440" y="685800"/>
                  </a:lnTo>
                  <a:lnTo>
                    <a:pt x="676628" y="679450"/>
                  </a:lnTo>
                  <a:close/>
                </a:path>
                <a:path w="838200" h="1045209">
                  <a:moveTo>
                    <a:pt x="682903" y="521970"/>
                  </a:moveTo>
                  <a:lnTo>
                    <a:pt x="550326" y="521970"/>
                  </a:lnTo>
                  <a:lnTo>
                    <a:pt x="552483" y="529590"/>
                  </a:lnTo>
                  <a:lnTo>
                    <a:pt x="554525" y="537210"/>
                  </a:lnTo>
                  <a:lnTo>
                    <a:pt x="556336" y="544830"/>
                  </a:lnTo>
                  <a:lnTo>
                    <a:pt x="685587" y="544830"/>
                  </a:lnTo>
                  <a:lnTo>
                    <a:pt x="684489" y="535940"/>
                  </a:lnTo>
                  <a:lnTo>
                    <a:pt x="684489" y="534670"/>
                  </a:lnTo>
                  <a:lnTo>
                    <a:pt x="684165" y="533400"/>
                  </a:lnTo>
                  <a:lnTo>
                    <a:pt x="684133" y="532130"/>
                  </a:lnTo>
                  <a:lnTo>
                    <a:pt x="683788" y="532130"/>
                  </a:lnTo>
                  <a:lnTo>
                    <a:pt x="682903" y="521970"/>
                  </a:lnTo>
                  <a:close/>
                </a:path>
                <a:path w="838200" h="1045209">
                  <a:moveTo>
                    <a:pt x="472496" y="207010"/>
                  </a:moveTo>
                  <a:lnTo>
                    <a:pt x="336385" y="207010"/>
                  </a:lnTo>
                  <a:lnTo>
                    <a:pt x="362248" y="228600"/>
                  </a:lnTo>
                  <a:lnTo>
                    <a:pt x="424568" y="262890"/>
                  </a:lnTo>
                  <a:lnTo>
                    <a:pt x="491597" y="285750"/>
                  </a:lnTo>
                  <a:lnTo>
                    <a:pt x="552969" y="300990"/>
                  </a:lnTo>
                  <a:lnTo>
                    <a:pt x="580335" y="306070"/>
                  </a:lnTo>
                  <a:lnTo>
                    <a:pt x="573263" y="339090"/>
                  </a:lnTo>
                  <a:lnTo>
                    <a:pt x="545611" y="410210"/>
                  </a:lnTo>
                  <a:lnTo>
                    <a:pt x="525970" y="443230"/>
                  </a:lnTo>
                  <a:lnTo>
                    <a:pt x="503440" y="476250"/>
                  </a:lnTo>
                  <a:lnTo>
                    <a:pt x="455099" y="519430"/>
                  </a:lnTo>
                  <a:lnTo>
                    <a:pt x="419345" y="525780"/>
                  </a:lnTo>
                  <a:lnTo>
                    <a:pt x="546187" y="525780"/>
                  </a:lnTo>
                  <a:lnTo>
                    <a:pt x="550326" y="521970"/>
                  </a:lnTo>
                  <a:lnTo>
                    <a:pt x="682903" y="521970"/>
                  </a:lnTo>
                  <a:lnTo>
                    <a:pt x="681576" y="506730"/>
                  </a:lnTo>
                  <a:lnTo>
                    <a:pt x="676338" y="480060"/>
                  </a:lnTo>
                  <a:lnTo>
                    <a:pt x="668468" y="454660"/>
                  </a:lnTo>
                  <a:lnTo>
                    <a:pt x="658364" y="430530"/>
                  </a:lnTo>
                  <a:lnTo>
                    <a:pt x="657935" y="430530"/>
                  </a:lnTo>
                  <a:lnTo>
                    <a:pt x="630826" y="384810"/>
                  </a:lnTo>
                  <a:lnTo>
                    <a:pt x="632334" y="381000"/>
                  </a:lnTo>
                  <a:lnTo>
                    <a:pt x="633716" y="375920"/>
                  </a:lnTo>
                  <a:lnTo>
                    <a:pt x="635067" y="372110"/>
                  </a:lnTo>
                  <a:lnTo>
                    <a:pt x="669637" y="332740"/>
                  </a:lnTo>
                  <a:lnTo>
                    <a:pt x="684489" y="287020"/>
                  </a:lnTo>
                  <a:lnTo>
                    <a:pt x="684631" y="275590"/>
                  </a:lnTo>
                  <a:lnTo>
                    <a:pt x="684726" y="267970"/>
                  </a:lnTo>
                  <a:lnTo>
                    <a:pt x="684773" y="264160"/>
                  </a:lnTo>
                  <a:lnTo>
                    <a:pt x="678094" y="243840"/>
                  </a:lnTo>
                  <a:lnTo>
                    <a:pt x="673002" y="237490"/>
                  </a:lnTo>
                  <a:lnTo>
                    <a:pt x="582806" y="237490"/>
                  </a:lnTo>
                  <a:lnTo>
                    <a:pt x="560158" y="233680"/>
                  </a:lnTo>
                  <a:lnTo>
                    <a:pt x="535015" y="227330"/>
                  </a:lnTo>
                  <a:lnTo>
                    <a:pt x="508438" y="219710"/>
                  </a:lnTo>
                  <a:lnTo>
                    <a:pt x="481490" y="210820"/>
                  </a:lnTo>
                  <a:lnTo>
                    <a:pt x="472496" y="207010"/>
                  </a:lnTo>
                  <a:close/>
                </a:path>
                <a:path w="838200" h="1045209">
                  <a:moveTo>
                    <a:pt x="580502" y="67310"/>
                  </a:moveTo>
                  <a:lnTo>
                    <a:pt x="415817" y="67310"/>
                  </a:lnTo>
                  <a:lnTo>
                    <a:pt x="461755" y="74930"/>
                  </a:lnTo>
                  <a:lnTo>
                    <a:pt x="503309" y="92710"/>
                  </a:lnTo>
                  <a:lnTo>
                    <a:pt x="538312" y="121920"/>
                  </a:lnTo>
                  <a:lnTo>
                    <a:pt x="564594" y="160020"/>
                  </a:lnTo>
                  <a:lnTo>
                    <a:pt x="579990" y="205740"/>
                  </a:lnTo>
                  <a:lnTo>
                    <a:pt x="582503" y="227330"/>
                  </a:lnTo>
                  <a:lnTo>
                    <a:pt x="582585" y="228600"/>
                  </a:lnTo>
                  <a:lnTo>
                    <a:pt x="582668" y="229870"/>
                  </a:lnTo>
                  <a:lnTo>
                    <a:pt x="582714" y="232410"/>
                  </a:lnTo>
                  <a:lnTo>
                    <a:pt x="582806" y="237490"/>
                  </a:lnTo>
                  <a:lnTo>
                    <a:pt x="673002" y="237490"/>
                  </a:lnTo>
                  <a:lnTo>
                    <a:pt x="665874" y="228600"/>
                  </a:lnTo>
                  <a:lnTo>
                    <a:pt x="649537" y="218440"/>
                  </a:lnTo>
                  <a:lnTo>
                    <a:pt x="649097" y="213360"/>
                  </a:lnTo>
                  <a:lnTo>
                    <a:pt x="635690" y="148590"/>
                  </a:lnTo>
                  <a:lnTo>
                    <a:pt x="615442" y="107950"/>
                  </a:lnTo>
                  <a:lnTo>
                    <a:pt x="586944" y="72390"/>
                  </a:lnTo>
                  <a:lnTo>
                    <a:pt x="580502" y="67310"/>
                  </a:lnTo>
                  <a:close/>
                </a:path>
                <a:path w="838200" h="1045209">
                  <a:moveTo>
                    <a:pt x="342496" y="119380"/>
                  </a:moveTo>
                  <a:lnTo>
                    <a:pt x="327435" y="121920"/>
                  </a:lnTo>
                  <a:lnTo>
                    <a:pt x="312731" y="132080"/>
                  </a:lnTo>
                  <a:lnTo>
                    <a:pt x="298236" y="149860"/>
                  </a:lnTo>
                  <a:lnTo>
                    <a:pt x="282675" y="167640"/>
                  </a:lnTo>
                  <a:lnTo>
                    <a:pt x="265814" y="184150"/>
                  </a:lnTo>
                  <a:lnTo>
                    <a:pt x="247413" y="200660"/>
                  </a:lnTo>
                  <a:lnTo>
                    <a:pt x="457507" y="200660"/>
                  </a:lnTo>
                  <a:lnTo>
                    <a:pt x="442517" y="194310"/>
                  </a:lnTo>
                  <a:lnTo>
                    <a:pt x="409182" y="175260"/>
                  </a:lnTo>
                  <a:lnTo>
                    <a:pt x="384373" y="156210"/>
                  </a:lnTo>
                  <a:lnTo>
                    <a:pt x="370980" y="138430"/>
                  </a:lnTo>
                  <a:lnTo>
                    <a:pt x="357236" y="124460"/>
                  </a:lnTo>
                  <a:lnTo>
                    <a:pt x="342496" y="1193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4225231" y="8364915"/>
              <a:ext cx="478790" cy="478790"/>
            </a:xfrm>
            <a:custGeom>
              <a:avLst/>
              <a:gdLst/>
              <a:ahLst/>
              <a:cxnLst/>
              <a:rect l="l" t="t" r="r" b="b"/>
              <a:pathLst>
                <a:path w="478790" h="478790">
                  <a:moveTo>
                    <a:pt x="239179" y="0"/>
                  </a:moveTo>
                  <a:lnTo>
                    <a:pt x="193497" y="4378"/>
                  </a:lnTo>
                  <a:lnTo>
                    <a:pt x="149175" y="17513"/>
                  </a:lnTo>
                  <a:lnTo>
                    <a:pt x="107572" y="39405"/>
                  </a:lnTo>
                  <a:lnTo>
                    <a:pt x="70050" y="70054"/>
                  </a:lnTo>
                  <a:lnTo>
                    <a:pt x="39403" y="107576"/>
                  </a:lnTo>
                  <a:lnTo>
                    <a:pt x="17512" y="149177"/>
                  </a:lnTo>
                  <a:lnTo>
                    <a:pt x="4378" y="193499"/>
                  </a:lnTo>
                  <a:lnTo>
                    <a:pt x="0" y="239182"/>
                  </a:lnTo>
                  <a:lnTo>
                    <a:pt x="4378" y="284864"/>
                  </a:lnTo>
                  <a:lnTo>
                    <a:pt x="17512" y="329186"/>
                  </a:lnTo>
                  <a:lnTo>
                    <a:pt x="39403" y="370788"/>
                  </a:lnTo>
                  <a:lnTo>
                    <a:pt x="70050" y="408309"/>
                  </a:lnTo>
                  <a:lnTo>
                    <a:pt x="107572" y="438958"/>
                  </a:lnTo>
                  <a:lnTo>
                    <a:pt x="149175" y="460850"/>
                  </a:lnTo>
                  <a:lnTo>
                    <a:pt x="193497" y="473986"/>
                  </a:lnTo>
                  <a:lnTo>
                    <a:pt x="239179" y="478364"/>
                  </a:lnTo>
                  <a:lnTo>
                    <a:pt x="284861" y="473986"/>
                  </a:lnTo>
                  <a:lnTo>
                    <a:pt x="329182" y="460850"/>
                  </a:lnTo>
                  <a:lnTo>
                    <a:pt x="370782" y="438958"/>
                  </a:lnTo>
                  <a:lnTo>
                    <a:pt x="408301" y="408309"/>
                  </a:lnTo>
                  <a:lnTo>
                    <a:pt x="438952" y="370788"/>
                  </a:lnTo>
                  <a:lnTo>
                    <a:pt x="460845" y="329186"/>
                  </a:lnTo>
                  <a:lnTo>
                    <a:pt x="473981" y="284864"/>
                  </a:lnTo>
                  <a:lnTo>
                    <a:pt x="478359" y="239182"/>
                  </a:lnTo>
                  <a:lnTo>
                    <a:pt x="473981" y="193499"/>
                  </a:lnTo>
                  <a:lnTo>
                    <a:pt x="460845" y="149177"/>
                  </a:lnTo>
                  <a:lnTo>
                    <a:pt x="438952" y="107576"/>
                  </a:lnTo>
                  <a:lnTo>
                    <a:pt x="408301" y="70054"/>
                  </a:lnTo>
                  <a:lnTo>
                    <a:pt x="370782" y="39405"/>
                  </a:lnTo>
                  <a:lnTo>
                    <a:pt x="329182" y="17513"/>
                  </a:lnTo>
                  <a:lnTo>
                    <a:pt x="284861" y="4378"/>
                  </a:lnTo>
                  <a:lnTo>
                    <a:pt x="239179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4327619" y="8463730"/>
              <a:ext cx="276225" cy="276860"/>
            </a:xfrm>
            <a:custGeom>
              <a:avLst/>
              <a:gdLst/>
              <a:ahLst/>
              <a:cxnLst/>
              <a:rect l="l" t="t" r="r" b="b"/>
              <a:pathLst>
                <a:path w="276225" h="276859">
                  <a:moveTo>
                    <a:pt x="125437" y="108483"/>
                  </a:moveTo>
                  <a:lnTo>
                    <a:pt x="119849" y="102895"/>
                  </a:lnTo>
                  <a:lnTo>
                    <a:pt x="106070" y="102895"/>
                  </a:lnTo>
                  <a:lnTo>
                    <a:pt x="100482" y="108483"/>
                  </a:lnTo>
                  <a:lnTo>
                    <a:pt x="100482" y="204990"/>
                  </a:lnTo>
                  <a:lnTo>
                    <a:pt x="106070" y="210578"/>
                  </a:lnTo>
                  <a:lnTo>
                    <a:pt x="119849" y="210578"/>
                  </a:lnTo>
                  <a:lnTo>
                    <a:pt x="125437" y="204990"/>
                  </a:lnTo>
                  <a:lnTo>
                    <a:pt x="125437" y="108483"/>
                  </a:lnTo>
                  <a:close/>
                </a:path>
                <a:path w="276225" h="276859">
                  <a:moveTo>
                    <a:pt x="175323" y="108483"/>
                  </a:moveTo>
                  <a:lnTo>
                    <a:pt x="169735" y="102895"/>
                  </a:lnTo>
                  <a:lnTo>
                    <a:pt x="155956" y="102895"/>
                  </a:lnTo>
                  <a:lnTo>
                    <a:pt x="150368" y="108483"/>
                  </a:lnTo>
                  <a:lnTo>
                    <a:pt x="150368" y="204990"/>
                  </a:lnTo>
                  <a:lnTo>
                    <a:pt x="155956" y="210578"/>
                  </a:lnTo>
                  <a:lnTo>
                    <a:pt x="169735" y="210578"/>
                  </a:lnTo>
                  <a:lnTo>
                    <a:pt x="175323" y="204990"/>
                  </a:lnTo>
                  <a:lnTo>
                    <a:pt x="175323" y="108483"/>
                  </a:lnTo>
                  <a:close/>
                </a:path>
                <a:path w="276225" h="276859">
                  <a:moveTo>
                    <a:pt x="275805" y="45034"/>
                  </a:moveTo>
                  <a:lnTo>
                    <a:pt x="270217" y="39446"/>
                  </a:lnTo>
                  <a:lnTo>
                    <a:pt x="213652" y="39446"/>
                  </a:lnTo>
                  <a:lnTo>
                    <a:pt x="213652" y="64223"/>
                  </a:lnTo>
                  <a:lnTo>
                    <a:pt x="213372" y="222211"/>
                  </a:lnTo>
                  <a:lnTo>
                    <a:pt x="211074" y="233540"/>
                  </a:lnTo>
                  <a:lnTo>
                    <a:pt x="204838" y="242798"/>
                  </a:lnTo>
                  <a:lnTo>
                    <a:pt x="195592" y="249034"/>
                  </a:lnTo>
                  <a:lnTo>
                    <a:pt x="184251" y="251320"/>
                  </a:lnTo>
                  <a:lnTo>
                    <a:pt x="91554" y="251320"/>
                  </a:lnTo>
                  <a:lnTo>
                    <a:pt x="80213" y="249034"/>
                  </a:lnTo>
                  <a:lnTo>
                    <a:pt x="70967" y="242798"/>
                  </a:lnTo>
                  <a:lnTo>
                    <a:pt x="64731" y="233540"/>
                  </a:lnTo>
                  <a:lnTo>
                    <a:pt x="62471" y="222377"/>
                  </a:lnTo>
                  <a:lnTo>
                    <a:pt x="62433" y="222211"/>
                  </a:lnTo>
                  <a:lnTo>
                    <a:pt x="62153" y="64389"/>
                  </a:lnTo>
                  <a:lnTo>
                    <a:pt x="62153" y="64223"/>
                  </a:lnTo>
                  <a:lnTo>
                    <a:pt x="213652" y="64223"/>
                  </a:lnTo>
                  <a:lnTo>
                    <a:pt x="213652" y="39446"/>
                  </a:lnTo>
                  <a:lnTo>
                    <a:pt x="186093" y="39446"/>
                  </a:lnTo>
                  <a:lnTo>
                    <a:pt x="186093" y="33248"/>
                  </a:lnTo>
                  <a:lnTo>
                    <a:pt x="184416" y="24942"/>
                  </a:lnTo>
                  <a:lnTo>
                    <a:pt x="183476" y="20307"/>
                  </a:lnTo>
                  <a:lnTo>
                    <a:pt x="176352" y="9740"/>
                  </a:lnTo>
                  <a:lnTo>
                    <a:pt x="165773" y="2603"/>
                  </a:lnTo>
                  <a:lnTo>
                    <a:pt x="161150" y="1676"/>
                  </a:lnTo>
                  <a:lnTo>
                    <a:pt x="161150" y="28663"/>
                  </a:lnTo>
                  <a:lnTo>
                    <a:pt x="161150" y="39446"/>
                  </a:lnTo>
                  <a:lnTo>
                    <a:pt x="114655" y="39446"/>
                  </a:lnTo>
                  <a:lnTo>
                    <a:pt x="114655" y="28663"/>
                  </a:lnTo>
                  <a:lnTo>
                    <a:pt x="118389" y="24942"/>
                  </a:lnTo>
                  <a:lnTo>
                    <a:pt x="157416" y="24942"/>
                  </a:lnTo>
                  <a:lnTo>
                    <a:pt x="161150" y="28663"/>
                  </a:lnTo>
                  <a:lnTo>
                    <a:pt x="161150" y="1676"/>
                  </a:lnTo>
                  <a:lnTo>
                    <a:pt x="152819" y="0"/>
                  </a:lnTo>
                  <a:lnTo>
                    <a:pt x="122986" y="0"/>
                  </a:lnTo>
                  <a:lnTo>
                    <a:pt x="110032" y="2603"/>
                  </a:lnTo>
                  <a:lnTo>
                    <a:pt x="99453" y="9740"/>
                  </a:lnTo>
                  <a:lnTo>
                    <a:pt x="92329" y="20307"/>
                  </a:lnTo>
                  <a:lnTo>
                    <a:pt x="89712" y="33248"/>
                  </a:lnTo>
                  <a:lnTo>
                    <a:pt x="89712" y="39446"/>
                  </a:lnTo>
                  <a:lnTo>
                    <a:pt x="5588" y="39446"/>
                  </a:lnTo>
                  <a:lnTo>
                    <a:pt x="0" y="45034"/>
                  </a:lnTo>
                  <a:lnTo>
                    <a:pt x="0" y="58813"/>
                  </a:lnTo>
                  <a:lnTo>
                    <a:pt x="5588" y="64389"/>
                  </a:lnTo>
                  <a:lnTo>
                    <a:pt x="37198" y="64389"/>
                  </a:lnTo>
                  <a:lnTo>
                    <a:pt x="37503" y="222211"/>
                  </a:lnTo>
                  <a:lnTo>
                    <a:pt x="37503" y="222377"/>
                  </a:lnTo>
                  <a:lnTo>
                    <a:pt x="41617" y="242798"/>
                  </a:lnTo>
                  <a:lnTo>
                    <a:pt x="41744" y="243420"/>
                  </a:lnTo>
                  <a:lnTo>
                    <a:pt x="53327" y="260604"/>
                  </a:lnTo>
                  <a:lnTo>
                    <a:pt x="70510" y="272186"/>
                  </a:lnTo>
                  <a:lnTo>
                    <a:pt x="91554" y="276428"/>
                  </a:lnTo>
                  <a:lnTo>
                    <a:pt x="184251" y="276428"/>
                  </a:lnTo>
                  <a:lnTo>
                    <a:pt x="222478" y="260604"/>
                  </a:lnTo>
                  <a:lnTo>
                    <a:pt x="238302" y="222377"/>
                  </a:lnTo>
                  <a:lnTo>
                    <a:pt x="238607" y="64389"/>
                  </a:lnTo>
                  <a:lnTo>
                    <a:pt x="270217" y="64389"/>
                  </a:lnTo>
                  <a:lnTo>
                    <a:pt x="270383" y="64223"/>
                  </a:lnTo>
                  <a:lnTo>
                    <a:pt x="275805" y="58813"/>
                  </a:lnTo>
                  <a:lnTo>
                    <a:pt x="275805" y="450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11130907" y="2523918"/>
            <a:ext cx="6822440" cy="4550410"/>
            <a:chOff x="11130907" y="2523918"/>
            <a:chExt cx="6822440" cy="4550410"/>
          </a:xfrm>
        </p:grpSpPr>
        <p:sp>
          <p:nvSpPr>
            <p:cNvPr id="22" name="object 22"/>
            <p:cNvSpPr/>
            <p:nvPr/>
          </p:nvSpPr>
          <p:spPr>
            <a:xfrm>
              <a:off x="11179031" y="5307376"/>
              <a:ext cx="1250950" cy="1612900"/>
            </a:xfrm>
            <a:custGeom>
              <a:avLst/>
              <a:gdLst/>
              <a:ahLst/>
              <a:cxnLst/>
              <a:rect l="l" t="t" r="r" b="b"/>
              <a:pathLst>
                <a:path w="1250950" h="1612900">
                  <a:moveTo>
                    <a:pt x="0" y="0"/>
                  </a:moveTo>
                  <a:lnTo>
                    <a:pt x="1234536" y="1591888"/>
                  </a:lnTo>
                  <a:lnTo>
                    <a:pt x="1250578" y="1612574"/>
                  </a:lnTo>
                </a:path>
              </a:pathLst>
            </a:custGeom>
            <a:ln w="52354">
              <a:solidFill>
                <a:srgbClr val="2B90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2329174" y="6833813"/>
              <a:ext cx="215900" cy="234315"/>
            </a:xfrm>
            <a:custGeom>
              <a:avLst/>
              <a:gdLst/>
              <a:ahLst/>
              <a:cxnLst/>
              <a:rect l="l" t="t" r="r" b="b"/>
              <a:pathLst>
                <a:path w="215900" h="234315">
                  <a:moveTo>
                    <a:pt x="168790" y="0"/>
                  </a:moveTo>
                  <a:lnTo>
                    <a:pt x="0" y="130902"/>
                  </a:lnTo>
                  <a:lnTo>
                    <a:pt x="215302" y="234246"/>
                  </a:lnTo>
                  <a:lnTo>
                    <a:pt x="168790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734302" y="6021960"/>
              <a:ext cx="2054225" cy="966469"/>
            </a:xfrm>
            <a:custGeom>
              <a:avLst/>
              <a:gdLst/>
              <a:ahLst/>
              <a:cxnLst/>
              <a:rect l="l" t="t" r="r" b="b"/>
              <a:pathLst>
                <a:path w="2054225" h="966470">
                  <a:moveTo>
                    <a:pt x="0" y="0"/>
                  </a:moveTo>
                  <a:lnTo>
                    <a:pt x="2030453" y="955172"/>
                  </a:lnTo>
                  <a:lnTo>
                    <a:pt x="2054140" y="966315"/>
                  </a:lnTo>
                </a:path>
              </a:pathLst>
            </a:custGeom>
            <a:ln w="52354">
              <a:solidFill>
                <a:srgbClr val="2B90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3719289" y="6880490"/>
              <a:ext cx="238760" cy="193675"/>
            </a:xfrm>
            <a:custGeom>
              <a:avLst/>
              <a:gdLst/>
              <a:ahLst/>
              <a:cxnLst/>
              <a:rect l="l" t="t" r="r" b="b"/>
              <a:pathLst>
                <a:path w="238759" h="193675">
                  <a:moveTo>
                    <a:pt x="90929" y="0"/>
                  </a:moveTo>
                  <a:lnTo>
                    <a:pt x="0" y="193287"/>
                  </a:lnTo>
                  <a:lnTo>
                    <a:pt x="238757" y="187570"/>
                  </a:lnTo>
                  <a:lnTo>
                    <a:pt x="90929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225577" y="6028413"/>
              <a:ext cx="514350" cy="878205"/>
            </a:xfrm>
            <a:custGeom>
              <a:avLst/>
              <a:gdLst/>
              <a:ahLst/>
              <a:cxnLst/>
              <a:rect l="l" t="t" r="r" b="b"/>
              <a:pathLst>
                <a:path w="514350" h="878204">
                  <a:moveTo>
                    <a:pt x="513824" y="0"/>
                  </a:moveTo>
                  <a:lnTo>
                    <a:pt x="13223" y="855296"/>
                  </a:lnTo>
                  <a:lnTo>
                    <a:pt x="0" y="877888"/>
                  </a:lnTo>
                </a:path>
              </a:pathLst>
            </a:custGeom>
            <a:ln w="52354">
              <a:solidFill>
                <a:srgbClr val="2B90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1130907" y="6829760"/>
              <a:ext cx="200660" cy="238760"/>
            </a:xfrm>
            <a:custGeom>
              <a:avLst/>
              <a:gdLst/>
              <a:ahLst/>
              <a:cxnLst/>
              <a:rect l="l" t="t" r="r" b="b"/>
              <a:pathLst>
                <a:path w="200659" h="238759">
                  <a:moveTo>
                    <a:pt x="15716" y="0"/>
                  </a:moveTo>
                  <a:lnTo>
                    <a:pt x="0" y="238300"/>
                  </a:lnTo>
                  <a:lnTo>
                    <a:pt x="200067" y="107899"/>
                  </a:lnTo>
                  <a:lnTo>
                    <a:pt x="15716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3811362" y="2630675"/>
              <a:ext cx="4115435" cy="4409440"/>
            </a:xfrm>
            <a:custGeom>
              <a:avLst/>
              <a:gdLst/>
              <a:ahLst/>
              <a:cxnLst/>
              <a:rect l="l" t="t" r="r" b="b"/>
              <a:pathLst>
                <a:path w="4115434" h="4409440">
                  <a:moveTo>
                    <a:pt x="4115219" y="4409434"/>
                  </a:moveTo>
                  <a:lnTo>
                    <a:pt x="4111519" y="4356853"/>
                  </a:lnTo>
                  <a:lnTo>
                    <a:pt x="4107398" y="4304319"/>
                  </a:lnTo>
                  <a:lnTo>
                    <a:pt x="4102857" y="4251839"/>
                  </a:lnTo>
                  <a:lnTo>
                    <a:pt x="4097897" y="4199416"/>
                  </a:lnTo>
                  <a:lnTo>
                    <a:pt x="4092521" y="4147057"/>
                  </a:lnTo>
                  <a:lnTo>
                    <a:pt x="4086730" y="4094768"/>
                  </a:lnTo>
                  <a:lnTo>
                    <a:pt x="4080525" y="4042552"/>
                  </a:lnTo>
                  <a:lnTo>
                    <a:pt x="4073908" y="3990417"/>
                  </a:lnTo>
                  <a:lnTo>
                    <a:pt x="4066879" y="3938368"/>
                  </a:lnTo>
                  <a:lnTo>
                    <a:pt x="4059442" y="3886409"/>
                  </a:lnTo>
                  <a:lnTo>
                    <a:pt x="4051597" y="3834546"/>
                  </a:lnTo>
                  <a:lnTo>
                    <a:pt x="4043345" y="3782786"/>
                  </a:lnTo>
                  <a:lnTo>
                    <a:pt x="4034689" y="3731133"/>
                  </a:lnTo>
                  <a:lnTo>
                    <a:pt x="4025629" y="3679592"/>
                  </a:lnTo>
                  <a:lnTo>
                    <a:pt x="4016168" y="3628170"/>
                  </a:lnTo>
                  <a:lnTo>
                    <a:pt x="4006306" y="3576871"/>
                  </a:lnTo>
                  <a:lnTo>
                    <a:pt x="3996045" y="3525702"/>
                  </a:lnTo>
                  <a:lnTo>
                    <a:pt x="3985387" y="3474666"/>
                  </a:lnTo>
                  <a:lnTo>
                    <a:pt x="3974334" y="3423771"/>
                  </a:lnTo>
                  <a:lnTo>
                    <a:pt x="3962886" y="3373022"/>
                  </a:lnTo>
                  <a:lnTo>
                    <a:pt x="3951045" y="3322423"/>
                  </a:lnTo>
                  <a:lnTo>
                    <a:pt x="3938813" y="3271981"/>
                  </a:lnTo>
                  <a:lnTo>
                    <a:pt x="3926191" y="3221700"/>
                  </a:lnTo>
                  <a:lnTo>
                    <a:pt x="3913180" y="3171587"/>
                  </a:lnTo>
                  <a:lnTo>
                    <a:pt x="3899783" y="3121646"/>
                  </a:lnTo>
                  <a:lnTo>
                    <a:pt x="3886001" y="3071884"/>
                  </a:lnTo>
                  <a:lnTo>
                    <a:pt x="3871834" y="3022305"/>
                  </a:lnTo>
                  <a:lnTo>
                    <a:pt x="3857286" y="2972915"/>
                  </a:lnTo>
                  <a:lnTo>
                    <a:pt x="3842356" y="2923720"/>
                  </a:lnTo>
                  <a:lnTo>
                    <a:pt x="3827047" y="2874724"/>
                  </a:lnTo>
                  <a:lnTo>
                    <a:pt x="3811361" y="2825934"/>
                  </a:lnTo>
                  <a:lnTo>
                    <a:pt x="3795297" y="2777355"/>
                  </a:lnTo>
                  <a:lnTo>
                    <a:pt x="3778860" y="2728992"/>
                  </a:lnTo>
                  <a:lnTo>
                    <a:pt x="3762048" y="2680852"/>
                  </a:lnTo>
                  <a:lnTo>
                    <a:pt x="3744865" y="2632938"/>
                  </a:lnTo>
                  <a:lnTo>
                    <a:pt x="3727312" y="2585257"/>
                  </a:lnTo>
                  <a:lnTo>
                    <a:pt x="3709389" y="2537814"/>
                  </a:lnTo>
                  <a:lnTo>
                    <a:pt x="3691099" y="2490614"/>
                  </a:lnTo>
                  <a:lnTo>
                    <a:pt x="3672444" y="2443664"/>
                  </a:lnTo>
                  <a:lnTo>
                    <a:pt x="3653424" y="2396968"/>
                  </a:lnTo>
                  <a:lnTo>
                    <a:pt x="3634041" y="2350532"/>
                  </a:lnTo>
                  <a:lnTo>
                    <a:pt x="3614297" y="2304362"/>
                  </a:lnTo>
                  <a:lnTo>
                    <a:pt x="3594193" y="2258462"/>
                  </a:lnTo>
                  <a:lnTo>
                    <a:pt x="3573730" y="2212838"/>
                  </a:lnTo>
                  <a:lnTo>
                    <a:pt x="3552911" y="2167497"/>
                  </a:lnTo>
                  <a:lnTo>
                    <a:pt x="3531736" y="2122442"/>
                  </a:lnTo>
                  <a:lnTo>
                    <a:pt x="3510207" y="2077680"/>
                  </a:lnTo>
                  <a:lnTo>
                    <a:pt x="3488326" y="2033217"/>
                  </a:lnTo>
                  <a:lnTo>
                    <a:pt x="3466094" y="1989056"/>
                  </a:lnTo>
                  <a:lnTo>
                    <a:pt x="3443513" y="1945205"/>
                  </a:lnTo>
                  <a:lnTo>
                    <a:pt x="3420583" y="1901669"/>
                  </a:lnTo>
                  <a:lnTo>
                    <a:pt x="3397308" y="1858452"/>
                  </a:lnTo>
                  <a:lnTo>
                    <a:pt x="3373687" y="1815560"/>
                  </a:lnTo>
                  <a:lnTo>
                    <a:pt x="3349723" y="1772999"/>
                  </a:lnTo>
                  <a:lnTo>
                    <a:pt x="3325417" y="1730775"/>
                  </a:lnTo>
                  <a:lnTo>
                    <a:pt x="3300771" y="1688892"/>
                  </a:lnTo>
                  <a:lnTo>
                    <a:pt x="3275786" y="1647357"/>
                  </a:lnTo>
                  <a:lnTo>
                    <a:pt x="3250463" y="1606174"/>
                  </a:lnTo>
                  <a:lnTo>
                    <a:pt x="3224804" y="1565349"/>
                  </a:lnTo>
                  <a:lnTo>
                    <a:pt x="3198811" y="1524888"/>
                  </a:lnTo>
                  <a:lnTo>
                    <a:pt x="3172485" y="1484795"/>
                  </a:lnTo>
                  <a:lnTo>
                    <a:pt x="3145828" y="1445077"/>
                  </a:lnTo>
                  <a:lnTo>
                    <a:pt x="3118840" y="1405739"/>
                  </a:lnTo>
                  <a:lnTo>
                    <a:pt x="3091524" y="1366786"/>
                  </a:lnTo>
                  <a:lnTo>
                    <a:pt x="3063882" y="1328224"/>
                  </a:lnTo>
                  <a:lnTo>
                    <a:pt x="3035913" y="1290059"/>
                  </a:lnTo>
                  <a:lnTo>
                    <a:pt x="3007621" y="1252294"/>
                  </a:lnTo>
                  <a:lnTo>
                    <a:pt x="2979007" y="1214937"/>
                  </a:lnTo>
                  <a:lnTo>
                    <a:pt x="2950071" y="1177993"/>
                  </a:lnTo>
                  <a:lnTo>
                    <a:pt x="2920816" y="1141467"/>
                  </a:lnTo>
                  <a:lnTo>
                    <a:pt x="2891243" y="1105364"/>
                  </a:lnTo>
                  <a:lnTo>
                    <a:pt x="2861353" y="1069690"/>
                  </a:lnTo>
                  <a:lnTo>
                    <a:pt x="2831149" y="1034450"/>
                  </a:lnTo>
                  <a:lnTo>
                    <a:pt x="2800631" y="999651"/>
                  </a:lnTo>
                  <a:lnTo>
                    <a:pt x="2769801" y="965296"/>
                  </a:lnTo>
                  <a:lnTo>
                    <a:pt x="2738661" y="931393"/>
                  </a:lnTo>
                  <a:lnTo>
                    <a:pt x="2692868" y="882980"/>
                  </a:lnTo>
                  <a:lnTo>
                    <a:pt x="2646501" y="835780"/>
                  </a:lnTo>
                  <a:lnTo>
                    <a:pt x="2328704" y="598574"/>
                  </a:lnTo>
                  <a:lnTo>
                    <a:pt x="2288193" y="571377"/>
                  </a:lnTo>
                  <a:lnTo>
                    <a:pt x="2247371" y="544933"/>
                  </a:lnTo>
                  <a:lnTo>
                    <a:pt x="2206250" y="519237"/>
                  </a:lnTo>
                  <a:lnTo>
                    <a:pt x="2164841" y="494283"/>
                  </a:lnTo>
                  <a:lnTo>
                    <a:pt x="2123156" y="470068"/>
                  </a:lnTo>
                  <a:lnTo>
                    <a:pt x="2081207" y="446586"/>
                  </a:lnTo>
                  <a:lnTo>
                    <a:pt x="2039005" y="423831"/>
                  </a:lnTo>
                  <a:lnTo>
                    <a:pt x="1996562" y="401801"/>
                  </a:lnTo>
                  <a:lnTo>
                    <a:pt x="1949706" y="378423"/>
                  </a:lnTo>
                  <a:lnTo>
                    <a:pt x="1902655" y="355896"/>
                  </a:lnTo>
                  <a:lnTo>
                    <a:pt x="1855415" y="334207"/>
                  </a:lnTo>
                  <a:lnTo>
                    <a:pt x="1807991" y="313343"/>
                  </a:lnTo>
                  <a:lnTo>
                    <a:pt x="1760389" y="293290"/>
                  </a:lnTo>
                  <a:lnTo>
                    <a:pt x="1712615" y="274035"/>
                  </a:lnTo>
                  <a:lnTo>
                    <a:pt x="1664674" y="255565"/>
                  </a:lnTo>
                  <a:lnTo>
                    <a:pt x="1616572" y="237867"/>
                  </a:lnTo>
                  <a:lnTo>
                    <a:pt x="1568315" y="220927"/>
                  </a:lnTo>
                  <a:lnTo>
                    <a:pt x="1519908" y="204733"/>
                  </a:lnTo>
                  <a:lnTo>
                    <a:pt x="1471357" y="189270"/>
                  </a:lnTo>
                  <a:lnTo>
                    <a:pt x="1422668" y="174527"/>
                  </a:lnTo>
                  <a:lnTo>
                    <a:pt x="1373846" y="160489"/>
                  </a:lnTo>
                  <a:lnTo>
                    <a:pt x="1324897" y="147144"/>
                  </a:lnTo>
                  <a:lnTo>
                    <a:pt x="1275827" y="134479"/>
                  </a:lnTo>
                  <a:lnTo>
                    <a:pt x="1226641" y="122479"/>
                  </a:lnTo>
                  <a:lnTo>
                    <a:pt x="1177345" y="111133"/>
                  </a:lnTo>
                  <a:lnTo>
                    <a:pt x="1127944" y="100426"/>
                  </a:lnTo>
                  <a:lnTo>
                    <a:pt x="1078445" y="90346"/>
                  </a:lnTo>
                  <a:lnTo>
                    <a:pt x="1028853" y="80879"/>
                  </a:lnTo>
                  <a:lnTo>
                    <a:pt x="979173" y="72012"/>
                  </a:lnTo>
                  <a:lnTo>
                    <a:pt x="929411" y="63733"/>
                  </a:lnTo>
                  <a:lnTo>
                    <a:pt x="879574" y="56027"/>
                  </a:lnTo>
                  <a:lnTo>
                    <a:pt x="829665" y="48882"/>
                  </a:lnTo>
                  <a:lnTo>
                    <a:pt x="779693" y="42284"/>
                  </a:lnTo>
                  <a:lnTo>
                    <a:pt x="729661" y="36220"/>
                  </a:lnTo>
                  <a:lnTo>
                    <a:pt x="679575" y="30677"/>
                  </a:lnTo>
                  <a:lnTo>
                    <a:pt x="629442" y="25642"/>
                  </a:lnTo>
                  <a:lnTo>
                    <a:pt x="579266" y="21102"/>
                  </a:lnTo>
                  <a:lnTo>
                    <a:pt x="529054" y="17043"/>
                  </a:lnTo>
                  <a:lnTo>
                    <a:pt x="478812" y="13453"/>
                  </a:lnTo>
                  <a:lnTo>
                    <a:pt x="428544" y="10317"/>
                  </a:lnTo>
                  <a:lnTo>
                    <a:pt x="378256" y="7623"/>
                  </a:lnTo>
                  <a:lnTo>
                    <a:pt x="327955" y="5358"/>
                  </a:lnTo>
                  <a:lnTo>
                    <a:pt x="277645" y="3508"/>
                  </a:lnTo>
                  <a:lnTo>
                    <a:pt x="227333" y="2061"/>
                  </a:lnTo>
                  <a:lnTo>
                    <a:pt x="177024" y="1002"/>
                  </a:lnTo>
                  <a:lnTo>
                    <a:pt x="126724" y="320"/>
                  </a:lnTo>
                  <a:lnTo>
                    <a:pt x="76439" y="0"/>
                  </a:lnTo>
                  <a:lnTo>
                    <a:pt x="26173" y="29"/>
                  </a:lnTo>
                  <a:lnTo>
                    <a:pt x="0" y="486"/>
                  </a:lnTo>
                </a:path>
              </a:pathLst>
            </a:custGeom>
            <a:ln w="52354">
              <a:solidFill>
                <a:srgbClr val="2B90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3623962" y="2523918"/>
              <a:ext cx="215900" cy="213995"/>
            </a:xfrm>
            <a:custGeom>
              <a:avLst/>
              <a:gdLst/>
              <a:ahLst/>
              <a:cxnLst/>
              <a:rect l="l" t="t" r="r" b="b"/>
              <a:pathLst>
                <a:path w="215900" h="213994">
                  <a:moveTo>
                    <a:pt x="211710" y="0"/>
                  </a:moveTo>
                  <a:lnTo>
                    <a:pt x="0" y="110512"/>
                  </a:lnTo>
                  <a:lnTo>
                    <a:pt x="215438" y="213573"/>
                  </a:lnTo>
                  <a:lnTo>
                    <a:pt x="211710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/>
          <p:nvPr/>
        </p:nvSpPr>
        <p:spPr>
          <a:xfrm>
            <a:off x="1539220" y="7805565"/>
            <a:ext cx="1160145" cy="762000"/>
          </a:xfrm>
          <a:custGeom>
            <a:avLst/>
            <a:gdLst/>
            <a:ahLst/>
            <a:cxnLst/>
            <a:rect l="l" t="t" r="r" b="b"/>
            <a:pathLst>
              <a:path w="1160145" h="762000">
                <a:moveTo>
                  <a:pt x="1043399" y="0"/>
                </a:moveTo>
                <a:lnTo>
                  <a:pt x="118868" y="0"/>
                </a:lnTo>
                <a:lnTo>
                  <a:pt x="72802" y="9356"/>
                </a:lnTo>
                <a:lnTo>
                  <a:pt x="34996" y="34799"/>
                </a:lnTo>
                <a:lnTo>
                  <a:pt x="9409" y="72391"/>
                </a:lnTo>
                <a:lnTo>
                  <a:pt x="0" y="118196"/>
                </a:lnTo>
                <a:lnTo>
                  <a:pt x="0" y="643516"/>
                </a:lnTo>
                <a:lnTo>
                  <a:pt x="9409" y="689321"/>
                </a:lnTo>
                <a:lnTo>
                  <a:pt x="34996" y="726913"/>
                </a:lnTo>
                <a:lnTo>
                  <a:pt x="72802" y="752356"/>
                </a:lnTo>
                <a:lnTo>
                  <a:pt x="118868" y="761712"/>
                </a:lnTo>
                <a:lnTo>
                  <a:pt x="1043399" y="761712"/>
                </a:lnTo>
                <a:lnTo>
                  <a:pt x="1089465" y="752356"/>
                </a:lnTo>
                <a:lnTo>
                  <a:pt x="1127271" y="726913"/>
                </a:lnTo>
                <a:lnTo>
                  <a:pt x="1152859" y="689321"/>
                </a:lnTo>
                <a:lnTo>
                  <a:pt x="1154175" y="682915"/>
                </a:lnTo>
                <a:lnTo>
                  <a:pt x="154363" y="682915"/>
                </a:lnTo>
                <a:lnTo>
                  <a:pt x="196931" y="644337"/>
                </a:lnTo>
                <a:lnTo>
                  <a:pt x="79245" y="644337"/>
                </a:lnTo>
                <a:lnTo>
                  <a:pt x="79245" y="139544"/>
                </a:lnTo>
                <a:lnTo>
                  <a:pt x="202115" y="139544"/>
                </a:lnTo>
                <a:lnTo>
                  <a:pt x="130012" y="78798"/>
                </a:lnTo>
                <a:lnTo>
                  <a:pt x="1154175" y="78798"/>
                </a:lnTo>
                <a:lnTo>
                  <a:pt x="1152859" y="72391"/>
                </a:lnTo>
                <a:lnTo>
                  <a:pt x="1127271" y="34799"/>
                </a:lnTo>
                <a:lnTo>
                  <a:pt x="1089465" y="9356"/>
                </a:lnTo>
                <a:lnTo>
                  <a:pt x="1043399" y="0"/>
                </a:lnTo>
                <a:close/>
              </a:path>
              <a:path w="1160145" h="762000">
                <a:moveTo>
                  <a:pt x="851288" y="433387"/>
                </a:moveTo>
                <a:lnTo>
                  <a:pt x="734260" y="433387"/>
                </a:lnTo>
                <a:lnTo>
                  <a:pt x="1008729" y="682915"/>
                </a:lnTo>
                <a:lnTo>
                  <a:pt x="1154175" y="682915"/>
                </a:lnTo>
                <a:lnTo>
                  <a:pt x="1159589" y="656555"/>
                </a:lnTo>
                <a:lnTo>
                  <a:pt x="1159589" y="644337"/>
                </a:lnTo>
                <a:lnTo>
                  <a:pt x="1083029" y="644337"/>
                </a:lnTo>
                <a:lnTo>
                  <a:pt x="851288" y="433387"/>
                </a:lnTo>
                <a:close/>
              </a:path>
              <a:path w="1160145" h="762000">
                <a:moveTo>
                  <a:pt x="202115" y="139544"/>
                </a:moveTo>
                <a:lnTo>
                  <a:pt x="79253" y="139544"/>
                </a:lnTo>
                <a:lnTo>
                  <a:pt x="368161" y="382497"/>
                </a:lnTo>
                <a:lnTo>
                  <a:pt x="79245" y="644337"/>
                </a:lnTo>
                <a:lnTo>
                  <a:pt x="196931" y="644337"/>
                </a:lnTo>
                <a:lnTo>
                  <a:pt x="429246" y="433797"/>
                </a:lnTo>
                <a:lnTo>
                  <a:pt x="551382" y="433797"/>
                </a:lnTo>
                <a:lnTo>
                  <a:pt x="202115" y="139544"/>
                </a:lnTo>
                <a:close/>
              </a:path>
              <a:path w="1160145" h="762000">
                <a:moveTo>
                  <a:pt x="1159589" y="139544"/>
                </a:moveTo>
                <a:lnTo>
                  <a:pt x="1083022" y="139544"/>
                </a:lnTo>
                <a:lnTo>
                  <a:pt x="1083022" y="644337"/>
                </a:lnTo>
                <a:lnTo>
                  <a:pt x="1159589" y="644337"/>
                </a:lnTo>
                <a:lnTo>
                  <a:pt x="1159589" y="139544"/>
                </a:lnTo>
                <a:close/>
              </a:path>
              <a:path w="1160145" h="762000">
                <a:moveTo>
                  <a:pt x="551382" y="433797"/>
                </a:moveTo>
                <a:lnTo>
                  <a:pt x="429246" y="433797"/>
                </a:lnTo>
                <a:lnTo>
                  <a:pt x="503127" y="496178"/>
                </a:lnTo>
                <a:lnTo>
                  <a:pt x="540402" y="517545"/>
                </a:lnTo>
                <a:lnTo>
                  <a:pt x="581546" y="524656"/>
                </a:lnTo>
                <a:lnTo>
                  <a:pt x="622791" y="517545"/>
                </a:lnTo>
                <a:lnTo>
                  <a:pt x="659967" y="496178"/>
                </a:lnTo>
                <a:lnTo>
                  <a:pt x="718351" y="446833"/>
                </a:lnTo>
                <a:lnTo>
                  <a:pt x="581563" y="446833"/>
                </a:lnTo>
                <a:lnTo>
                  <a:pt x="567535" y="444192"/>
                </a:lnTo>
                <a:lnTo>
                  <a:pt x="554306" y="436261"/>
                </a:lnTo>
                <a:lnTo>
                  <a:pt x="551382" y="433797"/>
                </a:lnTo>
                <a:close/>
              </a:path>
              <a:path w="1160145" h="762000">
                <a:moveTo>
                  <a:pt x="1154175" y="78798"/>
                </a:moveTo>
                <a:lnTo>
                  <a:pt x="1032255" y="78798"/>
                </a:lnTo>
                <a:lnTo>
                  <a:pt x="608787" y="436261"/>
                </a:lnTo>
                <a:lnTo>
                  <a:pt x="595563" y="444192"/>
                </a:lnTo>
                <a:lnTo>
                  <a:pt x="581563" y="446833"/>
                </a:lnTo>
                <a:lnTo>
                  <a:pt x="718351" y="446833"/>
                </a:lnTo>
                <a:lnTo>
                  <a:pt x="734260" y="433387"/>
                </a:lnTo>
                <a:lnTo>
                  <a:pt x="851288" y="433387"/>
                </a:lnTo>
                <a:lnTo>
                  <a:pt x="794931" y="382087"/>
                </a:lnTo>
                <a:lnTo>
                  <a:pt x="1083015" y="139544"/>
                </a:lnTo>
                <a:lnTo>
                  <a:pt x="1159589" y="139544"/>
                </a:lnTo>
                <a:lnTo>
                  <a:pt x="1159589" y="105157"/>
                </a:lnTo>
                <a:lnTo>
                  <a:pt x="1154175" y="78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793497" y="7641517"/>
            <a:ext cx="434340" cy="1005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400" spc="10" b="0">
                <a:latin typeface="Source Han Sans JP Medium"/>
                <a:cs typeface="Source Han Sans JP Medium"/>
              </a:rPr>
              <a:t>?</a:t>
            </a:r>
            <a:endParaRPr sz="6400">
              <a:latin typeface="Source Han Sans JP Medium"/>
              <a:cs typeface="Source Han Sans JP Medium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998684" y="3401600"/>
            <a:ext cx="5782310" cy="3693160"/>
            <a:chOff x="2998684" y="3401600"/>
            <a:chExt cx="5782310" cy="3693160"/>
          </a:xfrm>
        </p:grpSpPr>
        <p:sp>
          <p:nvSpPr>
            <p:cNvPr id="33" name="object 33"/>
            <p:cNvSpPr/>
            <p:nvPr/>
          </p:nvSpPr>
          <p:spPr>
            <a:xfrm>
              <a:off x="3113808" y="3427777"/>
              <a:ext cx="3823970" cy="3322954"/>
            </a:xfrm>
            <a:custGeom>
              <a:avLst/>
              <a:gdLst/>
              <a:ahLst/>
              <a:cxnLst/>
              <a:rect l="l" t="t" r="r" b="b"/>
              <a:pathLst>
                <a:path w="3823970" h="3322954">
                  <a:moveTo>
                    <a:pt x="3823518" y="18988"/>
                  </a:moveTo>
                  <a:lnTo>
                    <a:pt x="3786182" y="52941"/>
                  </a:lnTo>
                  <a:lnTo>
                    <a:pt x="3748585" y="86587"/>
                  </a:lnTo>
                  <a:lnTo>
                    <a:pt x="3710729" y="119925"/>
                  </a:lnTo>
                  <a:lnTo>
                    <a:pt x="3672616" y="152954"/>
                  </a:lnTo>
                  <a:lnTo>
                    <a:pt x="3634247" y="185672"/>
                  </a:lnTo>
                  <a:lnTo>
                    <a:pt x="3595624" y="218078"/>
                  </a:lnTo>
                  <a:lnTo>
                    <a:pt x="3556750" y="250171"/>
                  </a:lnTo>
                  <a:lnTo>
                    <a:pt x="3517627" y="281948"/>
                  </a:lnTo>
                  <a:lnTo>
                    <a:pt x="3478255" y="313410"/>
                  </a:lnTo>
                  <a:lnTo>
                    <a:pt x="3438638" y="344553"/>
                  </a:lnTo>
                  <a:lnTo>
                    <a:pt x="3398777" y="375378"/>
                  </a:lnTo>
                  <a:lnTo>
                    <a:pt x="3358675" y="405882"/>
                  </a:lnTo>
                  <a:lnTo>
                    <a:pt x="3318332" y="436064"/>
                  </a:lnTo>
                  <a:lnTo>
                    <a:pt x="3277752" y="465923"/>
                  </a:lnTo>
                  <a:lnTo>
                    <a:pt x="3236936" y="495457"/>
                  </a:lnTo>
                  <a:lnTo>
                    <a:pt x="3195885" y="524665"/>
                  </a:lnTo>
                  <a:lnTo>
                    <a:pt x="3154603" y="553546"/>
                  </a:lnTo>
                  <a:lnTo>
                    <a:pt x="3113090" y="582097"/>
                  </a:lnTo>
                  <a:lnTo>
                    <a:pt x="3071350" y="610318"/>
                  </a:lnTo>
                  <a:lnTo>
                    <a:pt x="3029383" y="638208"/>
                  </a:lnTo>
                  <a:lnTo>
                    <a:pt x="2987192" y="665764"/>
                  </a:lnTo>
                  <a:lnTo>
                    <a:pt x="2944779" y="692986"/>
                  </a:lnTo>
                  <a:lnTo>
                    <a:pt x="2902145" y="719872"/>
                  </a:lnTo>
                  <a:lnTo>
                    <a:pt x="2859293" y="746420"/>
                  </a:lnTo>
                  <a:lnTo>
                    <a:pt x="2816224" y="772630"/>
                  </a:lnTo>
                  <a:lnTo>
                    <a:pt x="2772941" y="798500"/>
                  </a:lnTo>
                  <a:lnTo>
                    <a:pt x="2729446" y="824028"/>
                  </a:lnTo>
                  <a:lnTo>
                    <a:pt x="2685740" y="849213"/>
                  </a:lnTo>
                  <a:lnTo>
                    <a:pt x="2641825" y="874054"/>
                  </a:lnTo>
                  <a:lnTo>
                    <a:pt x="2597704" y="898549"/>
                  </a:lnTo>
                  <a:lnTo>
                    <a:pt x="2546808" y="925489"/>
                  </a:lnTo>
                  <a:lnTo>
                    <a:pt x="2495978" y="950332"/>
                  </a:lnTo>
                  <a:lnTo>
                    <a:pt x="2445257" y="973115"/>
                  </a:lnTo>
                  <a:lnTo>
                    <a:pt x="2394687" y="993876"/>
                  </a:lnTo>
                  <a:lnTo>
                    <a:pt x="2344311" y="1012655"/>
                  </a:lnTo>
                  <a:lnTo>
                    <a:pt x="2294171" y="1029490"/>
                  </a:lnTo>
                  <a:lnTo>
                    <a:pt x="2244309" y="1044418"/>
                  </a:lnTo>
                  <a:lnTo>
                    <a:pt x="2194767" y="1057478"/>
                  </a:lnTo>
                  <a:lnTo>
                    <a:pt x="2145589" y="1068708"/>
                  </a:lnTo>
                  <a:lnTo>
                    <a:pt x="2096817" y="1078147"/>
                  </a:lnTo>
                  <a:lnTo>
                    <a:pt x="2048492" y="1085832"/>
                  </a:lnTo>
                  <a:lnTo>
                    <a:pt x="2000658" y="1091802"/>
                  </a:lnTo>
                  <a:lnTo>
                    <a:pt x="1953356" y="1096096"/>
                  </a:lnTo>
                  <a:lnTo>
                    <a:pt x="1906630" y="1098751"/>
                  </a:lnTo>
                  <a:lnTo>
                    <a:pt x="1860522" y="1099805"/>
                  </a:lnTo>
                  <a:lnTo>
                    <a:pt x="1815073" y="1099298"/>
                  </a:lnTo>
                  <a:lnTo>
                    <a:pt x="1770327" y="1097267"/>
                  </a:lnTo>
                  <a:lnTo>
                    <a:pt x="1726325" y="1093750"/>
                  </a:lnTo>
                  <a:lnTo>
                    <a:pt x="1683111" y="1088786"/>
                  </a:lnTo>
                  <a:lnTo>
                    <a:pt x="1640727" y="1082413"/>
                  </a:lnTo>
                  <a:lnTo>
                    <a:pt x="1599214" y="1074669"/>
                  </a:lnTo>
                  <a:lnTo>
                    <a:pt x="1558616" y="1065592"/>
                  </a:lnTo>
                  <a:lnTo>
                    <a:pt x="1518975" y="1055222"/>
                  </a:lnTo>
                  <a:lnTo>
                    <a:pt x="1480333" y="1043595"/>
                  </a:lnTo>
                  <a:lnTo>
                    <a:pt x="1442733" y="1030751"/>
                  </a:lnTo>
                  <a:lnTo>
                    <a:pt x="1406217" y="1016727"/>
                  </a:lnTo>
                  <a:lnTo>
                    <a:pt x="1370827" y="1001562"/>
                  </a:lnTo>
                  <a:lnTo>
                    <a:pt x="1303597" y="967961"/>
                  </a:lnTo>
                  <a:lnTo>
                    <a:pt x="1241382" y="930255"/>
                  </a:lnTo>
                  <a:lnTo>
                    <a:pt x="1184522" y="888748"/>
                  </a:lnTo>
                  <a:lnTo>
                    <a:pt x="1133354" y="843748"/>
                  </a:lnTo>
                  <a:lnTo>
                    <a:pt x="1088220" y="795560"/>
                  </a:lnTo>
                  <a:lnTo>
                    <a:pt x="1049457" y="744490"/>
                  </a:lnTo>
                  <a:lnTo>
                    <a:pt x="1017406" y="690844"/>
                  </a:lnTo>
                  <a:lnTo>
                    <a:pt x="992405" y="634929"/>
                  </a:lnTo>
                  <a:lnTo>
                    <a:pt x="974794" y="577051"/>
                  </a:lnTo>
                  <a:lnTo>
                    <a:pt x="964913" y="517515"/>
                  </a:lnTo>
                  <a:lnTo>
                    <a:pt x="962976" y="487221"/>
                  </a:lnTo>
                  <a:lnTo>
                    <a:pt x="963099" y="456627"/>
                  </a:lnTo>
                  <a:lnTo>
                    <a:pt x="969693" y="394694"/>
                  </a:lnTo>
                  <a:lnTo>
                    <a:pt x="985035" y="332021"/>
                  </a:lnTo>
                  <a:lnTo>
                    <a:pt x="1009462" y="268915"/>
                  </a:lnTo>
                  <a:lnTo>
                    <a:pt x="1029722" y="229596"/>
                  </a:lnTo>
                  <a:lnTo>
                    <a:pt x="1052744" y="193390"/>
                  </a:lnTo>
                  <a:lnTo>
                    <a:pt x="1078305" y="160296"/>
                  </a:lnTo>
                  <a:lnTo>
                    <a:pt x="1106182" y="130312"/>
                  </a:lnTo>
                  <a:lnTo>
                    <a:pt x="1136153" y="103434"/>
                  </a:lnTo>
                  <a:lnTo>
                    <a:pt x="1167994" y="79662"/>
                  </a:lnTo>
                  <a:lnTo>
                    <a:pt x="1201482" y="58992"/>
                  </a:lnTo>
                  <a:lnTo>
                    <a:pt x="1236395" y="41422"/>
                  </a:lnTo>
                  <a:lnTo>
                    <a:pt x="1272509" y="26951"/>
                  </a:lnTo>
                  <a:lnTo>
                    <a:pt x="1309602" y="15575"/>
                  </a:lnTo>
                  <a:lnTo>
                    <a:pt x="1347450" y="7293"/>
                  </a:lnTo>
                  <a:lnTo>
                    <a:pt x="1385832" y="2102"/>
                  </a:lnTo>
                  <a:lnTo>
                    <a:pt x="1424524" y="0"/>
                  </a:lnTo>
                  <a:lnTo>
                    <a:pt x="1463302" y="984"/>
                  </a:lnTo>
                  <a:lnTo>
                    <a:pt x="1501945" y="5053"/>
                  </a:lnTo>
                  <a:lnTo>
                    <a:pt x="1540229" y="12204"/>
                  </a:lnTo>
                  <a:lnTo>
                    <a:pt x="1577931" y="22435"/>
                  </a:lnTo>
                  <a:lnTo>
                    <a:pt x="1614828" y="35743"/>
                  </a:lnTo>
                  <a:lnTo>
                    <a:pt x="1650698" y="52127"/>
                  </a:lnTo>
                  <a:lnTo>
                    <a:pt x="1685318" y="71584"/>
                  </a:lnTo>
                  <a:lnTo>
                    <a:pt x="1718464" y="94111"/>
                  </a:lnTo>
                  <a:lnTo>
                    <a:pt x="1749914" y="119707"/>
                  </a:lnTo>
                  <a:lnTo>
                    <a:pt x="1779445" y="148370"/>
                  </a:lnTo>
                  <a:lnTo>
                    <a:pt x="1806833" y="180096"/>
                  </a:lnTo>
                  <a:lnTo>
                    <a:pt x="1831857" y="214884"/>
                  </a:lnTo>
                  <a:lnTo>
                    <a:pt x="1854292" y="252731"/>
                  </a:lnTo>
                  <a:lnTo>
                    <a:pt x="1873917" y="293635"/>
                  </a:lnTo>
                  <a:lnTo>
                    <a:pt x="1891133" y="336496"/>
                  </a:lnTo>
                  <a:lnTo>
                    <a:pt x="1905554" y="377932"/>
                  </a:lnTo>
                  <a:lnTo>
                    <a:pt x="1917251" y="417983"/>
                  </a:lnTo>
                  <a:lnTo>
                    <a:pt x="1926297" y="456685"/>
                  </a:lnTo>
                  <a:lnTo>
                    <a:pt x="1936726" y="530200"/>
                  </a:lnTo>
                  <a:lnTo>
                    <a:pt x="1937423" y="598784"/>
                  </a:lnTo>
                  <a:lnTo>
                    <a:pt x="1928968" y="662742"/>
                  </a:lnTo>
                  <a:lnTo>
                    <a:pt x="1911942" y="722381"/>
                  </a:lnTo>
                  <a:lnTo>
                    <a:pt x="1886924" y="778008"/>
                  </a:lnTo>
                  <a:lnTo>
                    <a:pt x="1854495" y="829928"/>
                  </a:lnTo>
                  <a:lnTo>
                    <a:pt x="1815237" y="878449"/>
                  </a:lnTo>
                  <a:lnTo>
                    <a:pt x="1769728" y="923876"/>
                  </a:lnTo>
                  <a:lnTo>
                    <a:pt x="1718551" y="966516"/>
                  </a:lnTo>
                  <a:lnTo>
                    <a:pt x="1662284" y="1006675"/>
                  </a:lnTo>
                  <a:lnTo>
                    <a:pt x="1601510" y="1044659"/>
                  </a:lnTo>
                  <a:lnTo>
                    <a:pt x="1536808" y="1080775"/>
                  </a:lnTo>
                  <a:lnTo>
                    <a:pt x="1468759" y="1115330"/>
                  </a:lnTo>
                  <a:lnTo>
                    <a:pt x="1433660" y="1132117"/>
                  </a:lnTo>
                  <a:lnTo>
                    <a:pt x="1397943" y="1148628"/>
                  </a:lnTo>
                  <a:lnTo>
                    <a:pt x="1361679" y="1164903"/>
                  </a:lnTo>
                  <a:lnTo>
                    <a:pt x="1324941" y="1180978"/>
                  </a:lnTo>
                  <a:lnTo>
                    <a:pt x="1287801" y="1196893"/>
                  </a:lnTo>
                  <a:lnTo>
                    <a:pt x="1250333" y="1212685"/>
                  </a:lnTo>
                  <a:lnTo>
                    <a:pt x="1212608" y="1228393"/>
                  </a:lnTo>
                  <a:lnTo>
                    <a:pt x="1174700" y="1244055"/>
                  </a:lnTo>
                  <a:lnTo>
                    <a:pt x="1136680" y="1259709"/>
                  </a:lnTo>
                  <a:lnTo>
                    <a:pt x="1098622" y="1275395"/>
                  </a:lnTo>
                  <a:lnTo>
                    <a:pt x="1060598" y="1291149"/>
                  </a:lnTo>
                  <a:lnTo>
                    <a:pt x="1022680" y="1307011"/>
                  </a:lnTo>
                  <a:lnTo>
                    <a:pt x="984941" y="1323018"/>
                  </a:lnTo>
                  <a:lnTo>
                    <a:pt x="947454" y="1339209"/>
                  </a:lnTo>
                  <a:lnTo>
                    <a:pt x="910291" y="1355623"/>
                  </a:lnTo>
                  <a:lnTo>
                    <a:pt x="873525" y="1372297"/>
                  </a:lnTo>
                  <a:lnTo>
                    <a:pt x="837229" y="1389269"/>
                  </a:lnTo>
                  <a:lnTo>
                    <a:pt x="801474" y="1406579"/>
                  </a:lnTo>
                  <a:lnTo>
                    <a:pt x="766333" y="1424264"/>
                  </a:lnTo>
                  <a:lnTo>
                    <a:pt x="731880" y="1442363"/>
                  </a:lnTo>
                  <a:lnTo>
                    <a:pt x="698186" y="1460914"/>
                  </a:lnTo>
                  <a:lnTo>
                    <a:pt x="633367" y="1499525"/>
                  </a:lnTo>
                  <a:lnTo>
                    <a:pt x="572458" y="1540402"/>
                  </a:lnTo>
                  <a:lnTo>
                    <a:pt x="516037" y="1583854"/>
                  </a:lnTo>
                  <a:lnTo>
                    <a:pt x="464687" y="1630185"/>
                  </a:lnTo>
                  <a:lnTo>
                    <a:pt x="418987" y="1679703"/>
                  </a:lnTo>
                  <a:lnTo>
                    <a:pt x="379518" y="1732713"/>
                  </a:lnTo>
                  <a:lnTo>
                    <a:pt x="339494" y="1803852"/>
                  </a:lnTo>
                  <a:lnTo>
                    <a:pt x="320117" y="1847926"/>
                  </a:lnTo>
                  <a:lnTo>
                    <a:pt x="303892" y="1892776"/>
                  </a:lnTo>
                  <a:lnTo>
                    <a:pt x="290537" y="1938334"/>
                  </a:lnTo>
                  <a:lnTo>
                    <a:pt x="279774" y="1984533"/>
                  </a:lnTo>
                  <a:lnTo>
                    <a:pt x="271320" y="2031304"/>
                  </a:lnTo>
                  <a:lnTo>
                    <a:pt x="264897" y="2078580"/>
                  </a:lnTo>
                  <a:lnTo>
                    <a:pt x="260222" y="2126291"/>
                  </a:lnTo>
                  <a:lnTo>
                    <a:pt x="257017" y="2174370"/>
                  </a:lnTo>
                  <a:lnTo>
                    <a:pt x="255001" y="2222749"/>
                  </a:lnTo>
                  <a:lnTo>
                    <a:pt x="253893" y="2271359"/>
                  </a:lnTo>
                  <a:lnTo>
                    <a:pt x="253413" y="2320133"/>
                  </a:lnTo>
                  <a:lnTo>
                    <a:pt x="253280" y="2369001"/>
                  </a:lnTo>
                  <a:lnTo>
                    <a:pt x="253215" y="2417897"/>
                  </a:lnTo>
                  <a:lnTo>
                    <a:pt x="252936" y="2466751"/>
                  </a:lnTo>
                  <a:lnTo>
                    <a:pt x="252164" y="2515496"/>
                  </a:lnTo>
                  <a:lnTo>
                    <a:pt x="250618" y="2564063"/>
                  </a:lnTo>
                  <a:lnTo>
                    <a:pt x="248017" y="2612385"/>
                  </a:lnTo>
                  <a:lnTo>
                    <a:pt x="244081" y="2660393"/>
                  </a:lnTo>
                  <a:lnTo>
                    <a:pt x="238379" y="2709602"/>
                  </a:lnTo>
                  <a:lnTo>
                    <a:pt x="230978" y="2758458"/>
                  </a:lnTo>
                  <a:lnTo>
                    <a:pt x="221896" y="2806920"/>
                  </a:lnTo>
                  <a:lnTo>
                    <a:pt x="211152" y="2854946"/>
                  </a:lnTo>
                  <a:lnTo>
                    <a:pt x="198762" y="2902494"/>
                  </a:lnTo>
                  <a:lnTo>
                    <a:pt x="184745" y="2949525"/>
                  </a:lnTo>
                  <a:lnTo>
                    <a:pt x="169116" y="2995995"/>
                  </a:lnTo>
                  <a:lnTo>
                    <a:pt x="151895" y="3041865"/>
                  </a:lnTo>
                  <a:lnTo>
                    <a:pt x="133098" y="3087093"/>
                  </a:lnTo>
                  <a:lnTo>
                    <a:pt x="112743" y="3131637"/>
                  </a:lnTo>
                  <a:lnTo>
                    <a:pt x="90847" y="3175457"/>
                  </a:lnTo>
                  <a:lnTo>
                    <a:pt x="67429" y="3218511"/>
                  </a:lnTo>
                  <a:lnTo>
                    <a:pt x="42504" y="3260758"/>
                  </a:lnTo>
                  <a:lnTo>
                    <a:pt x="16092" y="3302157"/>
                  </a:lnTo>
                  <a:lnTo>
                    <a:pt x="0" y="3322832"/>
                  </a:lnTo>
                </a:path>
              </a:pathLst>
            </a:custGeom>
            <a:ln w="52354">
              <a:solidFill>
                <a:srgbClr val="2A90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998684" y="6664351"/>
              <a:ext cx="215900" cy="234315"/>
            </a:xfrm>
            <a:custGeom>
              <a:avLst/>
              <a:gdLst/>
              <a:ahLst/>
              <a:cxnLst/>
              <a:rect l="l" t="t" r="r" b="b"/>
              <a:pathLst>
                <a:path w="215900" h="234315">
                  <a:moveTo>
                    <a:pt x="46922" y="0"/>
                  </a:moveTo>
                  <a:lnTo>
                    <a:pt x="0" y="234164"/>
                  </a:lnTo>
                  <a:lnTo>
                    <a:pt x="215484" y="131203"/>
                  </a:lnTo>
                  <a:lnTo>
                    <a:pt x="46922" y="0"/>
                  </a:lnTo>
                  <a:close/>
                </a:path>
              </a:pathLst>
            </a:custGeom>
            <a:solidFill>
              <a:srgbClr val="2A90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642657" y="5201237"/>
              <a:ext cx="1047115" cy="1866900"/>
            </a:xfrm>
            <a:custGeom>
              <a:avLst/>
              <a:gdLst/>
              <a:ahLst/>
              <a:cxnLst/>
              <a:rect l="l" t="t" r="r" b="b"/>
              <a:pathLst>
                <a:path w="1047115" h="1866900">
                  <a:moveTo>
                    <a:pt x="0" y="1866823"/>
                  </a:moveTo>
                  <a:lnTo>
                    <a:pt x="1033798" y="22833"/>
                  </a:lnTo>
                  <a:lnTo>
                    <a:pt x="1046599" y="0"/>
                  </a:lnTo>
                </a:path>
              </a:pathLst>
            </a:custGeom>
            <a:ln w="52354">
              <a:solidFill>
                <a:srgbClr val="2B90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583294" y="5037749"/>
              <a:ext cx="198120" cy="238760"/>
            </a:xfrm>
            <a:custGeom>
              <a:avLst/>
              <a:gdLst/>
              <a:ahLst/>
              <a:cxnLst/>
              <a:rect l="l" t="t" r="r" b="b"/>
              <a:pathLst>
                <a:path w="198120" h="238760">
                  <a:moveTo>
                    <a:pt x="197619" y="0"/>
                  </a:moveTo>
                  <a:lnTo>
                    <a:pt x="0" y="134093"/>
                  </a:lnTo>
                  <a:lnTo>
                    <a:pt x="186322" y="238550"/>
                  </a:lnTo>
                  <a:lnTo>
                    <a:pt x="197619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574626" y="5201237"/>
              <a:ext cx="1047115" cy="1866900"/>
            </a:xfrm>
            <a:custGeom>
              <a:avLst/>
              <a:gdLst/>
              <a:ahLst/>
              <a:cxnLst/>
              <a:rect l="l" t="t" r="r" b="b"/>
              <a:pathLst>
                <a:path w="1047115" h="1866900">
                  <a:moveTo>
                    <a:pt x="0" y="1866823"/>
                  </a:moveTo>
                  <a:lnTo>
                    <a:pt x="1033798" y="22833"/>
                  </a:lnTo>
                  <a:lnTo>
                    <a:pt x="1046599" y="0"/>
                  </a:lnTo>
                </a:path>
              </a:pathLst>
            </a:custGeom>
            <a:ln w="52354">
              <a:solidFill>
                <a:srgbClr val="2B90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515264" y="5037749"/>
              <a:ext cx="198120" cy="238760"/>
            </a:xfrm>
            <a:custGeom>
              <a:avLst/>
              <a:gdLst/>
              <a:ahLst/>
              <a:cxnLst/>
              <a:rect l="l" t="t" r="r" b="b"/>
              <a:pathLst>
                <a:path w="198120" h="238760">
                  <a:moveTo>
                    <a:pt x="197619" y="0"/>
                  </a:moveTo>
                  <a:lnTo>
                    <a:pt x="0" y="134093"/>
                  </a:lnTo>
                  <a:lnTo>
                    <a:pt x="186322" y="238550"/>
                  </a:lnTo>
                  <a:lnTo>
                    <a:pt x="197619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/>
          <p:nvPr/>
        </p:nvSpPr>
        <p:spPr>
          <a:xfrm>
            <a:off x="17901150" y="7554122"/>
            <a:ext cx="1003300" cy="1045210"/>
          </a:xfrm>
          <a:custGeom>
            <a:avLst/>
            <a:gdLst/>
            <a:ahLst/>
            <a:cxnLst/>
            <a:rect l="l" t="t" r="r" b="b"/>
            <a:pathLst>
              <a:path w="1003300" h="1045209">
                <a:moveTo>
                  <a:pt x="501429" y="0"/>
                </a:moveTo>
                <a:lnTo>
                  <a:pt x="446554" y="4010"/>
                </a:lnTo>
                <a:lnTo>
                  <a:pt x="398440" y="15624"/>
                </a:lnTo>
                <a:lnTo>
                  <a:pt x="357214" y="34210"/>
                </a:lnTo>
                <a:lnTo>
                  <a:pt x="323005" y="59139"/>
                </a:lnTo>
                <a:lnTo>
                  <a:pt x="295938" y="89783"/>
                </a:lnTo>
                <a:lnTo>
                  <a:pt x="276734" y="122854"/>
                </a:lnTo>
                <a:lnTo>
                  <a:pt x="254400" y="195689"/>
                </a:lnTo>
                <a:lnTo>
                  <a:pt x="249581" y="233991"/>
                </a:lnTo>
                <a:lnTo>
                  <a:pt x="249531" y="234389"/>
                </a:lnTo>
                <a:lnTo>
                  <a:pt x="235712" y="238266"/>
                </a:lnTo>
                <a:lnTo>
                  <a:pt x="236215" y="238266"/>
                </a:lnTo>
                <a:lnTo>
                  <a:pt x="225483" y="245361"/>
                </a:lnTo>
                <a:lnTo>
                  <a:pt x="216287" y="255161"/>
                </a:lnTo>
                <a:lnTo>
                  <a:pt x="209061" y="266170"/>
                </a:lnTo>
                <a:lnTo>
                  <a:pt x="204673" y="280349"/>
                </a:lnTo>
                <a:lnTo>
                  <a:pt x="203013" y="292434"/>
                </a:lnTo>
                <a:lnTo>
                  <a:pt x="202890" y="302907"/>
                </a:lnTo>
                <a:lnTo>
                  <a:pt x="203114" y="312254"/>
                </a:lnTo>
                <a:lnTo>
                  <a:pt x="210659" y="342655"/>
                </a:lnTo>
                <a:lnTo>
                  <a:pt x="225938" y="373771"/>
                </a:lnTo>
                <a:lnTo>
                  <a:pt x="246466" y="398858"/>
                </a:lnTo>
                <a:lnTo>
                  <a:pt x="269761" y="411173"/>
                </a:lnTo>
                <a:lnTo>
                  <a:pt x="280019" y="439048"/>
                </a:lnTo>
                <a:lnTo>
                  <a:pt x="305614" y="493311"/>
                </a:lnTo>
                <a:lnTo>
                  <a:pt x="328986" y="531903"/>
                </a:lnTo>
                <a:lnTo>
                  <a:pt x="356638" y="568889"/>
                </a:lnTo>
                <a:lnTo>
                  <a:pt x="343151" y="612192"/>
                </a:lnTo>
                <a:lnTo>
                  <a:pt x="305253" y="625966"/>
                </a:lnTo>
                <a:lnTo>
                  <a:pt x="267033" y="637598"/>
                </a:lnTo>
                <a:lnTo>
                  <a:pt x="229583" y="647452"/>
                </a:lnTo>
                <a:lnTo>
                  <a:pt x="193994" y="655891"/>
                </a:lnTo>
                <a:lnTo>
                  <a:pt x="159128" y="664997"/>
                </a:lnTo>
                <a:lnTo>
                  <a:pt x="93222" y="683405"/>
                </a:lnTo>
                <a:lnTo>
                  <a:pt x="42982" y="719831"/>
                </a:lnTo>
                <a:lnTo>
                  <a:pt x="16800" y="779110"/>
                </a:lnTo>
                <a:lnTo>
                  <a:pt x="9741" y="860690"/>
                </a:lnTo>
                <a:lnTo>
                  <a:pt x="6188" y="912301"/>
                </a:lnTo>
                <a:lnTo>
                  <a:pt x="0" y="1004297"/>
                </a:lnTo>
                <a:lnTo>
                  <a:pt x="2488" y="1019386"/>
                </a:lnTo>
                <a:lnTo>
                  <a:pt x="10775" y="1032352"/>
                </a:lnTo>
                <a:lnTo>
                  <a:pt x="23195" y="1041420"/>
                </a:lnTo>
                <a:lnTo>
                  <a:pt x="38082" y="1044818"/>
                </a:lnTo>
                <a:lnTo>
                  <a:pt x="964776" y="1044818"/>
                </a:lnTo>
                <a:lnTo>
                  <a:pt x="979594" y="1041420"/>
                </a:lnTo>
                <a:lnTo>
                  <a:pt x="992064" y="1032352"/>
                </a:lnTo>
                <a:lnTo>
                  <a:pt x="1000367" y="1019386"/>
                </a:lnTo>
                <a:lnTo>
                  <a:pt x="1002859" y="1004297"/>
                </a:lnTo>
                <a:lnTo>
                  <a:pt x="1000471" y="968542"/>
                </a:lnTo>
                <a:lnTo>
                  <a:pt x="78950" y="968542"/>
                </a:lnTo>
                <a:lnTo>
                  <a:pt x="81443" y="930406"/>
                </a:lnTo>
                <a:lnTo>
                  <a:pt x="86566" y="854033"/>
                </a:lnTo>
                <a:lnTo>
                  <a:pt x="88866" y="815991"/>
                </a:lnTo>
                <a:lnTo>
                  <a:pt x="90827" y="796883"/>
                </a:lnTo>
                <a:lnTo>
                  <a:pt x="111473" y="758387"/>
                </a:lnTo>
                <a:lnTo>
                  <a:pt x="174824" y="739318"/>
                </a:lnTo>
                <a:lnTo>
                  <a:pt x="238743" y="723845"/>
                </a:lnTo>
                <a:lnTo>
                  <a:pt x="267727" y="716218"/>
                </a:lnTo>
                <a:lnTo>
                  <a:pt x="297131" y="707726"/>
                </a:lnTo>
                <a:lnTo>
                  <a:pt x="326482" y="698399"/>
                </a:lnTo>
                <a:lnTo>
                  <a:pt x="412416" y="698399"/>
                </a:lnTo>
                <a:lnTo>
                  <a:pt x="406684" y="689453"/>
                </a:lnTo>
                <a:lnTo>
                  <a:pt x="399872" y="673605"/>
                </a:lnTo>
                <a:lnTo>
                  <a:pt x="419317" y="624508"/>
                </a:lnTo>
                <a:lnTo>
                  <a:pt x="581655" y="624508"/>
                </a:lnTo>
                <a:lnTo>
                  <a:pt x="583144" y="623712"/>
                </a:lnTo>
                <a:lnTo>
                  <a:pt x="694229" y="623712"/>
                </a:lnTo>
                <a:lnTo>
                  <a:pt x="660105" y="612192"/>
                </a:lnTo>
                <a:lnTo>
                  <a:pt x="656332" y="601527"/>
                </a:lnTo>
                <a:lnTo>
                  <a:pt x="652741" y="590427"/>
                </a:lnTo>
                <a:lnTo>
                  <a:pt x="647062" y="572067"/>
                </a:lnTo>
                <a:lnTo>
                  <a:pt x="500633" y="572067"/>
                </a:lnTo>
                <a:lnTo>
                  <a:pt x="444943" y="547304"/>
                </a:lnTo>
                <a:lnTo>
                  <a:pt x="414331" y="517790"/>
                </a:lnTo>
                <a:lnTo>
                  <a:pt x="385192" y="478312"/>
                </a:lnTo>
                <a:lnTo>
                  <a:pt x="360080" y="431317"/>
                </a:lnTo>
                <a:lnTo>
                  <a:pt x="340667" y="380899"/>
                </a:lnTo>
                <a:lnTo>
                  <a:pt x="328146" y="330621"/>
                </a:lnTo>
                <a:lnTo>
                  <a:pt x="323707" y="284047"/>
                </a:lnTo>
                <a:lnTo>
                  <a:pt x="325598" y="239674"/>
                </a:lnTo>
                <a:lnTo>
                  <a:pt x="325620" y="239166"/>
                </a:lnTo>
                <a:lnTo>
                  <a:pt x="331627" y="198443"/>
                </a:lnTo>
                <a:lnTo>
                  <a:pt x="357821" y="133482"/>
                </a:lnTo>
                <a:lnTo>
                  <a:pt x="408331" y="92002"/>
                </a:lnTo>
                <a:lnTo>
                  <a:pt x="408123" y="92002"/>
                </a:lnTo>
                <a:lnTo>
                  <a:pt x="448316" y="80360"/>
                </a:lnTo>
                <a:lnTo>
                  <a:pt x="448145" y="80360"/>
                </a:lnTo>
                <a:lnTo>
                  <a:pt x="501429" y="76276"/>
                </a:lnTo>
                <a:lnTo>
                  <a:pt x="690156" y="76276"/>
                </a:lnTo>
                <a:lnTo>
                  <a:pt x="674165" y="58755"/>
                </a:lnTo>
                <a:lnTo>
                  <a:pt x="640074" y="34064"/>
                </a:lnTo>
                <a:lnTo>
                  <a:pt x="599820" y="15624"/>
                </a:lnTo>
                <a:lnTo>
                  <a:pt x="553446" y="4010"/>
                </a:lnTo>
                <a:lnTo>
                  <a:pt x="501429" y="0"/>
                </a:lnTo>
                <a:close/>
              </a:path>
              <a:path w="1003300" h="1045209">
                <a:moveTo>
                  <a:pt x="935443" y="696815"/>
                </a:moveTo>
                <a:lnTo>
                  <a:pt x="677175" y="696815"/>
                </a:lnTo>
                <a:lnTo>
                  <a:pt x="742783" y="717453"/>
                </a:lnTo>
                <a:lnTo>
                  <a:pt x="774104" y="726800"/>
                </a:lnTo>
                <a:lnTo>
                  <a:pt x="803315" y="734948"/>
                </a:lnTo>
                <a:lnTo>
                  <a:pt x="850533" y="747492"/>
                </a:lnTo>
                <a:lnTo>
                  <a:pt x="873624" y="754001"/>
                </a:lnTo>
                <a:lnTo>
                  <a:pt x="910443" y="786813"/>
                </a:lnTo>
                <a:lnTo>
                  <a:pt x="913993" y="815991"/>
                </a:lnTo>
                <a:lnTo>
                  <a:pt x="916306" y="854033"/>
                </a:lnTo>
                <a:lnTo>
                  <a:pt x="918790" y="892199"/>
                </a:lnTo>
                <a:lnTo>
                  <a:pt x="923909" y="968542"/>
                </a:lnTo>
                <a:lnTo>
                  <a:pt x="1000471" y="968542"/>
                </a:lnTo>
                <a:lnTo>
                  <a:pt x="999674" y="956621"/>
                </a:lnTo>
                <a:lnTo>
                  <a:pt x="996395" y="908887"/>
                </a:lnTo>
                <a:lnTo>
                  <a:pt x="993302" y="863119"/>
                </a:lnTo>
                <a:lnTo>
                  <a:pt x="990158" y="813607"/>
                </a:lnTo>
                <a:lnTo>
                  <a:pt x="974555" y="743277"/>
                </a:lnTo>
                <a:lnTo>
                  <a:pt x="954407" y="712275"/>
                </a:lnTo>
                <a:lnTo>
                  <a:pt x="935443" y="696815"/>
                </a:lnTo>
                <a:close/>
              </a:path>
              <a:path w="1003300" h="1045209">
                <a:moveTo>
                  <a:pt x="412416" y="698399"/>
                </a:moveTo>
                <a:lnTo>
                  <a:pt x="326482" y="698399"/>
                </a:lnTo>
                <a:lnTo>
                  <a:pt x="340928" y="729792"/>
                </a:lnTo>
                <a:lnTo>
                  <a:pt x="381699" y="785287"/>
                </a:lnTo>
                <a:lnTo>
                  <a:pt x="433926" y="838774"/>
                </a:lnTo>
                <a:lnTo>
                  <a:pt x="477888" y="876588"/>
                </a:lnTo>
                <a:lnTo>
                  <a:pt x="508505" y="889442"/>
                </a:lnTo>
                <a:lnTo>
                  <a:pt x="520952" y="887259"/>
                </a:lnTo>
                <a:lnTo>
                  <a:pt x="555099" y="860690"/>
                </a:lnTo>
                <a:lnTo>
                  <a:pt x="606159" y="808448"/>
                </a:lnTo>
                <a:lnTo>
                  <a:pt x="613534" y="799704"/>
                </a:lnTo>
                <a:lnTo>
                  <a:pt x="506591" y="799704"/>
                </a:lnTo>
                <a:lnTo>
                  <a:pt x="496928" y="791972"/>
                </a:lnTo>
                <a:lnTo>
                  <a:pt x="458980" y="756798"/>
                </a:lnTo>
                <a:lnTo>
                  <a:pt x="421306" y="712275"/>
                </a:lnTo>
                <a:lnTo>
                  <a:pt x="412416" y="698399"/>
                </a:lnTo>
                <a:close/>
              </a:path>
              <a:path w="1003300" h="1045209">
                <a:moveTo>
                  <a:pt x="694229" y="623712"/>
                </a:moveTo>
                <a:lnTo>
                  <a:pt x="583144" y="623712"/>
                </a:lnTo>
                <a:lnTo>
                  <a:pt x="602912" y="673419"/>
                </a:lnTo>
                <a:lnTo>
                  <a:pt x="602986" y="673605"/>
                </a:lnTo>
                <a:lnTo>
                  <a:pt x="599705" y="689453"/>
                </a:lnTo>
                <a:lnTo>
                  <a:pt x="599645" y="689744"/>
                </a:lnTo>
                <a:lnTo>
                  <a:pt x="584278" y="714106"/>
                </a:lnTo>
                <a:lnTo>
                  <a:pt x="549030" y="757990"/>
                </a:lnTo>
                <a:lnTo>
                  <a:pt x="515421" y="791972"/>
                </a:lnTo>
                <a:lnTo>
                  <a:pt x="506591" y="799704"/>
                </a:lnTo>
                <a:lnTo>
                  <a:pt x="613534" y="799704"/>
                </a:lnTo>
                <a:lnTo>
                  <a:pt x="626848" y="783919"/>
                </a:lnTo>
                <a:lnTo>
                  <a:pt x="646702" y="757113"/>
                </a:lnTo>
                <a:lnTo>
                  <a:pt x="664036" y="728066"/>
                </a:lnTo>
                <a:lnTo>
                  <a:pt x="677162" y="696815"/>
                </a:lnTo>
                <a:lnTo>
                  <a:pt x="935443" y="696815"/>
                </a:lnTo>
                <a:lnTo>
                  <a:pt x="931050" y="693234"/>
                </a:lnTo>
                <a:lnTo>
                  <a:pt x="903953" y="683405"/>
                </a:lnTo>
                <a:lnTo>
                  <a:pt x="876509" y="675138"/>
                </a:lnTo>
                <a:lnTo>
                  <a:pt x="784571" y="650644"/>
                </a:lnTo>
                <a:lnTo>
                  <a:pt x="743562" y="639018"/>
                </a:lnTo>
                <a:lnTo>
                  <a:pt x="701585" y="626196"/>
                </a:lnTo>
                <a:lnTo>
                  <a:pt x="694229" y="623712"/>
                </a:lnTo>
                <a:close/>
              </a:path>
              <a:path w="1003300" h="1045209">
                <a:moveTo>
                  <a:pt x="581655" y="624508"/>
                </a:moveTo>
                <a:lnTo>
                  <a:pt x="419317" y="624508"/>
                </a:lnTo>
                <a:lnTo>
                  <a:pt x="438370" y="634630"/>
                </a:lnTo>
                <a:lnTo>
                  <a:pt x="458332" y="642157"/>
                </a:lnTo>
                <a:lnTo>
                  <a:pt x="479215" y="646818"/>
                </a:lnTo>
                <a:lnTo>
                  <a:pt x="501031" y="648344"/>
                </a:lnTo>
                <a:lnTo>
                  <a:pt x="522879" y="646560"/>
                </a:lnTo>
                <a:lnTo>
                  <a:pt x="543878" y="641668"/>
                </a:lnTo>
                <a:lnTo>
                  <a:pt x="563982" y="633956"/>
                </a:lnTo>
                <a:lnTo>
                  <a:pt x="581655" y="624508"/>
                </a:lnTo>
                <a:close/>
              </a:path>
              <a:path w="1003300" h="1045209">
                <a:moveTo>
                  <a:pt x="690156" y="76276"/>
                </a:moveTo>
                <a:lnTo>
                  <a:pt x="501429" y="76276"/>
                </a:lnTo>
                <a:lnTo>
                  <a:pt x="550605" y="80360"/>
                </a:lnTo>
                <a:lnTo>
                  <a:pt x="588873" y="92002"/>
                </a:lnTo>
                <a:lnTo>
                  <a:pt x="640671" y="134277"/>
                </a:lnTo>
                <a:lnTo>
                  <a:pt x="669747" y="199470"/>
                </a:lnTo>
                <a:lnTo>
                  <a:pt x="676747" y="239166"/>
                </a:lnTo>
                <a:lnTo>
                  <a:pt x="679152" y="283651"/>
                </a:lnTo>
                <a:lnTo>
                  <a:pt x="674134" y="336969"/>
                </a:lnTo>
                <a:lnTo>
                  <a:pt x="660681" y="387850"/>
                </a:lnTo>
                <a:lnTo>
                  <a:pt x="641188" y="434999"/>
                </a:lnTo>
                <a:lnTo>
                  <a:pt x="618054" y="477120"/>
                </a:lnTo>
                <a:lnTo>
                  <a:pt x="588532" y="516716"/>
                </a:lnTo>
                <a:lnTo>
                  <a:pt x="557369" y="546556"/>
                </a:lnTo>
                <a:lnTo>
                  <a:pt x="500633" y="572067"/>
                </a:lnTo>
                <a:lnTo>
                  <a:pt x="647062" y="572067"/>
                </a:lnTo>
                <a:lnTo>
                  <a:pt x="645833" y="568094"/>
                </a:lnTo>
                <a:lnTo>
                  <a:pt x="655508" y="556217"/>
                </a:lnTo>
                <a:lnTo>
                  <a:pt x="664833" y="543860"/>
                </a:lnTo>
                <a:lnTo>
                  <a:pt x="697339" y="492675"/>
                </a:lnTo>
                <a:lnTo>
                  <a:pt x="722991" y="439249"/>
                </a:lnTo>
                <a:lnTo>
                  <a:pt x="733495" y="411173"/>
                </a:lnTo>
                <a:lnTo>
                  <a:pt x="759496" y="394827"/>
                </a:lnTo>
                <a:lnTo>
                  <a:pt x="780465" y="368622"/>
                </a:lnTo>
                <a:lnTo>
                  <a:pt x="794512" y="338961"/>
                </a:lnTo>
                <a:lnTo>
                  <a:pt x="799745" y="312254"/>
                </a:lnTo>
                <a:lnTo>
                  <a:pt x="799849" y="292434"/>
                </a:lnTo>
                <a:lnTo>
                  <a:pt x="798190" y="280349"/>
                </a:lnTo>
                <a:lnTo>
                  <a:pt x="793798" y="266170"/>
                </a:lnTo>
                <a:lnTo>
                  <a:pt x="785034" y="253710"/>
                </a:lnTo>
                <a:lnTo>
                  <a:pt x="776086" y="244544"/>
                </a:lnTo>
                <a:lnTo>
                  <a:pt x="765971" y="238266"/>
                </a:lnTo>
                <a:lnTo>
                  <a:pt x="766147" y="238266"/>
                </a:lnTo>
                <a:lnTo>
                  <a:pt x="752940" y="233991"/>
                </a:lnTo>
                <a:lnTo>
                  <a:pt x="747155" y="195689"/>
                </a:lnTo>
                <a:lnTo>
                  <a:pt x="747032" y="194878"/>
                </a:lnTo>
                <a:lnTo>
                  <a:pt x="736926" y="157293"/>
                </a:lnTo>
                <a:lnTo>
                  <a:pt x="722031" y="121805"/>
                </a:lnTo>
                <a:lnTo>
                  <a:pt x="701758" y="88987"/>
                </a:lnTo>
                <a:lnTo>
                  <a:pt x="690156" y="762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6790882" y="7553811"/>
            <a:ext cx="899160" cy="1045844"/>
          </a:xfrm>
          <a:custGeom>
            <a:avLst/>
            <a:gdLst/>
            <a:ahLst/>
            <a:cxnLst/>
            <a:rect l="l" t="t" r="r" b="b"/>
            <a:pathLst>
              <a:path w="899159" h="1045845">
                <a:moveTo>
                  <a:pt x="486131" y="0"/>
                </a:moveTo>
                <a:lnTo>
                  <a:pt x="441901" y="1558"/>
                </a:lnTo>
                <a:lnTo>
                  <a:pt x="400741" y="6691"/>
                </a:lnTo>
                <a:lnTo>
                  <a:pt x="355017" y="21182"/>
                </a:lnTo>
                <a:lnTo>
                  <a:pt x="312733" y="50200"/>
                </a:lnTo>
                <a:lnTo>
                  <a:pt x="283365" y="56992"/>
                </a:lnTo>
                <a:lnTo>
                  <a:pt x="229267" y="90428"/>
                </a:lnTo>
                <a:lnTo>
                  <a:pt x="187131" y="157785"/>
                </a:lnTo>
                <a:lnTo>
                  <a:pt x="172777" y="206725"/>
                </a:lnTo>
                <a:lnTo>
                  <a:pt x="164262" y="265626"/>
                </a:lnTo>
                <a:lnTo>
                  <a:pt x="161824" y="334625"/>
                </a:lnTo>
                <a:lnTo>
                  <a:pt x="161796" y="335417"/>
                </a:lnTo>
                <a:lnTo>
                  <a:pt x="164075" y="385978"/>
                </a:lnTo>
                <a:lnTo>
                  <a:pt x="171153" y="433267"/>
                </a:lnTo>
                <a:lnTo>
                  <a:pt x="183383" y="476812"/>
                </a:lnTo>
                <a:lnTo>
                  <a:pt x="201124" y="516142"/>
                </a:lnTo>
                <a:lnTo>
                  <a:pt x="249656" y="562415"/>
                </a:lnTo>
                <a:lnTo>
                  <a:pt x="308608" y="583452"/>
                </a:lnTo>
                <a:lnTo>
                  <a:pt x="311372" y="586330"/>
                </a:lnTo>
                <a:lnTo>
                  <a:pt x="313990" y="589243"/>
                </a:lnTo>
                <a:lnTo>
                  <a:pt x="316848" y="592007"/>
                </a:lnTo>
                <a:lnTo>
                  <a:pt x="309096" y="618033"/>
                </a:lnTo>
                <a:lnTo>
                  <a:pt x="308985" y="618407"/>
                </a:lnTo>
                <a:lnTo>
                  <a:pt x="256422" y="636475"/>
                </a:lnTo>
                <a:lnTo>
                  <a:pt x="204240" y="649608"/>
                </a:lnTo>
                <a:lnTo>
                  <a:pt x="153621" y="661516"/>
                </a:lnTo>
                <a:lnTo>
                  <a:pt x="105746" y="675909"/>
                </a:lnTo>
                <a:lnTo>
                  <a:pt x="61799" y="696498"/>
                </a:lnTo>
                <a:lnTo>
                  <a:pt x="25505" y="743565"/>
                </a:lnTo>
                <a:lnTo>
                  <a:pt x="12355" y="805452"/>
                </a:lnTo>
                <a:lnTo>
                  <a:pt x="11989" y="805452"/>
                </a:lnTo>
                <a:lnTo>
                  <a:pt x="11989" y="807685"/>
                </a:lnTo>
                <a:lnTo>
                  <a:pt x="0" y="1007746"/>
                </a:lnTo>
                <a:lnTo>
                  <a:pt x="2344" y="1021871"/>
                </a:lnTo>
                <a:lnTo>
                  <a:pt x="10168" y="1034008"/>
                </a:lnTo>
                <a:lnTo>
                  <a:pt x="21897" y="1042496"/>
                </a:lnTo>
                <a:lnTo>
                  <a:pt x="35957" y="1045677"/>
                </a:lnTo>
                <a:lnTo>
                  <a:pt x="862905" y="1045677"/>
                </a:lnTo>
                <a:lnTo>
                  <a:pt x="876899" y="1042496"/>
                </a:lnTo>
                <a:lnTo>
                  <a:pt x="888675" y="1034008"/>
                </a:lnTo>
                <a:lnTo>
                  <a:pt x="896514" y="1021871"/>
                </a:lnTo>
                <a:lnTo>
                  <a:pt x="898862" y="1007746"/>
                </a:lnTo>
                <a:lnTo>
                  <a:pt x="896874" y="974277"/>
                </a:lnTo>
                <a:lnTo>
                  <a:pt x="74154" y="974277"/>
                </a:lnTo>
                <a:lnTo>
                  <a:pt x="77067" y="924860"/>
                </a:lnTo>
                <a:lnTo>
                  <a:pt x="80030" y="875539"/>
                </a:lnTo>
                <a:lnTo>
                  <a:pt x="81590" y="849255"/>
                </a:lnTo>
                <a:lnTo>
                  <a:pt x="83892" y="807685"/>
                </a:lnTo>
                <a:lnTo>
                  <a:pt x="85700" y="789923"/>
                </a:lnTo>
                <a:lnTo>
                  <a:pt x="104865" y="753763"/>
                </a:lnTo>
                <a:lnTo>
                  <a:pt x="147181" y="739930"/>
                </a:lnTo>
                <a:lnTo>
                  <a:pt x="188881" y="728585"/>
                </a:lnTo>
                <a:lnTo>
                  <a:pt x="230240" y="717930"/>
                </a:lnTo>
                <a:lnTo>
                  <a:pt x="271530" y="706164"/>
                </a:lnTo>
                <a:lnTo>
                  <a:pt x="382134" y="706164"/>
                </a:lnTo>
                <a:lnTo>
                  <a:pt x="365538" y="681992"/>
                </a:lnTo>
                <a:lnTo>
                  <a:pt x="378648" y="636627"/>
                </a:lnTo>
                <a:lnTo>
                  <a:pt x="517305" y="636627"/>
                </a:lnTo>
                <a:lnTo>
                  <a:pt x="519837" y="635510"/>
                </a:lnTo>
                <a:lnTo>
                  <a:pt x="645162" y="635510"/>
                </a:lnTo>
                <a:lnTo>
                  <a:pt x="634430" y="632395"/>
                </a:lnTo>
                <a:lnTo>
                  <a:pt x="589500" y="618033"/>
                </a:lnTo>
                <a:lnTo>
                  <a:pt x="581636" y="590143"/>
                </a:lnTo>
                <a:lnTo>
                  <a:pt x="584338" y="587513"/>
                </a:lnTo>
                <a:lnTo>
                  <a:pt x="586882" y="584694"/>
                </a:lnTo>
                <a:lnTo>
                  <a:pt x="589500" y="581963"/>
                </a:lnTo>
                <a:lnTo>
                  <a:pt x="448310" y="581963"/>
                </a:lnTo>
                <a:lnTo>
                  <a:pt x="426716" y="578506"/>
                </a:lnTo>
                <a:lnTo>
                  <a:pt x="378937" y="551071"/>
                </a:lnTo>
                <a:lnTo>
                  <a:pt x="331701" y="498795"/>
                </a:lnTo>
                <a:lnTo>
                  <a:pt x="311096" y="466094"/>
                </a:lnTo>
                <a:lnTo>
                  <a:pt x="293650" y="430992"/>
                </a:lnTo>
                <a:lnTo>
                  <a:pt x="280148" y="394914"/>
                </a:lnTo>
                <a:lnTo>
                  <a:pt x="275720" y="371399"/>
                </a:lnTo>
                <a:lnTo>
                  <a:pt x="276678" y="349473"/>
                </a:lnTo>
                <a:lnTo>
                  <a:pt x="292881" y="297488"/>
                </a:lnTo>
                <a:lnTo>
                  <a:pt x="312447" y="262806"/>
                </a:lnTo>
                <a:lnTo>
                  <a:pt x="335570" y="229066"/>
                </a:lnTo>
                <a:lnTo>
                  <a:pt x="726851" y="229066"/>
                </a:lnTo>
                <a:lnTo>
                  <a:pt x="724079" y="214286"/>
                </a:lnTo>
                <a:lnTo>
                  <a:pt x="708480" y="167106"/>
                </a:lnTo>
                <a:lnTo>
                  <a:pt x="687622" y="125007"/>
                </a:lnTo>
                <a:lnTo>
                  <a:pt x="662114" y="88363"/>
                </a:lnTo>
                <a:lnTo>
                  <a:pt x="632565" y="57546"/>
                </a:lnTo>
                <a:lnTo>
                  <a:pt x="599584" y="32928"/>
                </a:lnTo>
                <a:lnTo>
                  <a:pt x="563778" y="14883"/>
                </a:lnTo>
                <a:lnTo>
                  <a:pt x="525758" y="3782"/>
                </a:lnTo>
                <a:lnTo>
                  <a:pt x="486131" y="0"/>
                </a:lnTo>
                <a:close/>
              </a:path>
              <a:path w="899159" h="1045845">
                <a:moveTo>
                  <a:pt x="382141" y="706164"/>
                </a:moveTo>
                <a:lnTo>
                  <a:pt x="271530" y="706164"/>
                </a:lnTo>
                <a:lnTo>
                  <a:pt x="278465" y="755372"/>
                </a:lnTo>
                <a:lnTo>
                  <a:pt x="289881" y="802433"/>
                </a:lnTo>
                <a:lnTo>
                  <a:pt x="304999" y="847602"/>
                </a:lnTo>
                <a:lnTo>
                  <a:pt x="322867" y="890710"/>
                </a:lnTo>
                <a:lnTo>
                  <a:pt x="343132" y="933068"/>
                </a:lnTo>
                <a:lnTo>
                  <a:pt x="364784" y="974277"/>
                </a:lnTo>
                <a:lnTo>
                  <a:pt x="446436" y="974277"/>
                </a:lnTo>
                <a:lnTo>
                  <a:pt x="419552" y="924860"/>
                </a:lnTo>
                <a:lnTo>
                  <a:pt x="394913" y="875539"/>
                </a:lnTo>
                <a:lnTo>
                  <a:pt x="373656" y="825757"/>
                </a:lnTo>
                <a:lnTo>
                  <a:pt x="356921" y="774959"/>
                </a:lnTo>
                <a:lnTo>
                  <a:pt x="540382" y="774959"/>
                </a:lnTo>
                <a:lnTo>
                  <a:pt x="542685" y="773471"/>
                </a:lnTo>
                <a:lnTo>
                  <a:pt x="615875" y="773471"/>
                </a:lnTo>
                <a:lnTo>
                  <a:pt x="620502" y="754185"/>
                </a:lnTo>
                <a:lnTo>
                  <a:pt x="623176" y="734798"/>
                </a:lnTo>
                <a:lnTo>
                  <a:pt x="448310" y="734798"/>
                </a:lnTo>
                <a:lnTo>
                  <a:pt x="424745" y="731850"/>
                </a:lnTo>
                <a:lnTo>
                  <a:pt x="402271" y="722536"/>
                </a:lnTo>
                <a:lnTo>
                  <a:pt x="382141" y="706164"/>
                </a:lnTo>
                <a:close/>
              </a:path>
              <a:path w="899159" h="1045845">
                <a:moveTo>
                  <a:pt x="615875" y="773471"/>
                </a:moveTo>
                <a:lnTo>
                  <a:pt x="542685" y="773471"/>
                </a:lnTo>
                <a:lnTo>
                  <a:pt x="525912" y="824681"/>
                </a:lnTo>
                <a:lnTo>
                  <a:pt x="504462" y="874827"/>
                </a:lnTo>
                <a:lnTo>
                  <a:pt x="479558" y="924496"/>
                </a:lnTo>
                <a:lnTo>
                  <a:pt x="452426" y="974277"/>
                </a:lnTo>
                <a:lnTo>
                  <a:pt x="534077" y="974277"/>
                </a:lnTo>
                <a:lnTo>
                  <a:pt x="555616" y="933271"/>
                </a:lnTo>
                <a:lnTo>
                  <a:pt x="575770" y="891130"/>
                </a:lnTo>
                <a:lnTo>
                  <a:pt x="594039" y="846946"/>
                </a:lnTo>
                <a:lnTo>
                  <a:pt x="609144" y="801523"/>
                </a:lnTo>
                <a:lnTo>
                  <a:pt x="615875" y="773471"/>
                </a:lnTo>
                <a:close/>
              </a:path>
              <a:path w="899159" h="1045845">
                <a:moveTo>
                  <a:pt x="846235" y="704676"/>
                </a:moveTo>
                <a:lnTo>
                  <a:pt x="627331" y="704676"/>
                </a:lnTo>
                <a:lnTo>
                  <a:pt x="670501" y="718253"/>
                </a:lnTo>
                <a:lnTo>
                  <a:pt x="755507" y="742892"/>
                </a:lnTo>
                <a:lnTo>
                  <a:pt x="798865" y="756365"/>
                </a:lnTo>
                <a:lnTo>
                  <a:pt x="814179" y="794154"/>
                </a:lnTo>
                <a:lnTo>
                  <a:pt x="817159" y="846946"/>
                </a:lnTo>
                <a:lnTo>
                  <a:pt x="819712" y="890710"/>
                </a:lnTo>
                <a:lnTo>
                  <a:pt x="824707" y="974277"/>
                </a:lnTo>
                <a:lnTo>
                  <a:pt x="896874" y="974277"/>
                </a:lnTo>
                <a:lnTo>
                  <a:pt x="889736" y="855943"/>
                </a:lnTo>
                <a:lnTo>
                  <a:pt x="887000" y="807685"/>
                </a:lnTo>
                <a:lnTo>
                  <a:pt x="886873" y="805452"/>
                </a:lnTo>
                <a:lnTo>
                  <a:pt x="882631" y="771686"/>
                </a:lnTo>
                <a:lnTo>
                  <a:pt x="872198" y="739410"/>
                </a:lnTo>
                <a:lnTo>
                  <a:pt x="855153" y="711894"/>
                </a:lnTo>
                <a:lnTo>
                  <a:pt x="846235" y="704676"/>
                </a:lnTo>
                <a:close/>
              </a:path>
              <a:path w="899159" h="1045845">
                <a:moveTo>
                  <a:pt x="540382" y="774959"/>
                </a:moveTo>
                <a:lnTo>
                  <a:pt x="356921" y="774959"/>
                </a:lnTo>
                <a:lnTo>
                  <a:pt x="378066" y="788343"/>
                </a:lnTo>
                <a:lnTo>
                  <a:pt x="400585" y="798136"/>
                </a:lnTo>
                <a:lnTo>
                  <a:pt x="424120" y="804149"/>
                </a:lnTo>
                <a:lnTo>
                  <a:pt x="448310" y="806195"/>
                </a:lnTo>
                <a:lnTo>
                  <a:pt x="472371" y="804149"/>
                </a:lnTo>
                <a:lnTo>
                  <a:pt x="472986" y="804149"/>
                </a:lnTo>
                <a:lnTo>
                  <a:pt x="497622" y="797804"/>
                </a:lnTo>
                <a:lnTo>
                  <a:pt x="520893" y="787551"/>
                </a:lnTo>
                <a:lnTo>
                  <a:pt x="540382" y="774959"/>
                </a:lnTo>
                <a:close/>
              </a:path>
              <a:path w="899159" h="1045845">
                <a:moveTo>
                  <a:pt x="645162" y="635510"/>
                </a:moveTo>
                <a:lnTo>
                  <a:pt x="519837" y="635510"/>
                </a:lnTo>
                <a:lnTo>
                  <a:pt x="533324" y="680878"/>
                </a:lnTo>
                <a:lnTo>
                  <a:pt x="515990" y="705486"/>
                </a:lnTo>
                <a:lnTo>
                  <a:pt x="495156" y="722223"/>
                </a:lnTo>
                <a:lnTo>
                  <a:pt x="471954" y="731850"/>
                </a:lnTo>
                <a:lnTo>
                  <a:pt x="471504" y="731850"/>
                </a:lnTo>
                <a:lnTo>
                  <a:pt x="448310" y="734798"/>
                </a:lnTo>
                <a:lnTo>
                  <a:pt x="623176" y="734798"/>
                </a:lnTo>
                <a:lnTo>
                  <a:pt x="627126" y="706164"/>
                </a:lnTo>
                <a:lnTo>
                  <a:pt x="627220" y="705486"/>
                </a:lnTo>
                <a:lnTo>
                  <a:pt x="627331" y="704676"/>
                </a:lnTo>
                <a:lnTo>
                  <a:pt x="846235" y="704676"/>
                </a:lnTo>
                <a:lnTo>
                  <a:pt x="831074" y="692407"/>
                </a:lnTo>
                <a:lnTo>
                  <a:pt x="781183" y="675376"/>
                </a:lnTo>
                <a:lnTo>
                  <a:pt x="731176" y="660244"/>
                </a:lnTo>
                <a:lnTo>
                  <a:pt x="645162" y="635510"/>
                </a:lnTo>
                <a:close/>
              </a:path>
              <a:path w="899159" h="1045845">
                <a:moveTo>
                  <a:pt x="517305" y="636627"/>
                </a:moveTo>
                <a:lnTo>
                  <a:pt x="378648" y="636627"/>
                </a:lnTo>
                <a:lnTo>
                  <a:pt x="395403" y="643774"/>
                </a:lnTo>
                <a:lnTo>
                  <a:pt x="412736" y="649055"/>
                </a:lnTo>
                <a:lnTo>
                  <a:pt x="430626" y="652306"/>
                </a:lnTo>
                <a:lnTo>
                  <a:pt x="449054" y="653360"/>
                </a:lnTo>
                <a:lnTo>
                  <a:pt x="467616" y="652067"/>
                </a:lnTo>
                <a:lnTo>
                  <a:pt x="485604" y="648523"/>
                </a:lnTo>
                <a:lnTo>
                  <a:pt x="503012" y="642934"/>
                </a:lnTo>
                <a:lnTo>
                  <a:pt x="517305" y="636627"/>
                </a:lnTo>
                <a:close/>
              </a:path>
              <a:path w="899159" h="1045845">
                <a:moveTo>
                  <a:pt x="726851" y="229066"/>
                </a:moveTo>
                <a:lnTo>
                  <a:pt x="335570" y="229066"/>
                </a:lnTo>
                <a:lnTo>
                  <a:pt x="377595" y="256023"/>
                </a:lnTo>
                <a:lnTo>
                  <a:pt x="421400" y="276024"/>
                </a:lnTo>
                <a:lnTo>
                  <a:pt x="465130" y="290838"/>
                </a:lnTo>
                <a:lnTo>
                  <a:pt x="506927" y="302237"/>
                </a:lnTo>
                <a:lnTo>
                  <a:pt x="544936" y="311990"/>
                </a:lnTo>
                <a:lnTo>
                  <a:pt x="569079" y="319253"/>
                </a:lnTo>
                <a:lnTo>
                  <a:pt x="604532" y="334625"/>
                </a:lnTo>
                <a:lnTo>
                  <a:pt x="623936" y="358818"/>
                </a:lnTo>
                <a:lnTo>
                  <a:pt x="623506" y="371399"/>
                </a:lnTo>
                <a:lnTo>
                  <a:pt x="623457" y="372825"/>
                </a:lnTo>
                <a:lnTo>
                  <a:pt x="605001" y="430123"/>
                </a:lnTo>
                <a:lnTo>
                  <a:pt x="587620" y="465192"/>
                </a:lnTo>
                <a:lnTo>
                  <a:pt x="566965" y="497939"/>
                </a:lnTo>
                <a:lnTo>
                  <a:pt x="519170" y="550482"/>
                </a:lnTo>
                <a:lnTo>
                  <a:pt x="470313" y="578293"/>
                </a:lnTo>
                <a:lnTo>
                  <a:pt x="448310" y="581963"/>
                </a:lnTo>
                <a:lnTo>
                  <a:pt x="589500" y="581963"/>
                </a:lnTo>
                <a:lnTo>
                  <a:pt x="641862" y="560790"/>
                </a:lnTo>
                <a:lnTo>
                  <a:pt x="685759" y="515027"/>
                </a:lnTo>
                <a:lnTo>
                  <a:pt x="707403" y="463322"/>
                </a:lnTo>
                <a:lnTo>
                  <a:pt x="723526" y="414159"/>
                </a:lnTo>
                <a:lnTo>
                  <a:pt x="733592" y="367273"/>
                </a:lnTo>
                <a:lnTo>
                  <a:pt x="737034" y="322815"/>
                </a:lnTo>
                <a:lnTo>
                  <a:pt x="737066" y="322402"/>
                </a:lnTo>
                <a:lnTo>
                  <a:pt x="733810" y="266176"/>
                </a:lnTo>
                <a:lnTo>
                  <a:pt x="726851" y="229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7536503" y="7097031"/>
            <a:ext cx="1606550" cy="1005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84910" algn="l"/>
              </a:tabLst>
            </a:pPr>
            <a:r>
              <a:rPr dirty="0" sz="6400" spc="10" b="0">
                <a:latin typeface="Source Han Sans JP Medium"/>
                <a:cs typeface="Source Han Sans JP Medium"/>
              </a:rPr>
              <a:t>?</a:t>
            </a:r>
            <a:r>
              <a:rPr dirty="0" sz="6400" b="0">
                <a:latin typeface="Source Han Sans JP Medium"/>
                <a:cs typeface="Source Han Sans JP Medium"/>
              </a:rPr>
              <a:t>	</a:t>
            </a:r>
            <a:r>
              <a:rPr dirty="0" sz="6400" spc="10" b="0">
                <a:latin typeface="Source Han Sans JP Medium"/>
                <a:cs typeface="Source Han Sans JP Medium"/>
              </a:rPr>
              <a:t>?</a:t>
            </a:r>
            <a:endParaRPr sz="6400">
              <a:latin typeface="Source Han Sans JP Medium"/>
              <a:cs typeface="Source Han Sans JP Medium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026812" y="7553811"/>
            <a:ext cx="899160" cy="1045844"/>
          </a:xfrm>
          <a:custGeom>
            <a:avLst/>
            <a:gdLst/>
            <a:ahLst/>
            <a:cxnLst/>
            <a:rect l="l" t="t" r="r" b="b"/>
            <a:pathLst>
              <a:path w="899159" h="1045845">
                <a:moveTo>
                  <a:pt x="486132" y="0"/>
                </a:moveTo>
                <a:lnTo>
                  <a:pt x="441898" y="1558"/>
                </a:lnTo>
                <a:lnTo>
                  <a:pt x="400741" y="6691"/>
                </a:lnTo>
                <a:lnTo>
                  <a:pt x="355019" y="21182"/>
                </a:lnTo>
                <a:lnTo>
                  <a:pt x="312727" y="50200"/>
                </a:lnTo>
                <a:lnTo>
                  <a:pt x="283360" y="56992"/>
                </a:lnTo>
                <a:lnTo>
                  <a:pt x="229265" y="90428"/>
                </a:lnTo>
                <a:lnTo>
                  <a:pt x="187131" y="157785"/>
                </a:lnTo>
                <a:lnTo>
                  <a:pt x="172776" y="206725"/>
                </a:lnTo>
                <a:lnTo>
                  <a:pt x="164260" y="265626"/>
                </a:lnTo>
                <a:lnTo>
                  <a:pt x="161821" y="334625"/>
                </a:lnTo>
                <a:lnTo>
                  <a:pt x="161794" y="335417"/>
                </a:lnTo>
                <a:lnTo>
                  <a:pt x="164074" y="385978"/>
                </a:lnTo>
                <a:lnTo>
                  <a:pt x="171152" y="433267"/>
                </a:lnTo>
                <a:lnTo>
                  <a:pt x="183382" y="476812"/>
                </a:lnTo>
                <a:lnTo>
                  <a:pt x="201119" y="516142"/>
                </a:lnTo>
                <a:lnTo>
                  <a:pt x="249655" y="562415"/>
                </a:lnTo>
                <a:lnTo>
                  <a:pt x="308608" y="583452"/>
                </a:lnTo>
                <a:lnTo>
                  <a:pt x="311371" y="586330"/>
                </a:lnTo>
                <a:lnTo>
                  <a:pt x="313994" y="589243"/>
                </a:lnTo>
                <a:lnTo>
                  <a:pt x="316847" y="592007"/>
                </a:lnTo>
                <a:lnTo>
                  <a:pt x="309094" y="618033"/>
                </a:lnTo>
                <a:lnTo>
                  <a:pt x="308983" y="618407"/>
                </a:lnTo>
                <a:lnTo>
                  <a:pt x="256420" y="636475"/>
                </a:lnTo>
                <a:lnTo>
                  <a:pt x="204238" y="649608"/>
                </a:lnTo>
                <a:lnTo>
                  <a:pt x="153619" y="661516"/>
                </a:lnTo>
                <a:lnTo>
                  <a:pt x="105744" y="675909"/>
                </a:lnTo>
                <a:lnTo>
                  <a:pt x="61796" y="696498"/>
                </a:lnTo>
                <a:lnTo>
                  <a:pt x="25504" y="743565"/>
                </a:lnTo>
                <a:lnTo>
                  <a:pt x="12358" y="805452"/>
                </a:lnTo>
                <a:lnTo>
                  <a:pt x="11984" y="805452"/>
                </a:lnTo>
                <a:lnTo>
                  <a:pt x="11984" y="807685"/>
                </a:lnTo>
                <a:lnTo>
                  <a:pt x="0" y="1007746"/>
                </a:lnTo>
                <a:lnTo>
                  <a:pt x="2345" y="1021871"/>
                </a:lnTo>
                <a:lnTo>
                  <a:pt x="10169" y="1034008"/>
                </a:lnTo>
                <a:lnTo>
                  <a:pt x="21896" y="1042496"/>
                </a:lnTo>
                <a:lnTo>
                  <a:pt x="35954" y="1045677"/>
                </a:lnTo>
                <a:lnTo>
                  <a:pt x="862905" y="1045677"/>
                </a:lnTo>
                <a:lnTo>
                  <a:pt x="876897" y="1042496"/>
                </a:lnTo>
                <a:lnTo>
                  <a:pt x="888672" y="1034008"/>
                </a:lnTo>
                <a:lnTo>
                  <a:pt x="896511" y="1021871"/>
                </a:lnTo>
                <a:lnTo>
                  <a:pt x="898860" y="1007746"/>
                </a:lnTo>
                <a:lnTo>
                  <a:pt x="896871" y="974277"/>
                </a:lnTo>
                <a:lnTo>
                  <a:pt x="74154" y="974277"/>
                </a:lnTo>
                <a:lnTo>
                  <a:pt x="77068" y="924860"/>
                </a:lnTo>
                <a:lnTo>
                  <a:pt x="80032" y="875539"/>
                </a:lnTo>
                <a:lnTo>
                  <a:pt x="81591" y="849255"/>
                </a:lnTo>
                <a:lnTo>
                  <a:pt x="83892" y="807685"/>
                </a:lnTo>
                <a:lnTo>
                  <a:pt x="85700" y="789923"/>
                </a:lnTo>
                <a:lnTo>
                  <a:pt x="104865" y="753763"/>
                </a:lnTo>
                <a:lnTo>
                  <a:pt x="147180" y="739930"/>
                </a:lnTo>
                <a:lnTo>
                  <a:pt x="188881" y="728585"/>
                </a:lnTo>
                <a:lnTo>
                  <a:pt x="230240" y="717930"/>
                </a:lnTo>
                <a:lnTo>
                  <a:pt x="271529" y="706164"/>
                </a:lnTo>
                <a:lnTo>
                  <a:pt x="382131" y="706164"/>
                </a:lnTo>
                <a:lnTo>
                  <a:pt x="365535" y="681992"/>
                </a:lnTo>
                <a:lnTo>
                  <a:pt x="378643" y="636627"/>
                </a:lnTo>
                <a:lnTo>
                  <a:pt x="517307" y="636627"/>
                </a:lnTo>
                <a:lnTo>
                  <a:pt x="519839" y="635510"/>
                </a:lnTo>
                <a:lnTo>
                  <a:pt x="645164" y="635510"/>
                </a:lnTo>
                <a:lnTo>
                  <a:pt x="634432" y="632395"/>
                </a:lnTo>
                <a:lnTo>
                  <a:pt x="589502" y="618033"/>
                </a:lnTo>
                <a:lnTo>
                  <a:pt x="581637" y="590143"/>
                </a:lnTo>
                <a:lnTo>
                  <a:pt x="584336" y="587513"/>
                </a:lnTo>
                <a:lnTo>
                  <a:pt x="586879" y="584694"/>
                </a:lnTo>
                <a:lnTo>
                  <a:pt x="589502" y="581963"/>
                </a:lnTo>
                <a:lnTo>
                  <a:pt x="448305" y="581963"/>
                </a:lnTo>
                <a:lnTo>
                  <a:pt x="426711" y="578506"/>
                </a:lnTo>
                <a:lnTo>
                  <a:pt x="378931" y="551071"/>
                </a:lnTo>
                <a:lnTo>
                  <a:pt x="331699" y="498795"/>
                </a:lnTo>
                <a:lnTo>
                  <a:pt x="311096" y="466094"/>
                </a:lnTo>
                <a:lnTo>
                  <a:pt x="293649" y="430992"/>
                </a:lnTo>
                <a:lnTo>
                  <a:pt x="280143" y="394914"/>
                </a:lnTo>
                <a:lnTo>
                  <a:pt x="275715" y="371399"/>
                </a:lnTo>
                <a:lnTo>
                  <a:pt x="276673" y="349473"/>
                </a:lnTo>
                <a:lnTo>
                  <a:pt x="292877" y="297488"/>
                </a:lnTo>
                <a:lnTo>
                  <a:pt x="312445" y="262806"/>
                </a:lnTo>
                <a:lnTo>
                  <a:pt x="335573" y="229066"/>
                </a:lnTo>
                <a:lnTo>
                  <a:pt x="726850" y="229066"/>
                </a:lnTo>
                <a:lnTo>
                  <a:pt x="724078" y="214286"/>
                </a:lnTo>
                <a:lnTo>
                  <a:pt x="708479" y="167106"/>
                </a:lnTo>
                <a:lnTo>
                  <a:pt x="687622" y="125007"/>
                </a:lnTo>
                <a:lnTo>
                  <a:pt x="662114" y="88363"/>
                </a:lnTo>
                <a:lnTo>
                  <a:pt x="632565" y="57546"/>
                </a:lnTo>
                <a:lnTo>
                  <a:pt x="599584" y="32928"/>
                </a:lnTo>
                <a:lnTo>
                  <a:pt x="563778" y="14883"/>
                </a:lnTo>
                <a:lnTo>
                  <a:pt x="525758" y="3782"/>
                </a:lnTo>
                <a:lnTo>
                  <a:pt x="486132" y="0"/>
                </a:lnTo>
                <a:close/>
              </a:path>
              <a:path w="899159" h="1045845">
                <a:moveTo>
                  <a:pt x="382138" y="706164"/>
                </a:moveTo>
                <a:lnTo>
                  <a:pt x="271529" y="706164"/>
                </a:lnTo>
                <a:lnTo>
                  <a:pt x="278465" y="755372"/>
                </a:lnTo>
                <a:lnTo>
                  <a:pt x="289881" y="802433"/>
                </a:lnTo>
                <a:lnTo>
                  <a:pt x="305000" y="847602"/>
                </a:lnTo>
                <a:lnTo>
                  <a:pt x="322867" y="890710"/>
                </a:lnTo>
                <a:lnTo>
                  <a:pt x="343133" y="933068"/>
                </a:lnTo>
                <a:lnTo>
                  <a:pt x="364786" y="974277"/>
                </a:lnTo>
                <a:lnTo>
                  <a:pt x="446432" y="974277"/>
                </a:lnTo>
                <a:lnTo>
                  <a:pt x="419548" y="924860"/>
                </a:lnTo>
                <a:lnTo>
                  <a:pt x="394909" y="875539"/>
                </a:lnTo>
                <a:lnTo>
                  <a:pt x="373654" y="825757"/>
                </a:lnTo>
                <a:lnTo>
                  <a:pt x="356921" y="774959"/>
                </a:lnTo>
                <a:lnTo>
                  <a:pt x="540383" y="774959"/>
                </a:lnTo>
                <a:lnTo>
                  <a:pt x="542686" y="773471"/>
                </a:lnTo>
                <a:lnTo>
                  <a:pt x="615873" y="773471"/>
                </a:lnTo>
                <a:lnTo>
                  <a:pt x="620500" y="754185"/>
                </a:lnTo>
                <a:lnTo>
                  <a:pt x="623174" y="734798"/>
                </a:lnTo>
                <a:lnTo>
                  <a:pt x="448305" y="734798"/>
                </a:lnTo>
                <a:lnTo>
                  <a:pt x="424740" y="731850"/>
                </a:lnTo>
                <a:lnTo>
                  <a:pt x="402268" y="722536"/>
                </a:lnTo>
                <a:lnTo>
                  <a:pt x="382138" y="706164"/>
                </a:lnTo>
                <a:close/>
              </a:path>
              <a:path w="899159" h="1045845">
                <a:moveTo>
                  <a:pt x="615873" y="773471"/>
                </a:moveTo>
                <a:lnTo>
                  <a:pt x="542686" y="773471"/>
                </a:lnTo>
                <a:lnTo>
                  <a:pt x="525914" y="824681"/>
                </a:lnTo>
                <a:lnTo>
                  <a:pt x="504463" y="874827"/>
                </a:lnTo>
                <a:lnTo>
                  <a:pt x="479559" y="924496"/>
                </a:lnTo>
                <a:lnTo>
                  <a:pt x="452424" y="974277"/>
                </a:lnTo>
                <a:lnTo>
                  <a:pt x="534071" y="974277"/>
                </a:lnTo>
                <a:lnTo>
                  <a:pt x="555613" y="933271"/>
                </a:lnTo>
                <a:lnTo>
                  <a:pt x="575769" y="891130"/>
                </a:lnTo>
                <a:lnTo>
                  <a:pt x="575867" y="890925"/>
                </a:lnTo>
                <a:lnTo>
                  <a:pt x="575970" y="890710"/>
                </a:lnTo>
                <a:lnTo>
                  <a:pt x="594038" y="846946"/>
                </a:lnTo>
                <a:lnTo>
                  <a:pt x="609142" y="801523"/>
                </a:lnTo>
                <a:lnTo>
                  <a:pt x="615873" y="773471"/>
                </a:lnTo>
                <a:close/>
              </a:path>
              <a:path w="899159" h="1045845">
                <a:moveTo>
                  <a:pt x="846232" y="704676"/>
                </a:moveTo>
                <a:lnTo>
                  <a:pt x="627328" y="704676"/>
                </a:lnTo>
                <a:lnTo>
                  <a:pt x="670499" y="718253"/>
                </a:lnTo>
                <a:lnTo>
                  <a:pt x="755503" y="742892"/>
                </a:lnTo>
                <a:lnTo>
                  <a:pt x="798860" y="756365"/>
                </a:lnTo>
                <a:lnTo>
                  <a:pt x="814178" y="794154"/>
                </a:lnTo>
                <a:lnTo>
                  <a:pt x="817154" y="846946"/>
                </a:lnTo>
                <a:lnTo>
                  <a:pt x="819707" y="890710"/>
                </a:lnTo>
                <a:lnTo>
                  <a:pt x="824703" y="974277"/>
                </a:lnTo>
                <a:lnTo>
                  <a:pt x="896871" y="974277"/>
                </a:lnTo>
                <a:lnTo>
                  <a:pt x="889734" y="855943"/>
                </a:lnTo>
                <a:lnTo>
                  <a:pt x="887002" y="807685"/>
                </a:lnTo>
                <a:lnTo>
                  <a:pt x="886875" y="805452"/>
                </a:lnTo>
                <a:lnTo>
                  <a:pt x="882629" y="771686"/>
                </a:lnTo>
                <a:lnTo>
                  <a:pt x="872195" y="739410"/>
                </a:lnTo>
                <a:lnTo>
                  <a:pt x="855150" y="711894"/>
                </a:lnTo>
                <a:lnTo>
                  <a:pt x="846232" y="704676"/>
                </a:lnTo>
                <a:close/>
              </a:path>
              <a:path w="899159" h="1045845">
                <a:moveTo>
                  <a:pt x="540383" y="774959"/>
                </a:moveTo>
                <a:lnTo>
                  <a:pt x="356921" y="774959"/>
                </a:lnTo>
                <a:lnTo>
                  <a:pt x="378066" y="788343"/>
                </a:lnTo>
                <a:lnTo>
                  <a:pt x="400584" y="798136"/>
                </a:lnTo>
                <a:lnTo>
                  <a:pt x="424117" y="804149"/>
                </a:lnTo>
                <a:lnTo>
                  <a:pt x="448305" y="806195"/>
                </a:lnTo>
                <a:lnTo>
                  <a:pt x="472368" y="804149"/>
                </a:lnTo>
                <a:lnTo>
                  <a:pt x="472983" y="804149"/>
                </a:lnTo>
                <a:lnTo>
                  <a:pt x="497621" y="797804"/>
                </a:lnTo>
                <a:lnTo>
                  <a:pt x="520894" y="787551"/>
                </a:lnTo>
                <a:lnTo>
                  <a:pt x="540383" y="774959"/>
                </a:lnTo>
                <a:close/>
              </a:path>
              <a:path w="899159" h="1045845">
                <a:moveTo>
                  <a:pt x="645164" y="635510"/>
                </a:moveTo>
                <a:lnTo>
                  <a:pt x="519839" y="635510"/>
                </a:lnTo>
                <a:lnTo>
                  <a:pt x="533323" y="680878"/>
                </a:lnTo>
                <a:lnTo>
                  <a:pt x="515989" y="705486"/>
                </a:lnTo>
                <a:lnTo>
                  <a:pt x="495153" y="722223"/>
                </a:lnTo>
                <a:lnTo>
                  <a:pt x="471949" y="731850"/>
                </a:lnTo>
                <a:lnTo>
                  <a:pt x="471499" y="731850"/>
                </a:lnTo>
                <a:lnTo>
                  <a:pt x="448305" y="734798"/>
                </a:lnTo>
                <a:lnTo>
                  <a:pt x="623174" y="734798"/>
                </a:lnTo>
                <a:lnTo>
                  <a:pt x="627123" y="706164"/>
                </a:lnTo>
                <a:lnTo>
                  <a:pt x="627216" y="705486"/>
                </a:lnTo>
                <a:lnTo>
                  <a:pt x="627328" y="704676"/>
                </a:lnTo>
                <a:lnTo>
                  <a:pt x="846232" y="704676"/>
                </a:lnTo>
                <a:lnTo>
                  <a:pt x="831071" y="692407"/>
                </a:lnTo>
                <a:lnTo>
                  <a:pt x="781181" y="675376"/>
                </a:lnTo>
                <a:lnTo>
                  <a:pt x="731176" y="660244"/>
                </a:lnTo>
                <a:lnTo>
                  <a:pt x="645164" y="635510"/>
                </a:lnTo>
                <a:close/>
              </a:path>
              <a:path w="899159" h="1045845">
                <a:moveTo>
                  <a:pt x="517307" y="636627"/>
                </a:moveTo>
                <a:lnTo>
                  <a:pt x="378643" y="636627"/>
                </a:lnTo>
                <a:lnTo>
                  <a:pt x="395400" y="643774"/>
                </a:lnTo>
                <a:lnTo>
                  <a:pt x="412735" y="649055"/>
                </a:lnTo>
                <a:lnTo>
                  <a:pt x="430626" y="652306"/>
                </a:lnTo>
                <a:lnTo>
                  <a:pt x="449054" y="653360"/>
                </a:lnTo>
                <a:lnTo>
                  <a:pt x="467614" y="652067"/>
                </a:lnTo>
                <a:lnTo>
                  <a:pt x="485601" y="648523"/>
                </a:lnTo>
                <a:lnTo>
                  <a:pt x="503011" y="642934"/>
                </a:lnTo>
                <a:lnTo>
                  <a:pt x="517307" y="636627"/>
                </a:lnTo>
                <a:close/>
              </a:path>
              <a:path w="899159" h="1045845">
                <a:moveTo>
                  <a:pt x="726850" y="229066"/>
                </a:moveTo>
                <a:lnTo>
                  <a:pt x="335573" y="229066"/>
                </a:lnTo>
                <a:lnTo>
                  <a:pt x="377594" y="256023"/>
                </a:lnTo>
                <a:lnTo>
                  <a:pt x="421397" y="276024"/>
                </a:lnTo>
                <a:lnTo>
                  <a:pt x="465126" y="290838"/>
                </a:lnTo>
                <a:lnTo>
                  <a:pt x="506923" y="302237"/>
                </a:lnTo>
                <a:lnTo>
                  <a:pt x="544933" y="311990"/>
                </a:lnTo>
                <a:lnTo>
                  <a:pt x="569077" y="319253"/>
                </a:lnTo>
                <a:lnTo>
                  <a:pt x="604531" y="334625"/>
                </a:lnTo>
                <a:lnTo>
                  <a:pt x="623937" y="358818"/>
                </a:lnTo>
                <a:lnTo>
                  <a:pt x="623508" y="371399"/>
                </a:lnTo>
                <a:lnTo>
                  <a:pt x="623459" y="372825"/>
                </a:lnTo>
                <a:lnTo>
                  <a:pt x="605004" y="430123"/>
                </a:lnTo>
                <a:lnTo>
                  <a:pt x="587623" y="465192"/>
                </a:lnTo>
                <a:lnTo>
                  <a:pt x="566968" y="497939"/>
                </a:lnTo>
                <a:lnTo>
                  <a:pt x="519169" y="550482"/>
                </a:lnTo>
                <a:lnTo>
                  <a:pt x="470307" y="578293"/>
                </a:lnTo>
                <a:lnTo>
                  <a:pt x="448305" y="581963"/>
                </a:lnTo>
                <a:lnTo>
                  <a:pt x="589502" y="581963"/>
                </a:lnTo>
                <a:lnTo>
                  <a:pt x="641860" y="560790"/>
                </a:lnTo>
                <a:lnTo>
                  <a:pt x="685755" y="515027"/>
                </a:lnTo>
                <a:lnTo>
                  <a:pt x="707399" y="463322"/>
                </a:lnTo>
                <a:lnTo>
                  <a:pt x="723522" y="414159"/>
                </a:lnTo>
                <a:lnTo>
                  <a:pt x="733589" y="367273"/>
                </a:lnTo>
                <a:lnTo>
                  <a:pt x="737032" y="322815"/>
                </a:lnTo>
                <a:lnTo>
                  <a:pt x="737064" y="322402"/>
                </a:lnTo>
                <a:lnTo>
                  <a:pt x="733809" y="266176"/>
                </a:lnTo>
                <a:lnTo>
                  <a:pt x="726850" y="229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126680" y="7544246"/>
            <a:ext cx="1013460" cy="1054735"/>
          </a:xfrm>
          <a:custGeom>
            <a:avLst/>
            <a:gdLst/>
            <a:ahLst/>
            <a:cxnLst/>
            <a:rect l="l" t="t" r="r" b="b"/>
            <a:pathLst>
              <a:path w="1013459" h="1054734">
                <a:moveTo>
                  <a:pt x="513714" y="0"/>
                </a:moveTo>
                <a:lnTo>
                  <a:pt x="499086" y="0"/>
                </a:lnTo>
                <a:lnTo>
                  <a:pt x="451154" y="3501"/>
                </a:lnTo>
                <a:lnTo>
                  <a:pt x="402544" y="15229"/>
                </a:lnTo>
                <a:lnTo>
                  <a:pt x="360893" y="33999"/>
                </a:lnTo>
                <a:lnTo>
                  <a:pt x="326331" y="59176"/>
                </a:lnTo>
                <a:lnTo>
                  <a:pt x="298986" y="90122"/>
                </a:lnTo>
                <a:lnTo>
                  <a:pt x="279581" y="123520"/>
                </a:lnTo>
                <a:lnTo>
                  <a:pt x="265884" y="159351"/>
                </a:lnTo>
                <a:lnTo>
                  <a:pt x="257015" y="197077"/>
                </a:lnTo>
                <a:lnTo>
                  <a:pt x="252145" y="235759"/>
                </a:lnTo>
                <a:lnTo>
                  <a:pt x="252094" y="236161"/>
                </a:lnTo>
                <a:lnTo>
                  <a:pt x="218512" y="257138"/>
                </a:lnTo>
                <a:lnTo>
                  <a:pt x="205100" y="294780"/>
                </a:lnTo>
                <a:lnTo>
                  <a:pt x="204976" y="305357"/>
                </a:lnTo>
                <a:lnTo>
                  <a:pt x="205203" y="314796"/>
                </a:lnTo>
                <a:lnTo>
                  <a:pt x="212825" y="345498"/>
                </a:lnTo>
                <a:lnTo>
                  <a:pt x="228262" y="376922"/>
                </a:lnTo>
                <a:lnTo>
                  <a:pt x="249002" y="402258"/>
                </a:lnTo>
                <a:lnTo>
                  <a:pt x="272535" y="414696"/>
                </a:lnTo>
                <a:lnTo>
                  <a:pt x="282899" y="442845"/>
                </a:lnTo>
                <a:lnTo>
                  <a:pt x="308761" y="497646"/>
                </a:lnTo>
                <a:lnTo>
                  <a:pt x="332375" y="536620"/>
                </a:lnTo>
                <a:lnTo>
                  <a:pt x="360307" y="573973"/>
                </a:lnTo>
                <a:lnTo>
                  <a:pt x="346680" y="617704"/>
                </a:lnTo>
                <a:lnTo>
                  <a:pt x="308395" y="631615"/>
                </a:lnTo>
                <a:lnTo>
                  <a:pt x="269781" y="643362"/>
                </a:lnTo>
                <a:lnTo>
                  <a:pt x="231943" y="653314"/>
                </a:lnTo>
                <a:lnTo>
                  <a:pt x="195984" y="661836"/>
                </a:lnTo>
                <a:lnTo>
                  <a:pt x="160760" y="671032"/>
                </a:lnTo>
                <a:lnTo>
                  <a:pt x="94176" y="689623"/>
                </a:lnTo>
                <a:lnTo>
                  <a:pt x="43419" y="726410"/>
                </a:lnTo>
                <a:lnTo>
                  <a:pt x="16965" y="786275"/>
                </a:lnTo>
                <a:lnTo>
                  <a:pt x="9835" y="868662"/>
                </a:lnTo>
                <a:lnTo>
                  <a:pt x="6248" y="920784"/>
                </a:lnTo>
                <a:lnTo>
                  <a:pt x="0" y="1013691"/>
                </a:lnTo>
                <a:lnTo>
                  <a:pt x="2510" y="1028930"/>
                </a:lnTo>
                <a:lnTo>
                  <a:pt x="10882" y="1042024"/>
                </a:lnTo>
                <a:lnTo>
                  <a:pt x="23431" y="1051182"/>
                </a:lnTo>
                <a:lnTo>
                  <a:pt x="38475" y="1054613"/>
                </a:lnTo>
                <a:lnTo>
                  <a:pt x="974714" y="1054613"/>
                </a:lnTo>
                <a:lnTo>
                  <a:pt x="989686" y="1051182"/>
                </a:lnTo>
                <a:lnTo>
                  <a:pt x="1002288" y="1042024"/>
                </a:lnTo>
                <a:lnTo>
                  <a:pt x="1010676" y="1028930"/>
                </a:lnTo>
                <a:lnTo>
                  <a:pt x="1013191" y="1013691"/>
                </a:lnTo>
                <a:lnTo>
                  <a:pt x="1010777" y="977582"/>
                </a:lnTo>
                <a:lnTo>
                  <a:pt x="79756" y="977582"/>
                </a:lnTo>
                <a:lnTo>
                  <a:pt x="82278" y="939069"/>
                </a:lnTo>
                <a:lnTo>
                  <a:pt x="85943" y="884718"/>
                </a:lnTo>
                <a:lnTo>
                  <a:pt x="87452" y="861939"/>
                </a:lnTo>
                <a:lnTo>
                  <a:pt x="89776" y="823521"/>
                </a:lnTo>
                <a:lnTo>
                  <a:pt x="91757" y="804224"/>
                </a:lnTo>
                <a:lnTo>
                  <a:pt x="112620" y="765347"/>
                </a:lnTo>
                <a:lnTo>
                  <a:pt x="176621" y="746089"/>
                </a:lnTo>
                <a:lnTo>
                  <a:pt x="241197" y="730462"/>
                </a:lnTo>
                <a:lnTo>
                  <a:pt x="270480" y="722760"/>
                </a:lnTo>
                <a:lnTo>
                  <a:pt x="300190" y="714185"/>
                </a:lnTo>
                <a:lnTo>
                  <a:pt x="329847" y="704765"/>
                </a:lnTo>
                <a:lnTo>
                  <a:pt x="416662" y="704765"/>
                </a:lnTo>
                <a:lnTo>
                  <a:pt x="410871" y="695731"/>
                </a:lnTo>
                <a:lnTo>
                  <a:pt x="403992" y="679725"/>
                </a:lnTo>
                <a:lnTo>
                  <a:pt x="423632" y="630143"/>
                </a:lnTo>
                <a:lnTo>
                  <a:pt x="587653" y="630143"/>
                </a:lnTo>
                <a:lnTo>
                  <a:pt x="589156" y="629339"/>
                </a:lnTo>
                <a:lnTo>
                  <a:pt x="701388" y="629339"/>
                </a:lnTo>
                <a:lnTo>
                  <a:pt x="666910" y="617704"/>
                </a:lnTo>
                <a:lnTo>
                  <a:pt x="663095" y="606933"/>
                </a:lnTo>
                <a:lnTo>
                  <a:pt x="659466" y="595724"/>
                </a:lnTo>
                <a:lnTo>
                  <a:pt x="653725" y="577182"/>
                </a:lnTo>
                <a:lnTo>
                  <a:pt x="505792" y="577182"/>
                </a:lnTo>
                <a:lnTo>
                  <a:pt x="449529" y="552174"/>
                </a:lnTo>
                <a:lnTo>
                  <a:pt x="418602" y="522367"/>
                </a:lnTo>
                <a:lnTo>
                  <a:pt x="389164" y="482498"/>
                </a:lnTo>
                <a:lnTo>
                  <a:pt x="363788" y="435038"/>
                </a:lnTo>
                <a:lnTo>
                  <a:pt x="344175" y="384121"/>
                </a:lnTo>
                <a:lnTo>
                  <a:pt x="331525" y="333345"/>
                </a:lnTo>
                <a:lnTo>
                  <a:pt x="327042" y="286311"/>
                </a:lnTo>
                <a:lnTo>
                  <a:pt x="328949" y="241498"/>
                </a:lnTo>
                <a:lnTo>
                  <a:pt x="335039" y="199859"/>
                </a:lnTo>
                <a:lnTo>
                  <a:pt x="361510" y="134255"/>
                </a:lnTo>
                <a:lnTo>
                  <a:pt x="412537" y="92363"/>
                </a:lnTo>
                <a:lnTo>
                  <a:pt x="412327" y="92363"/>
                </a:lnTo>
                <a:lnTo>
                  <a:pt x="452934" y="80607"/>
                </a:lnTo>
                <a:lnTo>
                  <a:pt x="452761" y="80607"/>
                </a:lnTo>
                <a:lnTo>
                  <a:pt x="506595" y="76482"/>
                </a:lnTo>
                <a:lnTo>
                  <a:pt x="697270" y="76482"/>
                </a:lnTo>
                <a:lnTo>
                  <a:pt x="681113" y="58788"/>
                </a:lnTo>
                <a:lnTo>
                  <a:pt x="646669" y="33852"/>
                </a:lnTo>
                <a:lnTo>
                  <a:pt x="605998" y="15229"/>
                </a:lnTo>
                <a:lnTo>
                  <a:pt x="559147" y="3501"/>
                </a:lnTo>
                <a:lnTo>
                  <a:pt x="513714" y="0"/>
                </a:lnTo>
                <a:close/>
              </a:path>
              <a:path w="1013459" h="1054734">
                <a:moveTo>
                  <a:pt x="945084" y="703164"/>
                </a:moveTo>
                <a:lnTo>
                  <a:pt x="684156" y="703164"/>
                </a:lnTo>
                <a:lnTo>
                  <a:pt x="750438" y="724007"/>
                </a:lnTo>
                <a:lnTo>
                  <a:pt x="782079" y="733447"/>
                </a:lnTo>
                <a:lnTo>
                  <a:pt x="811594" y="741675"/>
                </a:lnTo>
                <a:lnTo>
                  <a:pt x="859301" y="754344"/>
                </a:lnTo>
                <a:lnTo>
                  <a:pt x="882629" y="760917"/>
                </a:lnTo>
                <a:lnTo>
                  <a:pt x="919828" y="794054"/>
                </a:lnTo>
                <a:lnTo>
                  <a:pt x="923413" y="823521"/>
                </a:lnTo>
                <a:lnTo>
                  <a:pt x="925748" y="861939"/>
                </a:lnTo>
                <a:lnTo>
                  <a:pt x="928257" y="900483"/>
                </a:lnTo>
                <a:lnTo>
                  <a:pt x="933433" y="977582"/>
                </a:lnTo>
                <a:lnTo>
                  <a:pt x="1010777" y="977582"/>
                </a:lnTo>
                <a:lnTo>
                  <a:pt x="1009973" y="965544"/>
                </a:lnTo>
                <a:lnTo>
                  <a:pt x="1006660" y="917337"/>
                </a:lnTo>
                <a:lnTo>
                  <a:pt x="1003538" y="871115"/>
                </a:lnTo>
                <a:lnTo>
                  <a:pt x="1000365" y="821114"/>
                </a:lnTo>
                <a:lnTo>
                  <a:pt x="984600" y="750087"/>
                </a:lnTo>
                <a:lnTo>
                  <a:pt x="964245" y="718778"/>
                </a:lnTo>
                <a:lnTo>
                  <a:pt x="945084" y="703164"/>
                </a:lnTo>
                <a:close/>
              </a:path>
              <a:path w="1013459" h="1054734">
                <a:moveTo>
                  <a:pt x="416662" y="704765"/>
                </a:moveTo>
                <a:lnTo>
                  <a:pt x="329847" y="704765"/>
                </a:lnTo>
                <a:lnTo>
                  <a:pt x="344442" y="736469"/>
                </a:lnTo>
                <a:lnTo>
                  <a:pt x="385629" y="792513"/>
                </a:lnTo>
                <a:lnTo>
                  <a:pt x="438394" y="846530"/>
                </a:lnTo>
                <a:lnTo>
                  <a:pt x="482809" y="884718"/>
                </a:lnTo>
                <a:lnTo>
                  <a:pt x="513742" y="897700"/>
                </a:lnTo>
                <a:lnTo>
                  <a:pt x="526319" y="895494"/>
                </a:lnTo>
                <a:lnTo>
                  <a:pt x="560821" y="868662"/>
                </a:lnTo>
                <a:lnTo>
                  <a:pt x="612403" y="815903"/>
                </a:lnTo>
                <a:lnTo>
                  <a:pt x="619854" y="807072"/>
                </a:lnTo>
                <a:lnTo>
                  <a:pt x="511805" y="807072"/>
                </a:lnTo>
                <a:lnTo>
                  <a:pt x="502046" y="799264"/>
                </a:lnTo>
                <a:lnTo>
                  <a:pt x="463710" y="763743"/>
                </a:lnTo>
                <a:lnTo>
                  <a:pt x="425643" y="718778"/>
                </a:lnTo>
                <a:lnTo>
                  <a:pt x="416662" y="704765"/>
                </a:lnTo>
                <a:close/>
              </a:path>
              <a:path w="1013459" h="1054734">
                <a:moveTo>
                  <a:pt x="701388" y="629339"/>
                </a:moveTo>
                <a:lnTo>
                  <a:pt x="589156" y="629339"/>
                </a:lnTo>
                <a:lnTo>
                  <a:pt x="609122" y="679537"/>
                </a:lnTo>
                <a:lnTo>
                  <a:pt x="609197" y="679725"/>
                </a:lnTo>
                <a:lnTo>
                  <a:pt x="605881" y="695731"/>
                </a:lnTo>
                <a:lnTo>
                  <a:pt x="570592" y="746089"/>
                </a:lnTo>
                <a:lnTo>
                  <a:pt x="540703" y="780250"/>
                </a:lnTo>
                <a:lnTo>
                  <a:pt x="511805" y="807072"/>
                </a:lnTo>
                <a:lnTo>
                  <a:pt x="619854" y="807072"/>
                </a:lnTo>
                <a:lnTo>
                  <a:pt x="633304" y="791132"/>
                </a:lnTo>
                <a:lnTo>
                  <a:pt x="653363" y="764060"/>
                </a:lnTo>
                <a:lnTo>
                  <a:pt x="670877" y="734726"/>
                </a:lnTo>
                <a:lnTo>
                  <a:pt x="684143" y="703164"/>
                </a:lnTo>
                <a:lnTo>
                  <a:pt x="945084" y="703164"/>
                </a:lnTo>
                <a:lnTo>
                  <a:pt x="940647" y="699549"/>
                </a:lnTo>
                <a:lnTo>
                  <a:pt x="913271" y="689623"/>
                </a:lnTo>
                <a:lnTo>
                  <a:pt x="885544" y="681273"/>
                </a:lnTo>
                <a:lnTo>
                  <a:pt x="792658" y="656537"/>
                </a:lnTo>
                <a:lnTo>
                  <a:pt x="751226" y="644796"/>
                </a:lnTo>
                <a:lnTo>
                  <a:pt x="708816" y="631846"/>
                </a:lnTo>
                <a:lnTo>
                  <a:pt x="701388" y="629339"/>
                </a:lnTo>
                <a:close/>
              </a:path>
              <a:path w="1013459" h="1054734">
                <a:moveTo>
                  <a:pt x="587653" y="630143"/>
                </a:moveTo>
                <a:lnTo>
                  <a:pt x="423632" y="630143"/>
                </a:lnTo>
                <a:lnTo>
                  <a:pt x="442883" y="640364"/>
                </a:lnTo>
                <a:lnTo>
                  <a:pt x="463053" y="647965"/>
                </a:lnTo>
                <a:lnTo>
                  <a:pt x="484152" y="652673"/>
                </a:lnTo>
                <a:lnTo>
                  <a:pt x="506194" y="654214"/>
                </a:lnTo>
                <a:lnTo>
                  <a:pt x="528266" y="652413"/>
                </a:lnTo>
                <a:lnTo>
                  <a:pt x="549483" y="647472"/>
                </a:lnTo>
                <a:lnTo>
                  <a:pt x="569796" y="639684"/>
                </a:lnTo>
                <a:lnTo>
                  <a:pt x="587653" y="630143"/>
                </a:lnTo>
                <a:close/>
              </a:path>
              <a:path w="1013459" h="1054734">
                <a:moveTo>
                  <a:pt x="697270" y="76482"/>
                </a:moveTo>
                <a:lnTo>
                  <a:pt x="506595" y="76482"/>
                </a:lnTo>
                <a:lnTo>
                  <a:pt x="556276" y="80607"/>
                </a:lnTo>
                <a:lnTo>
                  <a:pt x="594939" y="92363"/>
                </a:lnTo>
                <a:lnTo>
                  <a:pt x="647271" y="135057"/>
                </a:lnTo>
                <a:lnTo>
                  <a:pt x="676646" y="200896"/>
                </a:lnTo>
                <a:lnTo>
                  <a:pt x="683717" y="240986"/>
                </a:lnTo>
                <a:lnTo>
                  <a:pt x="683808" y="241498"/>
                </a:lnTo>
                <a:lnTo>
                  <a:pt x="686147" y="285909"/>
                </a:lnTo>
                <a:lnTo>
                  <a:pt x="681078" y="339756"/>
                </a:lnTo>
                <a:lnTo>
                  <a:pt x="667487" y="391141"/>
                </a:lnTo>
                <a:lnTo>
                  <a:pt x="647796" y="438757"/>
                </a:lnTo>
                <a:lnTo>
                  <a:pt x="624427" y="481295"/>
                </a:lnTo>
                <a:lnTo>
                  <a:pt x="594596" y="521283"/>
                </a:lnTo>
                <a:lnTo>
                  <a:pt x="563111" y="551418"/>
                </a:lnTo>
                <a:lnTo>
                  <a:pt x="505792" y="577182"/>
                </a:lnTo>
                <a:lnTo>
                  <a:pt x="653725" y="577182"/>
                </a:lnTo>
                <a:lnTo>
                  <a:pt x="652482" y="573169"/>
                </a:lnTo>
                <a:lnTo>
                  <a:pt x="662258" y="561175"/>
                </a:lnTo>
                <a:lnTo>
                  <a:pt x="671680" y="548696"/>
                </a:lnTo>
                <a:lnTo>
                  <a:pt x="704525" y="497003"/>
                </a:lnTo>
                <a:lnTo>
                  <a:pt x="730442" y="443050"/>
                </a:lnTo>
                <a:lnTo>
                  <a:pt x="741056" y="414696"/>
                </a:lnTo>
                <a:lnTo>
                  <a:pt x="767324" y="398187"/>
                </a:lnTo>
                <a:lnTo>
                  <a:pt x="788507" y="371722"/>
                </a:lnTo>
                <a:lnTo>
                  <a:pt x="802698" y="341769"/>
                </a:lnTo>
                <a:lnTo>
                  <a:pt x="807987" y="314796"/>
                </a:lnTo>
                <a:lnTo>
                  <a:pt x="808090" y="294780"/>
                </a:lnTo>
                <a:lnTo>
                  <a:pt x="806412" y="282576"/>
                </a:lnTo>
                <a:lnTo>
                  <a:pt x="784082" y="246417"/>
                </a:lnTo>
                <a:lnTo>
                  <a:pt x="760695" y="235759"/>
                </a:lnTo>
                <a:lnTo>
                  <a:pt x="754853" y="197077"/>
                </a:lnTo>
                <a:lnTo>
                  <a:pt x="754730" y="196259"/>
                </a:lnTo>
                <a:lnTo>
                  <a:pt x="744522" y="158301"/>
                </a:lnTo>
                <a:lnTo>
                  <a:pt x="729475" y="122463"/>
                </a:lnTo>
                <a:lnTo>
                  <a:pt x="708993" y="89319"/>
                </a:lnTo>
                <a:lnTo>
                  <a:pt x="697270" y="764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26642" y="2094177"/>
            <a:ext cx="14984094" cy="8397875"/>
            <a:chOff x="1926642" y="2094177"/>
            <a:chExt cx="14984094" cy="83978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3619" y="2094177"/>
              <a:ext cx="13716859" cy="83976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6642" y="2094177"/>
              <a:ext cx="4753781" cy="4743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20699" y="2173576"/>
              <a:ext cx="4565668" cy="454660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028065">
              <a:lnSpc>
                <a:spcPct val="100000"/>
              </a:lnSpc>
              <a:spcBef>
                <a:spcPts val="120"/>
              </a:spcBef>
            </a:pPr>
            <a:r>
              <a:rPr dirty="0" spc="-45">
                <a:solidFill>
                  <a:srgbClr val="53585F"/>
                </a:solidFill>
              </a:rPr>
              <a:t>So</a:t>
            </a:r>
            <a:r>
              <a:rPr dirty="0" spc="-105">
                <a:solidFill>
                  <a:srgbClr val="53585F"/>
                </a:solidFill>
              </a:rPr>
              <a:t> </a:t>
            </a:r>
            <a:r>
              <a:rPr dirty="0" spc="270">
                <a:solidFill>
                  <a:srgbClr val="53585F"/>
                </a:solidFill>
              </a:rPr>
              <a:t>we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100">
                <a:solidFill>
                  <a:srgbClr val="53585F"/>
                </a:solidFill>
              </a:rPr>
              <a:t>built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120">
                <a:solidFill>
                  <a:srgbClr val="53585F"/>
                </a:solidFill>
              </a:rPr>
              <a:t>the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first</a:t>
            </a:r>
            <a:r>
              <a:rPr dirty="0" spc="-105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shared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100">
                <a:solidFill>
                  <a:srgbClr val="53585F"/>
                </a:solidFill>
              </a:rPr>
              <a:t>email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40">
                <a:solidFill>
                  <a:srgbClr val="53585F"/>
                </a:solidFill>
              </a:rPr>
              <a:t>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6547" y="1947584"/>
            <a:ext cx="16494125" cy="8544560"/>
            <a:chOff x="416547" y="1947584"/>
            <a:chExt cx="16494125" cy="8544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3620" y="2094177"/>
              <a:ext cx="13716859" cy="83976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0992" y="1947584"/>
              <a:ext cx="5036495" cy="503649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0642" y="2033517"/>
              <a:ext cx="4837195" cy="48260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58291" y="3645792"/>
              <a:ext cx="398780" cy="311785"/>
            </a:xfrm>
            <a:custGeom>
              <a:avLst/>
              <a:gdLst/>
              <a:ahLst/>
              <a:cxnLst/>
              <a:rect l="l" t="t" r="r" b="b"/>
              <a:pathLst>
                <a:path w="398779" h="311785">
                  <a:moveTo>
                    <a:pt x="398601" y="0"/>
                  </a:moveTo>
                  <a:lnTo>
                    <a:pt x="0" y="0"/>
                  </a:lnTo>
                  <a:lnTo>
                    <a:pt x="0" y="311408"/>
                  </a:lnTo>
                  <a:lnTo>
                    <a:pt x="398601" y="311408"/>
                  </a:lnTo>
                  <a:lnTo>
                    <a:pt x="398601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55188" y="3716378"/>
              <a:ext cx="680944" cy="2159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16547" y="6056098"/>
              <a:ext cx="2777490" cy="829944"/>
            </a:xfrm>
            <a:custGeom>
              <a:avLst/>
              <a:gdLst/>
              <a:ahLst/>
              <a:cxnLst/>
              <a:rect l="l" t="t" r="r" b="b"/>
              <a:pathLst>
                <a:path w="2777490" h="829945">
                  <a:moveTo>
                    <a:pt x="2536974" y="0"/>
                  </a:moveTo>
                  <a:lnTo>
                    <a:pt x="241164" y="0"/>
                  </a:lnTo>
                  <a:lnTo>
                    <a:pt x="194710" y="183"/>
                  </a:lnTo>
                  <a:lnTo>
                    <a:pt x="127201" y="4963"/>
                  </a:lnTo>
                  <a:lnTo>
                    <a:pt x="70465" y="25950"/>
                  </a:lnTo>
                  <a:lnTo>
                    <a:pt x="25950" y="70465"/>
                  </a:lnTo>
                  <a:lnTo>
                    <a:pt x="4961" y="127201"/>
                  </a:lnTo>
                  <a:lnTo>
                    <a:pt x="183" y="194260"/>
                  </a:lnTo>
                  <a:lnTo>
                    <a:pt x="0" y="240097"/>
                  </a:lnTo>
                  <a:lnTo>
                    <a:pt x="4" y="589720"/>
                  </a:lnTo>
                  <a:lnTo>
                    <a:pt x="183" y="635107"/>
                  </a:lnTo>
                  <a:lnTo>
                    <a:pt x="4967" y="702633"/>
                  </a:lnTo>
                  <a:lnTo>
                    <a:pt x="25950" y="759352"/>
                  </a:lnTo>
                  <a:lnTo>
                    <a:pt x="70465" y="803867"/>
                  </a:lnTo>
                  <a:lnTo>
                    <a:pt x="127184" y="824853"/>
                  </a:lnTo>
                  <a:lnTo>
                    <a:pt x="194260" y="829633"/>
                  </a:lnTo>
                  <a:lnTo>
                    <a:pt x="240097" y="829817"/>
                  </a:lnTo>
                  <a:lnTo>
                    <a:pt x="2535907" y="829817"/>
                  </a:lnTo>
                  <a:lnTo>
                    <a:pt x="2582361" y="829633"/>
                  </a:lnTo>
                  <a:lnTo>
                    <a:pt x="2649871" y="824853"/>
                  </a:lnTo>
                  <a:lnTo>
                    <a:pt x="2706607" y="803867"/>
                  </a:lnTo>
                  <a:lnTo>
                    <a:pt x="2751121" y="759352"/>
                  </a:lnTo>
                  <a:lnTo>
                    <a:pt x="2772108" y="702633"/>
                  </a:lnTo>
                  <a:lnTo>
                    <a:pt x="2776888" y="635557"/>
                  </a:lnTo>
                  <a:lnTo>
                    <a:pt x="2777072" y="589720"/>
                  </a:lnTo>
                  <a:lnTo>
                    <a:pt x="2777068" y="240097"/>
                  </a:lnTo>
                  <a:lnTo>
                    <a:pt x="2776888" y="194710"/>
                  </a:lnTo>
                  <a:lnTo>
                    <a:pt x="2772108" y="127201"/>
                  </a:lnTo>
                  <a:lnTo>
                    <a:pt x="2751121" y="70465"/>
                  </a:lnTo>
                  <a:lnTo>
                    <a:pt x="2706607" y="25950"/>
                  </a:lnTo>
                  <a:lnTo>
                    <a:pt x="2649887" y="4963"/>
                  </a:lnTo>
                  <a:lnTo>
                    <a:pt x="2582811" y="183"/>
                  </a:lnTo>
                  <a:lnTo>
                    <a:pt x="2536974" y="0"/>
                  </a:lnTo>
                  <a:close/>
                </a:path>
              </a:pathLst>
            </a:custGeom>
            <a:solidFill>
              <a:srgbClr val="FAB23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46965" y="6248889"/>
            <a:ext cx="2324100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80">
                <a:solidFill>
                  <a:srgbClr val="FFFFFF"/>
                </a:solidFill>
                <a:latin typeface="Tahoma"/>
                <a:cs typeface="Tahoma"/>
              </a:rPr>
              <a:t>Canned</a:t>
            </a:r>
            <a:r>
              <a:rPr dirty="0" sz="245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Tahoma"/>
                <a:cs typeface="Tahoma"/>
              </a:rPr>
              <a:t>answers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76990" y="3028946"/>
            <a:ext cx="2675255" cy="829944"/>
          </a:xfrm>
          <a:custGeom>
            <a:avLst/>
            <a:gdLst/>
            <a:ahLst/>
            <a:cxnLst/>
            <a:rect l="l" t="t" r="r" b="b"/>
            <a:pathLst>
              <a:path w="2675254" h="829945">
                <a:moveTo>
                  <a:pt x="2434994" y="0"/>
                </a:moveTo>
                <a:lnTo>
                  <a:pt x="241165" y="0"/>
                </a:lnTo>
                <a:lnTo>
                  <a:pt x="194711" y="183"/>
                </a:lnTo>
                <a:lnTo>
                  <a:pt x="127201" y="4963"/>
                </a:lnTo>
                <a:lnTo>
                  <a:pt x="70465" y="25950"/>
                </a:lnTo>
                <a:lnTo>
                  <a:pt x="25950" y="70465"/>
                </a:lnTo>
                <a:lnTo>
                  <a:pt x="4961" y="127201"/>
                </a:lnTo>
                <a:lnTo>
                  <a:pt x="183" y="194260"/>
                </a:lnTo>
                <a:lnTo>
                  <a:pt x="0" y="240097"/>
                </a:lnTo>
                <a:lnTo>
                  <a:pt x="4" y="589720"/>
                </a:lnTo>
                <a:lnTo>
                  <a:pt x="183" y="635107"/>
                </a:lnTo>
                <a:lnTo>
                  <a:pt x="4967" y="702633"/>
                </a:lnTo>
                <a:lnTo>
                  <a:pt x="25950" y="759352"/>
                </a:lnTo>
                <a:lnTo>
                  <a:pt x="70465" y="803867"/>
                </a:lnTo>
                <a:lnTo>
                  <a:pt x="127184" y="824853"/>
                </a:lnTo>
                <a:lnTo>
                  <a:pt x="194260" y="829633"/>
                </a:lnTo>
                <a:lnTo>
                  <a:pt x="240097" y="829817"/>
                </a:lnTo>
                <a:lnTo>
                  <a:pt x="2433926" y="829817"/>
                </a:lnTo>
                <a:lnTo>
                  <a:pt x="2480381" y="829633"/>
                </a:lnTo>
                <a:lnTo>
                  <a:pt x="2547890" y="824853"/>
                </a:lnTo>
                <a:lnTo>
                  <a:pt x="2604627" y="803867"/>
                </a:lnTo>
                <a:lnTo>
                  <a:pt x="2649142" y="759352"/>
                </a:lnTo>
                <a:lnTo>
                  <a:pt x="2670128" y="702633"/>
                </a:lnTo>
                <a:lnTo>
                  <a:pt x="2674908" y="635557"/>
                </a:lnTo>
                <a:lnTo>
                  <a:pt x="2675092" y="589720"/>
                </a:lnTo>
                <a:lnTo>
                  <a:pt x="2675088" y="240097"/>
                </a:lnTo>
                <a:lnTo>
                  <a:pt x="2674908" y="194710"/>
                </a:lnTo>
                <a:lnTo>
                  <a:pt x="2670128" y="127201"/>
                </a:lnTo>
                <a:lnTo>
                  <a:pt x="2649142" y="70465"/>
                </a:lnTo>
                <a:lnTo>
                  <a:pt x="2604627" y="25950"/>
                </a:lnTo>
                <a:lnTo>
                  <a:pt x="2547907" y="4963"/>
                </a:lnTo>
                <a:lnTo>
                  <a:pt x="2480831" y="183"/>
                </a:lnTo>
                <a:lnTo>
                  <a:pt x="2434994" y="0"/>
                </a:lnTo>
                <a:close/>
              </a:path>
            </a:pathLst>
          </a:custGeom>
          <a:solidFill>
            <a:srgbClr val="FAB2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38044" y="3212332"/>
            <a:ext cx="2358390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65">
                <a:solidFill>
                  <a:srgbClr val="FFFFFF"/>
                </a:solidFill>
                <a:latin typeface="Tahoma"/>
                <a:cs typeface="Tahoma"/>
              </a:rPr>
              <a:t>Automated</a:t>
            </a:r>
            <a:r>
              <a:rPr dirty="0" sz="245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Tahoma"/>
                <a:cs typeface="Tahoma"/>
              </a:rPr>
              <a:t>rules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92462" y="5226280"/>
            <a:ext cx="1897380" cy="829944"/>
          </a:xfrm>
          <a:custGeom>
            <a:avLst/>
            <a:gdLst/>
            <a:ahLst/>
            <a:cxnLst/>
            <a:rect l="l" t="t" r="r" b="b"/>
            <a:pathLst>
              <a:path w="1897379" h="829945">
                <a:moveTo>
                  <a:pt x="1656703" y="0"/>
                </a:moveTo>
                <a:lnTo>
                  <a:pt x="241164" y="0"/>
                </a:lnTo>
                <a:lnTo>
                  <a:pt x="194710" y="183"/>
                </a:lnTo>
                <a:lnTo>
                  <a:pt x="127201" y="4963"/>
                </a:lnTo>
                <a:lnTo>
                  <a:pt x="70465" y="25950"/>
                </a:lnTo>
                <a:lnTo>
                  <a:pt x="25950" y="70465"/>
                </a:lnTo>
                <a:lnTo>
                  <a:pt x="4961" y="127201"/>
                </a:lnTo>
                <a:lnTo>
                  <a:pt x="183" y="194260"/>
                </a:lnTo>
                <a:lnTo>
                  <a:pt x="0" y="240097"/>
                </a:lnTo>
                <a:lnTo>
                  <a:pt x="4" y="589720"/>
                </a:lnTo>
                <a:lnTo>
                  <a:pt x="183" y="635107"/>
                </a:lnTo>
                <a:lnTo>
                  <a:pt x="4967" y="702633"/>
                </a:lnTo>
                <a:lnTo>
                  <a:pt x="25950" y="759352"/>
                </a:lnTo>
                <a:lnTo>
                  <a:pt x="70465" y="803867"/>
                </a:lnTo>
                <a:lnTo>
                  <a:pt x="127184" y="824853"/>
                </a:lnTo>
                <a:lnTo>
                  <a:pt x="194260" y="829633"/>
                </a:lnTo>
                <a:lnTo>
                  <a:pt x="240097" y="829817"/>
                </a:lnTo>
                <a:lnTo>
                  <a:pt x="1655636" y="829817"/>
                </a:lnTo>
                <a:lnTo>
                  <a:pt x="1702090" y="829633"/>
                </a:lnTo>
                <a:lnTo>
                  <a:pt x="1769599" y="824853"/>
                </a:lnTo>
                <a:lnTo>
                  <a:pt x="1826336" y="803867"/>
                </a:lnTo>
                <a:lnTo>
                  <a:pt x="1870850" y="759352"/>
                </a:lnTo>
                <a:lnTo>
                  <a:pt x="1891837" y="702633"/>
                </a:lnTo>
                <a:lnTo>
                  <a:pt x="1896617" y="635557"/>
                </a:lnTo>
                <a:lnTo>
                  <a:pt x="1896800" y="589720"/>
                </a:lnTo>
                <a:lnTo>
                  <a:pt x="1896796" y="240097"/>
                </a:lnTo>
                <a:lnTo>
                  <a:pt x="1896617" y="194710"/>
                </a:lnTo>
                <a:lnTo>
                  <a:pt x="1891837" y="127201"/>
                </a:lnTo>
                <a:lnTo>
                  <a:pt x="1870850" y="70465"/>
                </a:lnTo>
                <a:lnTo>
                  <a:pt x="1826336" y="25950"/>
                </a:lnTo>
                <a:lnTo>
                  <a:pt x="1769616" y="4963"/>
                </a:lnTo>
                <a:lnTo>
                  <a:pt x="1702540" y="183"/>
                </a:lnTo>
                <a:lnTo>
                  <a:pt x="1656703" y="0"/>
                </a:lnTo>
                <a:close/>
              </a:path>
            </a:pathLst>
          </a:custGeom>
          <a:solidFill>
            <a:srgbClr val="FAB2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081355" y="5411218"/>
            <a:ext cx="1508760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-10">
                <a:solidFill>
                  <a:srgbClr val="FFFFFF"/>
                </a:solidFill>
                <a:latin typeface="Tahoma"/>
                <a:cs typeface="Tahoma"/>
              </a:rPr>
              <a:t>Reminders</a:t>
            </a:r>
            <a:endParaRPr sz="24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303290" y="6355827"/>
            <a:ext cx="6349365" cy="4680585"/>
            <a:chOff x="12303290" y="6355827"/>
            <a:chExt cx="6349365" cy="468058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03290" y="6355827"/>
              <a:ext cx="4680485" cy="468048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377884" y="6421876"/>
              <a:ext cx="4531296" cy="4521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377884" y="9252383"/>
              <a:ext cx="4531296" cy="169069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5875359" y="7292058"/>
              <a:ext cx="2777490" cy="829944"/>
            </a:xfrm>
            <a:custGeom>
              <a:avLst/>
              <a:gdLst/>
              <a:ahLst/>
              <a:cxnLst/>
              <a:rect l="l" t="t" r="r" b="b"/>
              <a:pathLst>
                <a:path w="2777490" h="829945">
                  <a:moveTo>
                    <a:pt x="2536980" y="0"/>
                  </a:moveTo>
                  <a:lnTo>
                    <a:pt x="241165" y="0"/>
                  </a:lnTo>
                  <a:lnTo>
                    <a:pt x="194711" y="183"/>
                  </a:lnTo>
                  <a:lnTo>
                    <a:pt x="127199" y="4963"/>
                  </a:lnTo>
                  <a:lnTo>
                    <a:pt x="70461" y="25950"/>
                  </a:lnTo>
                  <a:lnTo>
                    <a:pt x="25951" y="70464"/>
                  </a:lnTo>
                  <a:lnTo>
                    <a:pt x="4963" y="127201"/>
                  </a:lnTo>
                  <a:lnTo>
                    <a:pt x="183" y="194260"/>
                  </a:lnTo>
                  <a:lnTo>
                    <a:pt x="0" y="240097"/>
                  </a:lnTo>
                  <a:lnTo>
                    <a:pt x="4" y="589720"/>
                  </a:lnTo>
                  <a:lnTo>
                    <a:pt x="183" y="635106"/>
                  </a:lnTo>
                  <a:lnTo>
                    <a:pt x="4969" y="702632"/>
                  </a:lnTo>
                  <a:lnTo>
                    <a:pt x="25951" y="759352"/>
                  </a:lnTo>
                  <a:lnTo>
                    <a:pt x="70461" y="803867"/>
                  </a:lnTo>
                  <a:lnTo>
                    <a:pt x="127182" y="824853"/>
                  </a:lnTo>
                  <a:lnTo>
                    <a:pt x="194260" y="829633"/>
                  </a:lnTo>
                  <a:lnTo>
                    <a:pt x="240097" y="829817"/>
                  </a:lnTo>
                  <a:lnTo>
                    <a:pt x="2535912" y="829817"/>
                  </a:lnTo>
                  <a:lnTo>
                    <a:pt x="2582365" y="829633"/>
                  </a:lnTo>
                  <a:lnTo>
                    <a:pt x="2649869" y="824853"/>
                  </a:lnTo>
                  <a:lnTo>
                    <a:pt x="2706607" y="803867"/>
                  </a:lnTo>
                  <a:lnTo>
                    <a:pt x="2751124" y="759352"/>
                  </a:lnTo>
                  <a:lnTo>
                    <a:pt x="2772112" y="702632"/>
                  </a:lnTo>
                  <a:lnTo>
                    <a:pt x="2776893" y="635557"/>
                  </a:lnTo>
                  <a:lnTo>
                    <a:pt x="2777077" y="589720"/>
                  </a:lnTo>
                  <a:lnTo>
                    <a:pt x="2777073" y="240097"/>
                  </a:lnTo>
                  <a:lnTo>
                    <a:pt x="2776893" y="194710"/>
                  </a:lnTo>
                  <a:lnTo>
                    <a:pt x="2772112" y="127201"/>
                  </a:lnTo>
                  <a:lnTo>
                    <a:pt x="2751124" y="70464"/>
                  </a:lnTo>
                  <a:lnTo>
                    <a:pt x="2706607" y="25950"/>
                  </a:lnTo>
                  <a:lnTo>
                    <a:pt x="2649886" y="4963"/>
                  </a:lnTo>
                  <a:lnTo>
                    <a:pt x="2582815" y="183"/>
                  </a:lnTo>
                  <a:lnTo>
                    <a:pt x="2536980" y="0"/>
                  </a:lnTo>
                  <a:close/>
                </a:path>
              </a:pathLst>
            </a:custGeom>
            <a:solidFill>
              <a:srgbClr val="46AF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6122933" y="7484454"/>
            <a:ext cx="2282825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>
                <a:solidFill>
                  <a:srgbClr val="FFFFFF"/>
                </a:solidFill>
                <a:latin typeface="Tahoma"/>
                <a:cs typeface="Tahoma"/>
              </a:rPr>
              <a:t>Robust</a:t>
            </a:r>
            <a:r>
              <a:rPr dirty="0" sz="2450" spc="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Tahoma"/>
                <a:cs typeface="Tahoma"/>
              </a:rPr>
              <a:t>analytics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139037" y="3443855"/>
            <a:ext cx="2287905" cy="829944"/>
          </a:xfrm>
          <a:custGeom>
            <a:avLst/>
            <a:gdLst/>
            <a:ahLst/>
            <a:cxnLst/>
            <a:rect l="l" t="t" r="r" b="b"/>
            <a:pathLst>
              <a:path w="2287905" h="829945">
                <a:moveTo>
                  <a:pt x="2047204" y="0"/>
                </a:moveTo>
                <a:lnTo>
                  <a:pt x="241165" y="0"/>
                </a:lnTo>
                <a:lnTo>
                  <a:pt x="194711" y="183"/>
                </a:lnTo>
                <a:lnTo>
                  <a:pt x="127199" y="4963"/>
                </a:lnTo>
                <a:lnTo>
                  <a:pt x="70461" y="25950"/>
                </a:lnTo>
                <a:lnTo>
                  <a:pt x="25951" y="70465"/>
                </a:lnTo>
                <a:lnTo>
                  <a:pt x="4963" y="127201"/>
                </a:lnTo>
                <a:lnTo>
                  <a:pt x="183" y="194260"/>
                </a:lnTo>
                <a:lnTo>
                  <a:pt x="0" y="240097"/>
                </a:lnTo>
                <a:lnTo>
                  <a:pt x="4" y="589720"/>
                </a:lnTo>
                <a:lnTo>
                  <a:pt x="183" y="635107"/>
                </a:lnTo>
                <a:lnTo>
                  <a:pt x="4969" y="702633"/>
                </a:lnTo>
                <a:lnTo>
                  <a:pt x="25951" y="759352"/>
                </a:lnTo>
                <a:lnTo>
                  <a:pt x="70461" y="803867"/>
                </a:lnTo>
                <a:lnTo>
                  <a:pt x="127182" y="824853"/>
                </a:lnTo>
                <a:lnTo>
                  <a:pt x="194260" y="829633"/>
                </a:lnTo>
                <a:lnTo>
                  <a:pt x="240097" y="829817"/>
                </a:lnTo>
                <a:lnTo>
                  <a:pt x="2046136" y="829817"/>
                </a:lnTo>
                <a:lnTo>
                  <a:pt x="2092591" y="829633"/>
                </a:lnTo>
                <a:lnTo>
                  <a:pt x="2160102" y="824853"/>
                </a:lnTo>
                <a:lnTo>
                  <a:pt x="2216840" y="803867"/>
                </a:lnTo>
                <a:lnTo>
                  <a:pt x="2261355" y="759352"/>
                </a:lnTo>
                <a:lnTo>
                  <a:pt x="2282341" y="702633"/>
                </a:lnTo>
                <a:lnTo>
                  <a:pt x="2287118" y="635557"/>
                </a:lnTo>
                <a:lnTo>
                  <a:pt x="2287302" y="589720"/>
                </a:lnTo>
                <a:lnTo>
                  <a:pt x="2287297" y="240097"/>
                </a:lnTo>
                <a:lnTo>
                  <a:pt x="2287118" y="194710"/>
                </a:lnTo>
                <a:lnTo>
                  <a:pt x="2282341" y="127201"/>
                </a:lnTo>
                <a:lnTo>
                  <a:pt x="2261355" y="70465"/>
                </a:lnTo>
                <a:lnTo>
                  <a:pt x="2216840" y="25950"/>
                </a:lnTo>
                <a:lnTo>
                  <a:pt x="2160119" y="4963"/>
                </a:lnTo>
                <a:lnTo>
                  <a:pt x="2093041" y="183"/>
                </a:lnTo>
                <a:lnTo>
                  <a:pt x="2047204" y="0"/>
                </a:lnTo>
                <a:close/>
              </a:path>
            </a:pathLst>
          </a:custGeom>
          <a:solidFill>
            <a:srgbClr val="2A9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5389972" y="3631168"/>
            <a:ext cx="1794510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55">
                <a:solidFill>
                  <a:srgbClr val="FFFFFF"/>
                </a:solidFill>
                <a:latin typeface="Tahoma"/>
                <a:cs typeface="Tahoma"/>
              </a:rPr>
              <a:t>Assign</a:t>
            </a:r>
            <a:r>
              <a:rPr dirty="0" sz="245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Tahoma"/>
                <a:cs typeface="Tahoma"/>
              </a:rPr>
              <a:t>email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684020" y="5081906"/>
            <a:ext cx="3455035" cy="829944"/>
          </a:xfrm>
          <a:custGeom>
            <a:avLst/>
            <a:gdLst/>
            <a:ahLst/>
            <a:cxnLst/>
            <a:rect l="l" t="t" r="r" b="b"/>
            <a:pathLst>
              <a:path w="3455034" h="829945">
                <a:moveTo>
                  <a:pt x="3214917" y="0"/>
                </a:moveTo>
                <a:lnTo>
                  <a:pt x="241165" y="0"/>
                </a:lnTo>
                <a:lnTo>
                  <a:pt x="194711" y="183"/>
                </a:lnTo>
                <a:lnTo>
                  <a:pt x="127199" y="4963"/>
                </a:lnTo>
                <a:lnTo>
                  <a:pt x="70461" y="25950"/>
                </a:lnTo>
                <a:lnTo>
                  <a:pt x="25951" y="70464"/>
                </a:lnTo>
                <a:lnTo>
                  <a:pt x="4963" y="127201"/>
                </a:lnTo>
                <a:lnTo>
                  <a:pt x="183" y="194260"/>
                </a:lnTo>
                <a:lnTo>
                  <a:pt x="0" y="240097"/>
                </a:lnTo>
                <a:lnTo>
                  <a:pt x="4" y="589720"/>
                </a:lnTo>
                <a:lnTo>
                  <a:pt x="183" y="635106"/>
                </a:lnTo>
                <a:lnTo>
                  <a:pt x="4969" y="702632"/>
                </a:lnTo>
                <a:lnTo>
                  <a:pt x="25951" y="759352"/>
                </a:lnTo>
                <a:lnTo>
                  <a:pt x="70461" y="803867"/>
                </a:lnTo>
                <a:lnTo>
                  <a:pt x="127182" y="824853"/>
                </a:lnTo>
                <a:lnTo>
                  <a:pt x="194260" y="829633"/>
                </a:lnTo>
                <a:lnTo>
                  <a:pt x="240097" y="829817"/>
                </a:lnTo>
                <a:lnTo>
                  <a:pt x="3213849" y="829817"/>
                </a:lnTo>
                <a:lnTo>
                  <a:pt x="3260304" y="829633"/>
                </a:lnTo>
                <a:lnTo>
                  <a:pt x="3327815" y="824853"/>
                </a:lnTo>
                <a:lnTo>
                  <a:pt x="3384553" y="803867"/>
                </a:lnTo>
                <a:lnTo>
                  <a:pt x="3429063" y="759352"/>
                </a:lnTo>
                <a:lnTo>
                  <a:pt x="3450050" y="702632"/>
                </a:lnTo>
                <a:lnTo>
                  <a:pt x="3454831" y="635557"/>
                </a:lnTo>
                <a:lnTo>
                  <a:pt x="3455015" y="589720"/>
                </a:lnTo>
                <a:lnTo>
                  <a:pt x="3455010" y="240097"/>
                </a:lnTo>
                <a:lnTo>
                  <a:pt x="3454831" y="194710"/>
                </a:lnTo>
                <a:lnTo>
                  <a:pt x="3450050" y="127201"/>
                </a:lnTo>
                <a:lnTo>
                  <a:pt x="3429063" y="70464"/>
                </a:lnTo>
                <a:lnTo>
                  <a:pt x="3384553" y="25950"/>
                </a:lnTo>
                <a:lnTo>
                  <a:pt x="3327832" y="4963"/>
                </a:lnTo>
                <a:lnTo>
                  <a:pt x="3260754" y="183"/>
                </a:lnTo>
                <a:lnTo>
                  <a:pt x="3214917" y="0"/>
                </a:lnTo>
                <a:close/>
              </a:path>
            </a:pathLst>
          </a:custGeom>
          <a:solidFill>
            <a:srgbClr val="2A9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1924109" y="5264626"/>
            <a:ext cx="2975610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70">
                <a:solidFill>
                  <a:srgbClr val="FFFFFF"/>
                </a:solidFill>
                <a:latin typeface="Tahoma"/>
                <a:cs typeface="Tahoma"/>
              </a:rPr>
              <a:t>Comment</a:t>
            </a:r>
            <a:r>
              <a:rPr dirty="0" sz="245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50" spc="8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dirty="0" sz="245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Tahoma"/>
                <a:cs typeface="Tahoma"/>
              </a:rPr>
              <a:t>mention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000254" y="6467080"/>
            <a:ext cx="2047875" cy="829944"/>
          </a:xfrm>
          <a:custGeom>
            <a:avLst/>
            <a:gdLst/>
            <a:ahLst/>
            <a:cxnLst/>
            <a:rect l="l" t="t" r="r" b="b"/>
            <a:pathLst>
              <a:path w="2047875" h="829945">
                <a:moveTo>
                  <a:pt x="1807353" y="0"/>
                </a:moveTo>
                <a:lnTo>
                  <a:pt x="241165" y="0"/>
                </a:lnTo>
                <a:lnTo>
                  <a:pt x="194711" y="183"/>
                </a:lnTo>
                <a:lnTo>
                  <a:pt x="127201" y="4963"/>
                </a:lnTo>
                <a:lnTo>
                  <a:pt x="70465" y="25950"/>
                </a:lnTo>
                <a:lnTo>
                  <a:pt x="25950" y="70465"/>
                </a:lnTo>
                <a:lnTo>
                  <a:pt x="4961" y="127201"/>
                </a:lnTo>
                <a:lnTo>
                  <a:pt x="183" y="194260"/>
                </a:lnTo>
                <a:lnTo>
                  <a:pt x="0" y="240097"/>
                </a:lnTo>
                <a:lnTo>
                  <a:pt x="4" y="589720"/>
                </a:lnTo>
                <a:lnTo>
                  <a:pt x="183" y="635107"/>
                </a:lnTo>
                <a:lnTo>
                  <a:pt x="4967" y="702633"/>
                </a:lnTo>
                <a:lnTo>
                  <a:pt x="25950" y="759352"/>
                </a:lnTo>
                <a:lnTo>
                  <a:pt x="70465" y="803867"/>
                </a:lnTo>
                <a:lnTo>
                  <a:pt x="127184" y="824853"/>
                </a:lnTo>
                <a:lnTo>
                  <a:pt x="194260" y="829633"/>
                </a:lnTo>
                <a:lnTo>
                  <a:pt x="240097" y="829817"/>
                </a:lnTo>
                <a:lnTo>
                  <a:pt x="1806285" y="829817"/>
                </a:lnTo>
                <a:lnTo>
                  <a:pt x="1852739" y="829633"/>
                </a:lnTo>
                <a:lnTo>
                  <a:pt x="1920251" y="824853"/>
                </a:lnTo>
                <a:lnTo>
                  <a:pt x="1976988" y="803867"/>
                </a:lnTo>
                <a:lnTo>
                  <a:pt x="2021499" y="759352"/>
                </a:lnTo>
                <a:lnTo>
                  <a:pt x="2042485" y="702633"/>
                </a:lnTo>
                <a:lnTo>
                  <a:pt x="2047266" y="635557"/>
                </a:lnTo>
                <a:lnTo>
                  <a:pt x="2047450" y="589720"/>
                </a:lnTo>
                <a:lnTo>
                  <a:pt x="2047446" y="240097"/>
                </a:lnTo>
                <a:lnTo>
                  <a:pt x="2047266" y="194710"/>
                </a:lnTo>
                <a:lnTo>
                  <a:pt x="2042485" y="127201"/>
                </a:lnTo>
                <a:lnTo>
                  <a:pt x="2021499" y="70465"/>
                </a:lnTo>
                <a:lnTo>
                  <a:pt x="1976988" y="25950"/>
                </a:lnTo>
                <a:lnTo>
                  <a:pt x="1920268" y="4963"/>
                </a:lnTo>
                <a:lnTo>
                  <a:pt x="1853190" y="183"/>
                </a:lnTo>
                <a:lnTo>
                  <a:pt x="1807353" y="0"/>
                </a:lnTo>
                <a:close/>
              </a:path>
            </a:pathLst>
          </a:custGeom>
          <a:solidFill>
            <a:srgbClr val="2A9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9243562" y="6657254"/>
            <a:ext cx="1555115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>
                <a:solidFill>
                  <a:srgbClr val="FFFFFF"/>
                </a:solidFill>
                <a:latin typeface="Tahoma"/>
                <a:cs typeface="Tahoma"/>
              </a:rPr>
              <a:t>Share</a:t>
            </a:r>
            <a:r>
              <a:rPr dirty="0" sz="24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Tahoma"/>
                <a:cs typeface="Tahoma"/>
              </a:rPr>
              <a:t>draft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028065">
              <a:lnSpc>
                <a:spcPct val="100000"/>
              </a:lnSpc>
              <a:spcBef>
                <a:spcPts val="120"/>
              </a:spcBef>
            </a:pPr>
            <a:r>
              <a:rPr dirty="0" spc="-45">
                <a:solidFill>
                  <a:srgbClr val="53585F"/>
                </a:solidFill>
              </a:rPr>
              <a:t>So</a:t>
            </a:r>
            <a:r>
              <a:rPr dirty="0" spc="-105">
                <a:solidFill>
                  <a:srgbClr val="53585F"/>
                </a:solidFill>
              </a:rPr>
              <a:t> </a:t>
            </a:r>
            <a:r>
              <a:rPr dirty="0" spc="270">
                <a:solidFill>
                  <a:srgbClr val="53585F"/>
                </a:solidFill>
              </a:rPr>
              <a:t>we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100">
                <a:solidFill>
                  <a:srgbClr val="53585F"/>
                </a:solidFill>
              </a:rPr>
              <a:t>built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120">
                <a:solidFill>
                  <a:srgbClr val="53585F"/>
                </a:solidFill>
              </a:rPr>
              <a:t>the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first</a:t>
            </a:r>
            <a:r>
              <a:rPr dirty="0" spc="-105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shared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100">
                <a:solidFill>
                  <a:srgbClr val="53585F"/>
                </a:solidFill>
              </a:rPr>
              <a:t>email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40">
                <a:solidFill>
                  <a:srgbClr val="53585F"/>
                </a:solidFill>
              </a:rPr>
              <a:t>client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01" y="9487058"/>
            <a:ext cx="20100925" cy="1818639"/>
          </a:xfrm>
          <a:custGeom>
            <a:avLst/>
            <a:gdLst/>
            <a:ahLst/>
            <a:cxnLst/>
            <a:rect l="l" t="t" r="r" b="b"/>
            <a:pathLst>
              <a:path w="20100925" h="1818640">
                <a:moveTo>
                  <a:pt x="0" y="0"/>
                </a:moveTo>
                <a:lnTo>
                  <a:pt x="20100896" y="0"/>
                </a:lnTo>
                <a:lnTo>
                  <a:pt x="20100896" y="1818273"/>
                </a:lnTo>
                <a:lnTo>
                  <a:pt x="0" y="1818273"/>
                </a:lnTo>
                <a:lnTo>
                  <a:pt x="0" y="0"/>
                </a:lnTo>
                <a:close/>
              </a:path>
            </a:pathLst>
          </a:custGeom>
          <a:solidFill>
            <a:srgbClr val="2A9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70449" y="10018407"/>
            <a:ext cx="3100705" cy="6413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4000" spc="-30">
                <a:solidFill>
                  <a:srgbClr val="FFFFFF"/>
                </a:solidFill>
                <a:latin typeface="Lucida Sans Unicode"/>
                <a:cs typeface="Lucida Sans Unicode"/>
              </a:rPr>
              <a:t>Shared</a:t>
            </a:r>
            <a:r>
              <a:rPr dirty="0" sz="4000" spc="-2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50">
                <a:solidFill>
                  <a:srgbClr val="FFFFFF"/>
                </a:solidFill>
                <a:latin typeface="Lucida Sans Unicode"/>
                <a:cs typeface="Lucida Sans Unicode"/>
              </a:rPr>
              <a:t>Email</a:t>
            </a:r>
            <a:endParaRPr sz="400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45071" y="10315719"/>
            <a:ext cx="3172460" cy="138430"/>
            <a:chOff x="6745071" y="10315719"/>
            <a:chExt cx="3172460" cy="138430"/>
          </a:xfrm>
        </p:grpSpPr>
        <p:sp>
          <p:nvSpPr>
            <p:cNvPr id="5" name="object 5"/>
            <p:cNvSpPr/>
            <p:nvPr/>
          </p:nvSpPr>
          <p:spPr>
            <a:xfrm>
              <a:off x="6844544" y="10384827"/>
              <a:ext cx="2950210" cy="0"/>
            </a:xfrm>
            <a:custGeom>
              <a:avLst/>
              <a:gdLst/>
              <a:ahLst/>
              <a:cxnLst/>
              <a:rect l="l" t="t" r="r" b="b"/>
              <a:pathLst>
                <a:path w="2950209" h="0">
                  <a:moveTo>
                    <a:pt x="0" y="0"/>
                  </a:moveTo>
                  <a:lnTo>
                    <a:pt x="15706" y="0"/>
                  </a:lnTo>
                  <a:lnTo>
                    <a:pt x="2934175" y="0"/>
                  </a:lnTo>
                  <a:lnTo>
                    <a:pt x="2949881" y="0"/>
                  </a:lnTo>
                </a:path>
              </a:pathLst>
            </a:custGeom>
            <a:ln w="314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778720" y="10315719"/>
              <a:ext cx="138430" cy="138430"/>
            </a:xfrm>
            <a:custGeom>
              <a:avLst/>
              <a:gdLst/>
              <a:ahLst/>
              <a:cxnLst/>
              <a:rect l="l" t="t" r="r" b="b"/>
              <a:pathLst>
                <a:path w="138429" h="138429">
                  <a:moveTo>
                    <a:pt x="0" y="0"/>
                  </a:moveTo>
                  <a:lnTo>
                    <a:pt x="0" y="138215"/>
                  </a:lnTo>
                  <a:lnTo>
                    <a:pt x="138215" y="69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5071" y="10327237"/>
              <a:ext cx="115179" cy="1151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374418" y="10018407"/>
            <a:ext cx="7021195" cy="6413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4000" spc="-85">
                <a:solidFill>
                  <a:srgbClr val="FFFFFF"/>
                </a:solidFill>
                <a:latin typeface="Lucida Sans Unicode"/>
                <a:cs typeface="Lucida Sans Unicode"/>
              </a:rPr>
              <a:t>Collaborative</a:t>
            </a:r>
            <a:r>
              <a:rPr dirty="0" sz="40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90">
                <a:solidFill>
                  <a:srgbClr val="FFFFFF"/>
                </a:solidFill>
                <a:latin typeface="Lucida Sans Unicode"/>
                <a:cs typeface="Lucida Sans Unicode"/>
              </a:rPr>
              <a:t>Communication</a:t>
            </a:r>
            <a:endParaRPr sz="4000">
              <a:latin typeface="Lucida Sans Unicode"/>
              <a:cs typeface="Lucida Sans Unicode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04870" y="4229722"/>
            <a:ext cx="4346600" cy="317335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746226" y="2803968"/>
            <a:ext cx="4615180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10" b="1">
                <a:solidFill>
                  <a:srgbClr val="53585F"/>
                </a:solidFill>
                <a:latin typeface="Arial"/>
                <a:cs typeface="Arial"/>
              </a:rPr>
              <a:t>Individual</a:t>
            </a:r>
            <a:r>
              <a:rPr dirty="0" sz="2850" spc="-114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yet</a:t>
            </a:r>
            <a:r>
              <a:rPr dirty="0" sz="2850" spc="-11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53585F"/>
                </a:solidFill>
                <a:latin typeface="Arial"/>
                <a:cs typeface="Arial"/>
              </a:rPr>
              <a:t>collaborative</a:t>
            </a:r>
            <a:endParaRPr sz="2850">
              <a:latin typeface="Arial"/>
              <a:cs typeface="Arial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120"/>
              </a:spcBef>
            </a:pPr>
            <a:r>
              <a:rPr dirty="0" spc="175">
                <a:solidFill>
                  <a:srgbClr val="53585F"/>
                </a:solidFill>
              </a:rPr>
              <a:t>We</a:t>
            </a:r>
            <a:r>
              <a:rPr dirty="0" spc="-75">
                <a:solidFill>
                  <a:srgbClr val="53585F"/>
                </a:solidFill>
              </a:rPr>
              <a:t> </a:t>
            </a:r>
            <a:r>
              <a:rPr dirty="0" spc="95">
                <a:solidFill>
                  <a:srgbClr val="53585F"/>
                </a:solidFill>
              </a:rPr>
              <a:t>rapidly</a:t>
            </a:r>
            <a:r>
              <a:rPr dirty="0" spc="-75">
                <a:solidFill>
                  <a:srgbClr val="53585F"/>
                </a:solidFill>
              </a:rPr>
              <a:t> </a:t>
            </a:r>
            <a:r>
              <a:rPr dirty="0" spc="110">
                <a:solidFill>
                  <a:srgbClr val="53585F"/>
                </a:solidFill>
              </a:rPr>
              <a:t>broadened</a:t>
            </a:r>
            <a:r>
              <a:rPr dirty="0" spc="-70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our</a:t>
            </a:r>
            <a:r>
              <a:rPr dirty="0" spc="-75">
                <a:solidFill>
                  <a:srgbClr val="53585F"/>
                </a:solidFill>
              </a:rPr>
              <a:t> </a:t>
            </a:r>
            <a:r>
              <a:rPr dirty="0" spc="80">
                <a:solidFill>
                  <a:srgbClr val="53585F"/>
                </a:solidFill>
              </a:rPr>
              <a:t>value</a:t>
            </a:r>
            <a:r>
              <a:rPr dirty="0" spc="-70">
                <a:solidFill>
                  <a:srgbClr val="53585F"/>
                </a:solidFill>
              </a:rPr>
              <a:t> </a:t>
            </a:r>
            <a:r>
              <a:rPr dirty="0" spc="50">
                <a:solidFill>
                  <a:srgbClr val="53585F"/>
                </a:solidFill>
              </a:rPr>
              <a:t>proposition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61031" y="2803968"/>
            <a:ext cx="2343785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20" b="1">
                <a:solidFill>
                  <a:srgbClr val="53585F"/>
                </a:solidFill>
                <a:latin typeface="Arial"/>
                <a:cs typeface="Arial"/>
              </a:rPr>
              <a:t>Multi-</a:t>
            </a:r>
            <a:r>
              <a:rPr dirty="0" sz="2850" spc="-10" b="1">
                <a:solidFill>
                  <a:srgbClr val="53585F"/>
                </a:solidFill>
                <a:latin typeface="Arial"/>
                <a:cs typeface="Arial"/>
              </a:rPr>
              <a:t>channel</a:t>
            </a:r>
            <a:endParaRPr sz="285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4979" y="3837002"/>
            <a:ext cx="4954224" cy="378129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61467" y="3623332"/>
            <a:ext cx="5488083" cy="459778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5054904" y="2803968"/>
            <a:ext cx="1802764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10" b="1">
                <a:solidFill>
                  <a:srgbClr val="53585F"/>
                </a:solidFill>
                <a:latin typeface="Arial"/>
                <a:cs typeface="Arial"/>
              </a:rPr>
              <a:t>Integrated</a:t>
            </a:r>
            <a:endParaRPr sz="2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01" y="5675219"/>
            <a:ext cx="20100925" cy="5633720"/>
          </a:xfrm>
          <a:custGeom>
            <a:avLst/>
            <a:gdLst/>
            <a:ahLst/>
            <a:cxnLst/>
            <a:rect l="l" t="t" r="r" b="b"/>
            <a:pathLst>
              <a:path w="20100925" h="5633720">
                <a:moveTo>
                  <a:pt x="20100896" y="0"/>
                </a:moveTo>
                <a:lnTo>
                  <a:pt x="0" y="0"/>
                </a:lnTo>
                <a:lnTo>
                  <a:pt x="0" y="5633336"/>
                </a:lnTo>
                <a:lnTo>
                  <a:pt x="20100896" y="5633336"/>
                </a:lnTo>
                <a:lnTo>
                  <a:pt x="20100896" y="0"/>
                </a:lnTo>
                <a:close/>
              </a:path>
            </a:pathLst>
          </a:custGeom>
          <a:solidFill>
            <a:srgbClr val="2A9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28565" y="6165122"/>
            <a:ext cx="3926840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b="1">
                <a:solidFill>
                  <a:srgbClr val="FFFFFF"/>
                </a:solidFill>
                <a:latin typeface="Arial"/>
                <a:cs typeface="Arial"/>
              </a:rPr>
              <a:t>Diversity</a:t>
            </a:r>
            <a:r>
              <a:rPr dirty="0" sz="2850" spc="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8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85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FFFFFF"/>
                </a:solidFill>
                <a:latin typeface="Arial"/>
                <a:cs typeface="Arial"/>
              </a:rPr>
              <a:t>industries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802764">
              <a:lnSpc>
                <a:spcPct val="100000"/>
              </a:lnSpc>
              <a:spcBef>
                <a:spcPts val="120"/>
              </a:spcBef>
            </a:pPr>
            <a:r>
              <a:rPr dirty="0" spc="385">
                <a:solidFill>
                  <a:srgbClr val="53585F"/>
                </a:solidFill>
              </a:rPr>
              <a:t>2300</a:t>
            </a:r>
            <a:r>
              <a:rPr dirty="0" spc="-120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companies</a:t>
            </a:r>
            <a:r>
              <a:rPr dirty="0" spc="-120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use</a:t>
            </a:r>
            <a:r>
              <a:rPr dirty="0" spc="-120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Front</a:t>
            </a:r>
            <a:r>
              <a:rPr dirty="0" spc="-114">
                <a:solidFill>
                  <a:srgbClr val="53585F"/>
                </a:solidFill>
              </a:rPr>
              <a:t> </a:t>
            </a:r>
            <a:r>
              <a:rPr dirty="0" spc="95">
                <a:solidFill>
                  <a:srgbClr val="53585F"/>
                </a:solidFill>
              </a:rPr>
              <a:t>today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212027" y="6165122"/>
            <a:ext cx="3863975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b="1">
                <a:solidFill>
                  <a:srgbClr val="FFFFFF"/>
                </a:solidFill>
                <a:latin typeface="Arial"/>
                <a:cs typeface="Arial"/>
              </a:rPr>
              <a:t>Diversity</a:t>
            </a:r>
            <a:r>
              <a:rPr dirty="0" sz="2850" spc="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8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850" spc="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65" b="1">
                <a:solidFill>
                  <a:srgbClr val="FFFFFF"/>
                </a:solidFill>
                <a:latin typeface="Arial"/>
                <a:cs typeface="Arial"/>
              </a:rPr>
              <a:t>use-</a:t>
            </a:r>
            <a:r>
              <a:rPr dirty="0" sz="2850" spc="-10" b="1">
                <a:solidFill>
                  <a:srgbClr val="FFFFFF"/>
                </a:solidFill>
                <a:latin typeface="Arial"/>
                <a:cs typeface="Arial"/>
              </a:rPr>
              <a:t>cases</a:t>
            </a:r>
            <a:endParaRPr sz="28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81933" y="6463748"/>
            <a:ext cx="6680834" cy="4077335"/>
            <a:chOff x="3381933" y="6463748"/>
            <a:chExt cx="6680834" cy="4077335"/>
          </a:xfrm>
        </p:grpSpPr>
        <p:sp>
          <p:nvSpPr>
            <p:cNvPr id="7" name="object 7"/>
            <p:cNvSpPr/>
            <p:nvPr/>
          </p:nvSpPr>
          <p:spPr>
            <a:xfrm>
              <a:off x="10052050" y="6474225"/>
              <a:ext cx="0" cy="4056379"/>
            </a:xfrm>
            <a:custGeom>
              <a:avLst/>
              <a:gdLst/>
              <a:ahLst/>
              <a:cxnLst/>
              <a:rect l="l" t="t" r="r" b="b"/>
              <a:pathLst>
                <a:path w="0" h="4056379">
                  <a:moveTo>
                    <a:pt x="0" y="0"/>
                  </a:moveTo>
                  <a:lnTo>
                    <a:pt x="0" y="4056267"/>
                  </a:lnTo>
                </a:path>
              </a:pathLst>
            </a:custGeom>
            <a:ln w="2094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387331" y="7172556"/>
              <a:ext cx="2848610" cy="2858770"/>
            </a:xfrm>
            <a:custGeom>
              <a:avLst/>
              <a:gdLst/>
              <a:ahLst/>
              <a:cxnLst/>
              <a:rect l="l" t="t" r="r" b="b"/>
              <a:pathLst>
                <a:path w="2848610" h="2858770">
                  <a:moveTo>
                    <a:pt x="0" y="0"/>
                  </a:moveTo>
                  <a:lnTo>
                    <a:pt x="0" y="2858552"/>
                  </a:lnTo>
                </a:path>
                <a:path w="2848610" h="2858770">
                  <a:moveTo>
                    <a:pt x="952850" y="0"/>
                  </a:moveTo>
                  <a:lnTo>
                    <a:pt x="952850" y="2858552"/>
                  </a:lnTo>
                </a:path>
                <a:path w="2848610" h="2858770">
                  <a:moveTo>
                    <a:pt x="1905701" y="0"/>
                  </a:moveTo>
                  <a:lnTo>
                    <a:pt x="1905701" y="2858552"/>
                  </a:lnTo>
                </a:path>
                <a:path w="2848610" h="2858770">
                  <a:moveTo>
                    <a:pt x="2848080" y="0"/>
                  </a:moveTo>
                  <a:lnTo>
                    <a:pt x="2848080" y="2858552"/>
                  </a:lnTo>
                </a:path>
              </a:pathLst>
            </a:custGeom>
            <a:ln w="1047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861588" y="7138914"/>
            <a:ext cx="1364615" cy="28968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766445" marR="10160" indent="156845">
              <a:lnSpc>
                <a:spcPct val="101000"/>
              </a:lnSpc>
              <a:spcBef>
                <a:spcPts val="110"/>
              </a:spcBef>
            </a:pPr>
            <a:r>
              <a:rPr dirty="0" sz="1700" spc="-95">
                <a:solidFill>
                  <a:srgbClr val="FFFFFF"/>
                </a:solidFill>
                <a:latin typeface="Trebuchet MS"/>
                <a:cs typeface="Trebuchet MS"/>
              </a:rPr>
              <a:t>Tech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Media </a:t>
            </a:r>
            <a:r>
              <a:rPr dirty="0" sz="1700" spc="-45">
                <a:solidFill>
                  <a:srgbClr val="FFFFFF"/>
                </a:solidFill>
                <a:latin typeface="Trebuchet MS"/>
                <a:cs typeface="Trebuchet MS"/>
              </a:rPr>
              <a:t>Travel</a:t>
            </a:r>
            <a:endParaRPr sz="1700">
              <a:latin typeface="Trebuchet MS"/>
              <a:cs typeface="Trebuchet MS"/>
            </a:endParaRPr>
          </a:p>
          <a:p>
            <a:pPr algn="r" marL="242570" marR="5080" indent="-230504">
              <a:lnSpc>
                <a:spcPct val="100400"/>
              </a:lnSpc>
              <a:spcBef>
                <a:spcPts val="15"/>
              </a:spcBef>
            </a:pPr>
            <a:r>
              <a:rPr dirty="0" sz="1700" spc="-65">
                <a:solidFill>
                  <a:srgbClr val="FFFFFF"/>
                </a:solidFill>
                <a:latin typeface="Trebuchet MS"/>
                <a:cs typeface="Trebuchet MS"/>
              </a:rPr>
              <a:t>Client</a:t>
            </a:r>
            <a:r>
              <a:rPr dirty="0" sz="17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FFFFFF"/>
                </a:solidFill>
                <a:latin typeface="Trebuchet MS"/>
                <a:cs typeface="Trebuchet MS"/>
              </a:rPr>
              <a:t>Services </a:t>
            </a:r>
            <a:r>
              <a:rPr dirty="0" sz="1700" spc="-25">
                <a:solidFill>
                  <a:srgbClr val="FFFFFF"/>
                </a:solidFill>
                <a:latin typeface="Trebuchet MS"/>
                <a:cs typeface="Trebuchet MS"/>
              </a:rPr>
              <a:t>Ecommerce </a:t>
            </a:r>
            <a:r>
              <a:rPr dirty="0" sz="1700" spc="-40">
                <a:solidFill>
                  <a:srgbClr val="FFFFFF"/>
                </a:solidFill>
                <a:latin typeface="Trebuchet MS"/>
                <a:cs typeface="Trebuchet MS"/>
              </a:rPr>
              <a:t>Cons.</a:t>
            </a:r>
            <a:r>
              <a:rPr dirty="0" sz="17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goods Education Finance </a:t>
            </a:r>
            <a:r>
              <a:rPr dirty="0" sz="1700" spc="-80">
                <a:solidFill>
                  <a:srgbClr val="FFFFFF"/>
                </a:solidFill>
                <a:latin typeface="Trebuchet MS"/>
                <a:cs typeface="Trebuchet MS"/>
              </a:rPr>
              <a:t>Real</a:t>
            </a:r>
            <a:r>
              <a:rPr dirty="0" sz="17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estate Logistics</a:t>
            </a:r>
            <a:endParaRPr sz="1700">
              <a:latin typeface="Trebuchet MS"/>
              <a:cs typeface="Trebuchet MS"/>
            </a:endParaRPr>
          </a:p>
          <a:p>
            <a:pPr algn="r" marR="8890">
              <a:lnSpc>
                <a:spcPct val="100000"/>
              </a:lnSpc>
              <a:spcBef>
                <a:spcPts val="20"/>
              </a:spcBef>
            </a:pP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Other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12332" y="10091704"/>
            <a:ext cx="35052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290">
                <a:solidFill>
                  <a:srgbClr val="FFFFFF"/>
                </a:solidFill>
                <a:latin typeface="Trebuchet MS"/>
                <a:cs typeface="Trebuchet MS"/>
              </a:rPr>
              <a:t>0%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3299" y="10091704"/>
            <a:ext cx="42862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95">
                <a:solidFill>
                  <a:srgbClr val="FFFFFF"/>
                </a:solidFill>
                <a:latin typeface="Trebuchet MS"/>
                <a:cs typeface="Trebuchet MS"/>
              </a:rPr>
              <a:t>10%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55208" y="10091704"/>
            <a:ext cx="46863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195">
                <a:solidFill>
                  <a:srgbClr val="FFFFFF"/>
                </a:solidFill>
                <a:latin typeface="Trebuchet MS"/>
                <a:cs typeface="Trebuchet MS"/>
              </a:rPr>
              <a:t>20%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08059" y="10091704"/>
            <a:ext cx="467359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195">
                <a:solidFill>
                  <a:srgbClr val="FFFFFF"/>
                </a:solidFill>
                <a:latin typeface="Trebuchet MS"/>
                <a:cs typeface="Trebuchet MS"/>
              </a:rPr>
              <a:t>30%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63138" y="10120236"/>
            <a:ext cx="455930" cy="24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45"/>
              </a:lnSpc>
            </a:pPr>
            <a:r>
              <a:rPr dirty="0" sz="1700" spc="235">
                <a:solidFill>
                  <a:srgbClr val="FFFFFF"/>
                </a:solidFill>
                <a:latin typeface="Trebuchet MS"/>
                <a:cs typeface="Trebuchet MS"/>
              </a:rPr>
              <a:t>40%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392566" y="7167158"/>
            <a:ext cx="11748770" cy="2869565"/>
            <a:chOff x="3392566" y="7167158"/>
            <a:chExt cx="11748770" cy="2869565"/>
          </a:xfrm>
        </p:grpSpPr>
        <p:sp>
          <p:nvSpPr>
            <p:cNvPr id="16" name="object 16"/>
            <p:cNvSpPr/>
            <p:nvPr/>
          </p:nvSpPr>
          <p:spPr>
            <a:xfrm>
              <a:off x="3392563" y="7214444"/>
              <a:ext cx="3392804" cy="2764790"/>
            </a:xfrm>
            <a:custGeom>
              <a:avLst/>
              <a:gdLst/>
              <a:ahLst/>
              <a:cxnLst/>
              <a:rect l="l" t="t" r="r" b="b"/>
              <a:pathLst>
                <a:path w="3392804" h="2764790">
                  <a:moveTo>
                    <a:pt x="387413" y="2324544"/>
                  </a:moveTo>
                  <a:lnTo>
                    <a:pt x="0" y="2324544"/>
                  </a:lnTo>
                  <a:lnTo>
                    <a:pt x="0" y="2513012"/>
                  </a:lnTo>
                  <a:lnTo>
                    <a:pt x="387413" y="2513012"/>
                  </a:lnTo>
                  <a:lnTo>
                    <a:pt x="387413" y="2324544"/>
                  </a:lnTo>
                  <a:close/>
                </a:path>
                <a:path w="3392804" h="2764790">
                  <a:moveTo>
                    <a:pt x="408355" y="2062772"/>
                  </a:moveTo>
                  <a:lnTo>
                    <a:pt x="0" y="2062772"/>
                  </a:lnTo>
                  <a:lnTo>
                    <a:pt x="0" y="2251240"/>
                  </a:lnTo>
                  <a:lnTo>
                    <a:pt x="408355" y="2251240"/>
                  </a:lnTo>
                  <a:lnTo>
                    <a:pt x="408355" y="2062772"/>
                  </a:lnTo>
                  <a:close/>
                </a:path>
                <a:path w="3392804" h="2764790">
                  <a:moveTo>
                    <a:pt x="492125" y="1811464"/>
                  </a:moveTo>
                  <a:lnTo>
                    <a:pt x="0" y="1811464"/>
                  </a:lnTo>
                  <a:lnTo>
                    <a:pt x="0" y="1989467"/>
                  </a:lnTo>
                  <a:lnTo>
                    <a:pt x="492125" y="1989467"/>
                  </a:lnTo>
                  <a:lnTo>
                    <a:pt x="492125" y="1811464"/>
                  </a:lnTo>
                  <a:close/>
                </a:path>
                <a:path w="3392804" h="2764790">
                  <a:moveTo>
                    <a:pt x="513067" y="1549692"/>
                  </a:moveTo>
                  <a:lnTo>
                    <a:pt x="0" y="1549692"/>
                  </a:lnTo>
                  <a:lnTo>
                    <a:pt x="0" y="1738172"/>
                  </a:lnTo>
                  <a:lnTo>
                    <a:pt x="513067" y="1738172"/>
                  </a:lnTo>
                  <a:lnTo>
                    <a:pt x="513067" y="1549692"/>
                  </a:lnTo>
                  <a:close/>
                </a:path>
                <a:path w="3392804" h="2764790">
                  <a:moveTo>
                    <a:pt x="513067" y="1287919"/>
                  </a:moveTo>
                  <a:lnTo>
                    <a:pt x="0" y="1287919"/>
                  </a:lnTo>
                  <a:lnTo>
                    <a:pt x="0" y="1476400"/>
                  </a:lnTo>
                  <a:lnTo>
                    <a:pt x="513067" y="1476400"/>
                  </a:lnTo>
                  <a:lnTo>
                    <a:pt x="513067" y="1287919"/>
                  </a:lnTo>
                  <a:close/>
                </a:path>
                <a:path w="3392804" h="2764790">
                  <a:moveTo>
                    <a:pt x="544487" y="1036624"/>
                  </a:moveTo>
                  <a:lnTo>
                    <a:pt x="0" y="1036624"/>
                  </a:lnTo>
                  <a:lnTo>
                    <a:pt x="0" y="1214628"/>
                  </a:lnTo>
                  <a:lnTo>
                    <a:pt x="544487" y="1214628"/>
                  </a:lnTo>
                  <a:lnTo>
                    <a:pt x="544487" y="1036624"/>
                  </a:lnTo>
                  <a:close/>
                </a:path>
                <a:path w="3392804" h="2764790">
                  <a:moveTo>
                    <a:pt x="565429" y="774852"/>
                  </a:moveTo>
                  <a:lnTo>
                    <a:pt x="0" y="774852"/>
                  </a:lnTo>
                  <a:lnTo>
                    <a:pt x="0" y="963320"/>
                  </a:lnTo>
                  <a:lnTo>
                    <a:pt x="565429" y="963320"/>
                  </a:lnTo>
                  <a:lnTo>
                    <a:pt x="565429" y="774852"/>
                  </a:lnTo>
                  <a:close/>
                </a:path>
                <a:path w="3392804" h="2764790">
                  <a:moveTo>
                    <a:pt x="565429" y="513080"/>
                  </a:moveTo>
                  <a:lnTo>
                    <a:pt x="0" y="513080"/>
                  </a:lnTo>
                  <a:lnTo>
                    <a:pt x="0" y="701548"/>
                  </a:lnTo>
                  <a:lnTo>
                    <a:pt x="565429" y="701548"/>
                  </a:lnTo>
                  <a:lnTo>
                    <a:pt x="565429" y="513080"/>
                  </a:lnTo>
                  <a:close/>
                </a:path>
                <a:path w="3392804" h="2764790">
                  <a:moveTo>
                    <a:pt x="596836" y="261772"/>
                  </a:moveTo>
                  <a:lnTo>
                    <a:pt x="0" y="261772"/>
                  </a:lnTo>
                  <a:lnTo>
                    <a:pt x="0" y="439775"/>
                  </a:lnTo>
                  <a:lnTo>
                    <a:pt x="596836" y="439775"/>
                  </a:lnTo>
                  <a:lnTo>
                    <a:pt x="596836" y="261772"/>
                  </a:lnTo>
                  <a:close/>
                </a:path>
                <a:path w="3392804" h="2764790">
                  <a:moveTo>
                    <a:pt x="1497330" y="2586304"/>
                  </a:moveTo>
                  <a:lnTo>
                    <a:pt x="0" y="2586304"/>
                  </a:lnTo>
                  <a:lnTo>
                    <a:pt x="0" y="2764320"/>
                  </a:lnTo>
                  <a:lnTo>
                    <a:pt x="1497330" y="2764320"/>
                  </a:lnTo>
                  <a:lnTo>
                    <a:pt x="1497330" y="2586304"/>
                  </a:lnTo>
                  <a:close/>
                </a:path>
                <a:path w="3392804" h="2764790">
                  <a:moveTo>
                    <a:pt x="3392563" y="0"/>
                  </a:moveTo>
                  <a:lnTo>
                    <a:pt x="0" y="0"/>
                  </a:lnTo>
                  <a:lnTo>
                    <a:pt x="0" y="188480"/>
                  </a:lnTo>
                  <a:lnTo>
                    <a:pt x="3392563" y="188480"/>
                  </a:lnTo>
                  <a:lnTo>
                    <a:pt x="33925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3575505" y="7172556"/>
              <a:ext cx="1560195" cy="2858770"/>
            </a:xfrm>
            <a:custGeom>
              <a:avLst/>
              <a:gdLst/>
              <a:ahLst/>
              <a:cxnLst/>
              <a:rect l="l" t="t" r="r" b="b"/>
              <a:pathLst>
                <a:path w="1560194" h="2858770">
                  <a:moveTo>
                    <a:pt x="0" y="0"/>
                  </a:moveTo>
                  <a:lnTo>
                    <a:pt x="0" y="2858552"/>
                  </a:lnTo>
                </a:path>
                <a:path w="1560194" h="2858770">
                  <a:moveTo>
                    <a:pt x="1560161" y="0"/>
                  </a:moveTo>
                  <a:lnTo>
                    <a:pt x="1560161" y="2858552"/>
                  </a:lnTo>
                </a:path>
              </a:pathLst>
            </a:custGeom>
            <a:ln w="10470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1714691" y="7120066"/>
            <a:ext cx="1695450" cy="2884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7345" marR="10160" indent="-335280">
              <a:lnSpc>
                <a:spcPct val="121200"/>
              </a:lnSpc>
              <a:spcBef>
                <a:spcPts val="95"/>
              </a:spcBef>
            </a:pPr>
            <a:r>
              <a:rPr dirty="0" sz="1700" spc="-30">
                <a:solidFill>
                  <a:srgbClr val="FFFFFF"/>
                </a:solidFill>
                <a:latin typeface="Trebuchet MS"/>
                <a:cs typeface="Trebuchet MS"/>
              </a:rPr>
              <a:t>Customer</a:t>
            </a:r>
            <a:r>
              <a:rPr dirty="0" sz="17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40">
                <a:solidFill>
                  <a:srgbClr val="FFFFFF"/>
                </a:solidFill>
                <a:latin typeface="Trebuchet MS"/>
                <a:cs typeface="Trebuchet MS"/>
              </a:rPr>
              <a:t>Support </a:t>
            </a:r>
            <a:r>
              <a:rPr dirty="0" sz="1700" spc="-65">
                <a:solidFill>
                  <a:srgbClr val="FFFFFF"/>
                </a:solidFill>
                <a:latin typeface="Trebuchet MS"/>
                <a:cs typeface="Trebuchet MS"/>
              </a:rPr>
              <a:t>Client</a:t>
            </a:r>
            <a:r>
              <a:rPr dirty="0" sz="17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FFFFFF"/>
                </a:solidFill>
                <a:latin typeface="Trebuchet MS"/>
                <a:cs typeface="Trebuchet MS"/>
              </a:rPr>
              <a:t>Services</a:t>
            </a:r>
            <a:endParaRPr sz="17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515"/>
              </a:spcBef>
            </a:pPr>
            <a:r>
              <a:rPr dirty="0" sz="1700" spc="-25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endParaRPr sz="1700">
              <a:latin typeface="Trebuchet MS"/>
              <a:cs typeface="Trebuchet MS"/>
            </a:endParaRPr>
          </a:p>
          <a:p>
            <a:pPr algn="r" marR="10160">
              <a:lnSpc>
                <a:spcPct val="100000"/>
              </a:lnSpc>
              <a:spcBef>
                <a:spcPts val="430"/>
              </a:spcBef>
            </a:pP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Operations</a:t>
            </a:r>
            <a:endParaRPr sz="1700">
              <a:latin typeface="Trebuchet MS"/>
              <a:cs typeface="Trebuchet MS"/>
            </a:endParaRPr>
          </a:p>
          <a:p>
            <a:pPr algn="r" marL="74930" marR="10160" indent="1130300">
              <a:lnSpc>
                <a:spcPts val="2560"/>
              </a:lnSpc>
              <a:spcBef>
                <a:spcPts val="90"/>
              </a:spcBef>
            </a:pPr>
            <a:r>
              <a:rPr dirty="0" sz="1700" spc="-35">
                <a:solidFill>
                  <a:srgbClr val="FFFFFF"/>
                </a:solidFill>
                <a:latin typeface="Trebuchet MS"/>
                <a:cs typeface="Trebuchet MS"/>
              </a:rPr>
              <a:t>Sales </a:t>
            </a:r>
            <a:r>
              <a:rPr dirty="0" sz="1700" spc="-80">
                <a:solidFill>
                  <a:srgbClr val="FFFFFF"/>
                </a:solidFill>
                <a:latin typeface="Trebuchet MS"/>
                <a:cs typeface="Trebuchet MS"/>
              </a:rPr>
              <a:t>Admin.,</a:t>
            </a:r>
            <a:r>
              <a:rPr dirty="0" sz="17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60">
                <a:solidFill>
                  <a:srgbClr val="FFFFFF"/>
                </a:solidFill>
                <a:latin typeface="Trebuchet MS"/>
                <a:cs typeface="Trebuchet MS"/>
              </a:rPr>
              <a:t>HR,</a:t>
            </a:r>
            <a:r>
              <a:rPr dirty="0" sz="17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70">
                <a:solidFill>
                  <a:srgbClr val="FFFFFF"/>
                </a:solidFill>
                <a:latin typeface="Trebuchet MS"/>
                <a:cs typeface="Trebuchet MS"/>
              </a:rPr>
              <a:t>Legal</a:t>
            </a:r>
            <a:endParaRPr sz="1700">
              <a:latin typeface="Trebuchet MS"/>
              <a:cs typeface="Trebuchet MS"/>
            </a:endParaRPr>
          </a:p>
          <a:p>
            <a:pPr algn="r" marR="6350">
              <a:lnSpc>
                <a:spcPct val="100000"/>
              </a:lnSpc>
              <a:spcBef>
                <a:spcPts val="254"/>
              </a:spcBef>
            </a:pP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Marketing</a:t>
            </a:r>
            <a:endParaRPr sz="1700">
              <a:latin typeface="Trebuchet MS"/>
              <a:cs typeface="Trebuchet MS"/>
            </a:endParaRPr>
          </a:p>
          <a:p>
            <a:pPr algn="r" marR="9525">
              <a:lnSpc>
                <a:spcPct val="100000"/>
              </a:lnSpc>
              <a:spcBef>
                <a:spcPts val="434"/>
              </a:spcBef>
            </a:pPr>
            <a:r>
              <a:rPr dirty="0" sz="1700" spc="-70">
                <a:solidFill>
                  <a:srgbClr val="FFFFFF"/>
                </a:solidFill>
                <a:latin typeface="Trebuchet MS"/>
                <a:cs typeface="Trebuchet MS"/>
              </a:rPr>
              <a:t>Product</a:t>
            </a:r>
            <a:r>
              <a:rPr dirty="0" sz="17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dirty="0" sz="17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Trebuchet MS"/>
                <a:cs typeface="Trebuchet MS"/>
              </a:rPr>
              <a:t>eng.</a:t>
            </a:r>
            <a:endParaRPr sz="17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515"/>
              </a:spcBef>
            </a:pP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Other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400504" y="10091704"/>
            <a:ext cx="35052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290">
                <a:solidFill>
                  <a:srgbClr val="FFFFFF"/>
                </a:solidFill>
                <a:latin typeface="Trebuchet MS"/>
                <a:cs typeface="Trebuchet MS"/>
              </a:rPr>
              <a:t>0%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929253" y="10091704"/>
            <a:ext cx="42862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95">
                <a:solidFill>
                  <a:srgbClr val="FFFFFF"/>
                </a:solidFill>
                <a:latin typeface="Trebuchet MS"/>
                <a:cs typeface="Trebuchet MS"/>
              </a:rPr>
              <a:t>10%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599033" y="10120236"/>
            <a:ext cx="325120" cy="24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45"/>
              </a:lnSpc>
            </a:pPr>
            <a:r>
              <a:rPr dirty="0" sz="1700" spc="290">
                <a:solidFill>
                  <a:srgbClr val="FFFFFF"/>
                </a:solidFill>
                <a:latin typeface="Trebuchet MS"/>
                <a:cs typeface="Trebuchet MS"/>
              </a:rPr>
              <a:t>0%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481173" y="10120236"/>
            <a:ext cx="118110" cy="24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45"/>
              </a:lnSpc>
            </a:pPr>
            <a:r>
              <a:rPr dirty="0" sz="1700" spc="-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899971" y="7169283"/>
            <a:ext cx="10788650" cy="3202940"/>
            <a:chOff x="6899971" y="7169283"/>
            <a:chExt cx="10788650" cy="3202940"/>
          </a:xfrm>
        </p:grpSpPr>
        <p:sp>
          <p:nvSpPr>
            <p:cNvPr id="24" name="object 24"/>
            <p:cNvSpPr/>
            <p:nvPr/>
          </p:nvSpPr>
          <p:spPr>
            <a:xfrm>
              <a:off x="13580733" y="7224921"/>
              <a:ext cx="3047365" cy="2743835"/>
            </a:xfrm>
            <a:custGeom>
              <a:avLst/>
              <a:gdLst/>
              <a:ahLst/>
              <a:cxnLst/>
              <a:rect l="l" t="t" r="r" b="b"/>
              <a:pathLst>
                <a:path w="3047365" h="2743834">
                  <a:moveTo>
                    <a:pt x="596836" y="2209355"/>
                  </a:moveTo>
                  <a:lnTo>
                    <a:pt x="0" y="2209355"/>
                  </a:lnTo>
                  <a:lnTo>
                    <a:pt x="0" y="2429243"/>
                  </a:lnTo>
                  <a:lnTo>
                    <a:pt x="596836" y="2429243"/>
                  </a:lnTo>
                  <a:lnTo>
                    <a:pt x="596836" y="2209355"/>
                  </a:lnTo>
                  <a:close/>
                </a:path>
                <a:path w="3047365" h="2743834">
                  <a:moveTo>
                    <a:pt x="942378" y="1895221"/>
                  </a:moveTo>
                  <a:lnTo>
                    <a:pt x="0" y="1895221"/>
                  </a:lnTo>
                  <a:lnTo>
                    <a:pt x="0" y="2115108"/>
                  </a:lnTo>
                  <a:lnTo>
                    <a:pt x="942378" y="2115108"/>
                  </a:lnTo>
                  <a:lnTo>
                    <a:pt x="942378" y="1895221"/>
                  </a:lnTo>
                  <a:close/>
                </a:path>
                <a:path w="3047365" h="2743834">
                  <a:moveTo>
                    <a:pt x="1392631" y="1581099"/>
                  </a:moveTo>
                  <a:lnTo>
                    <a:pt x="0" y="1581099"/>
                  </a:lnTo>
                  <a:lnTo>
                    <a:pt x="0" y="1800987"/>
                  </a:lnTo>
                  <a:lnTo>
                    <a:pt x="1392631" y="1800987"/>
                  </a:lnTo>
                  <a:lnTo>
                    <a:pt x="1392631" y="1581099"/>
                  </a:lnTo>
                  <a:close/>
                </a:path>
                <a:path w="3047365" h="2743834">
                  <a:moveTo>
                    <a:pt x="1591576" y="1256499"/>
                  </a:moveTo>
                  <a:lnTo>
                    <a:pt x="0" y="1256499"/>
                  </a:lnTo>
                  <a:lnTo>
                    <a:pt x="0" y="1486865"/>
                  </a:lnTo>
                  <a:lnTo>
                    <a:pt x="1591576" y="1486865"/>
                  </a:lnTo>
                  <a:lnTo>
                    <a:pt x="1591576" y="1256499"/>
                  </a:lnTo>
                  <a:close/>
                </a:path>
                <a:path w="3047365" h="2743834">
                  <a:moveTo>
                    <a:pt x="1738172" y="2523477"/>
                  </a:moveTo>
                  <a:lnTo>
                    <a:pt x="0" y="2523477"/>
                  </a:lnTo>
                  <a:lnTo>
                    <a:pt x="0" y="2743365"/>
                  </a:lnTo>
                  <a:lnTo>
                    <a:pt x="1738172" y="2743365"/>
                  </a:lnTo>
                  <a:lnTo>
                    <a:pt x="1738172" y="2523477"/>
                  </a:lnTo>
                  <a:close/>
                </a:path>
                <a:path w="3047365" h="2743834">
                  <a:moveTo>
                    <a:pt x="1989467" y="942378"/>
                  </a:moveTo>
                  <a:lnTo>
                    <a:pt x="0" y="942378"/>
                  </a:lnTo>
                  <a:lnTo>
                    <a:pt x="0" y="1172730"/>
                  </a:lnTo>
                  <a:lnTo>
                    <a:pt x="1989467" y="1172730"/>
                  </a:lnTo>
                  <a:lnTo>
                    <a:pt x="1989467" y="942378"/>
                  </a:lnTo>
                  <a:close/>
                </a:path>
                <a:path w="3047365" h="2743834">
                  <a:moveTo>
                    <a:pt x="2041817" y="628243"/>
                  </a:moveTo>
                  <a:lnTo>
                    <a:pt x="0" y="628243"/>
                  </a:lnTo>
                  <a:lnTo>
                    <a:pt x="0" y="858608"/>
                  </a:lnTo>
                  <a:lnTo>
                    <a:pt x="2041817" y="858608"/>
                  </a:lnTo>
                  <a:lnTo>
                    <a:pt x="2041817" y="628243"/>
                  </a:lnTo>
                  <a:close/>
                </a:path>
                <a:path w="3047365" h="2743834">
                  <a:moveTo>
                    <a:pt x="2240775" y="314121"/>
                  </a:moveTo>
                  <a:lnTo>
                    <a:pt x="0" y="314121"/>
                  </a:lnTo>
                  <a:lnTo>
                    <a:pt x="0" y="544487"/>
                  </a:lnTo>
                  <a:lnTo>
                    <a:pt x="2240775" y="544487"/>
                  </a:lnTo>
                  <a:lnTo>
                    <a:pt x="2240775" y="314121"/>
                  </a:lnTo>
                  <a:close/>
                </a:path>
                <a:path w="3047365" h="2743834">
                  <a:moveTo>
                    <a:pt x="3047022" y="0"/>
                  </a:moveTo>
                  <a:lnTo>
                    <a:pt x="0" y="0"/>
                  </a:lnTo>
                  <a:lnTo>
                    <a:pt x="0" y="219887"/>
                  </a:lnTo>
                  <a:lnTo>
                    <a:pt x="3047022" y="219887"/>
                  </a:lnTo>
                  <a:lnTo>
                    <a:pt x="30470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899960" y="7169283"/>
              <a:ext cx="10788650" cy="3202940"/>
            </a:xfrm>
            <a:custGeom>
              <a:avLst/>
              <a:gdLst/>
              <a:ahLst/>
              <a:cxnLst/>
              <a:rect l="l" t="t" r="r" b="b"/>
              <a:pathLst>
                <a:path w="10788650" h="3202940">
                  <a:moveTo>
                    <a:pt x="1047089" y="0"/>
                  </a:moveTo>
                  <a:lnTo>
                    <a:pt x="0" y="0"/>
                  </a:lnTo>
                  <a:lnTo>
                    <a:pt x="0" y="3202533"/>
                  </a:lnTo>
                  <a:lnTo>
                    <a:pt x="1047089" y="3202533"/>
                  </a:lnTo>
                  <a:lnTo>
                    <a:pt x="1047089" y="0"/>
                  </a:lnTo>
                  <a:close/>
                </a:path>
                <a:path w="10788650" h="3202940">
                  <a:moveTo>
                    <a:pt x="10788129" y="0"/>
                  </a:moveTo>
                  <a:lnTo>
                    <a:pt x="9741040" y="0"/>
                  </a:lnTo>
                  <a:lnTo>
                    <a:pt x="9741040" y="2858630"/>
                  </a:lnTo>
                  <a:lnTo>
                    <a:pt x="9441955" y="2858630"/>
                  </a:lnTo>
                  <a:lnTo>
                    <a:pt x="9441955" y="3202533"/>
                  </a:lnTo>
                  <a:lnTo>
                    <a:pt x="9741040" y="3202533"/>
                  </a:lnTo>
                  <a:lnTo>
                    <a:pt x="10788129" y="3202533"/>
                  </a:lnTo>
                  <a:lnTo>
                    <a:pt x="10788129" y="2858630"/>
                  </a:lnTo>
                  <a:lnTo>
                    <a:pt x="10788129" y="0"/>
                  </a:lnTo>
                  <a:close/>
                </a:path>
              </a:pathLst>
            </a:custGeom>
            <a:solidFill>
              <a:srgbClr val="2A90E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/>
          <p:cNvGrpSpPr/>
          <p:nvPr/>
        </p:nvGrpSpPr>
        <p:grpSpPr>
          <a:xfrm>
            <a:off x="13930569" y="2345478"/>
            <a:ext cx="2142490" cy="615950"/>
            <a:chOff x="13930569" y="2345478"/>
            <a:chExt cx="2142490" cy="615950"/>
          </a:xfrm>
        </p:grpSpPr>
        <p:sp>
          <p:nvSpPr>
            <p:cNvPr id="27" name="object 27"/>
            <p:cNvSpPr/>
            <p:nvPr/>
          </p:nvSpPr>
          <p:spPr>
            <a:xfrm>
              <a:off x="13930569" y="2460240"/>
              <a:ext cx="2142490" cy="501015"/>
            </a:xfrm>
            <a:custGeom>
              <a:avLst/>
              <a:gdLst/>
              <a:ahLst/>
              <a:cxnLst/>
              <a:rect l="l" t="t" r="r" b="b"/>
              <a:pathLst>
                <a:path w="2142490" h="501014">
                  <a:moveTo>
                    <a:pt x="70804" y="0"/>
                  </a:moveTo>
                  <a:lnTo>
                    <a:pt x="0" y="0"/>
                  </a:lnTo>
                  <a:lnTo>
                    <a:pt x="0" y="403665"/>
                  </a:lnTo>
                  <a:lnTo>
                    <a:pt x="70804" y="403665"/>
                  </a:lnTo>
                  <a:lnTo>
                    <a:pt x="70804" y="235765"/>
                  </a:lnTo>
                  <a:lnTo>
                    <a:pt x="303592" y="235765"/>
                  </a:lnTo>
                  <a:lnTo>
                    <a:pt x="303592" y="164446"/>
                  </a:lnTo>
                  <a:lnTo>
                    <a:pt x="70804" y="164446"/>
                  </a:lnTo>
                  <a:lnTo>
                    <a:pt x="70804" y="0"/>
                  </a:lnTo>
                  <a:close/>
                </a:path>
                <a:path w="2142490" h="501014">
                  <a:moveTo>
                    <a:pt x="303592" y="235765"/>
                  </a:moveTo>
                  <a:lnTo>
                    <a:pt x="228652" y="235765"/>
                  </a:lnTo>
                  <a:lnTo>
                    <a:pt x="228652" y="403665"/>
                  </a:lnTo>
                  <a:lnTo>
                    <a:pt x="303592" y="403665"/>
                  </a:lnTo>
                  <a:lnTo>
                    <a:pt x="303592" y="235765"/>
                  </a:lnTo>
                  <a:close/>
                </a:path>
                <a:path w="2142490" h="501014">
                  <a:moveTo>
                    <a:pt x="303592" y="0"/>
                  </a:moveTo>
                  <a:lnTo>
                    <a:pt x="228652" y="0"/>
                  </a:lnTo>
                  <a:lnTo>
                    <a:pt x="228652" y="164446"/>
                  </a:lnTo>
                  <a:lnTo>
                    <a:pt x="303592" y="164446"/>
                  </a:lnTo>
                  <a:lnTo>
                    <a:pt x="303592" y="0"/>
                  </a:lnTo>
                  <a:close/>
                </a:path>
                <a:path w="2142490" h="501014">
                  <a:moveTo>
                    <a:pt x="416699" y="98393"/>
                  </a:moveTo>
                  <a:lnTo>
                    <a:pt x="345727" y="98393"/>
                  </a:lnTo>
                  <a:lnTo>
                    <a:pt x="345727" y="272185"/>
                  </a:lnTo>
                  <a:lnTo>
                    <a:pt x="352518" y="313701"/>
                  </a:lnTo>
                  <a:lnTo>
                    <a:pt x="371417" y="349788"/>
                  </a:lnTo>
                  <a:lnTo>
                    <a:pt x="400219" y="378265"/>
                  </a:lnTo>
                  <a:lnTo>
                    <a:pt x="436714" y="396951"/>
                  </a:lnTo>
                  <a:lnTo>
                    <a:pt x="478697" y="403665"/>
                  </a:lnTo>
                  <a:lnTo>
                    <a:pt x="520669" y="396951"/>
                  </a:lnTo>
                  <a:lnTo>
                    <a:pt x="557159" y="378265"/>
                  </a:lnTo>
                  <a:lnTo>
                    <a:pt x="585957" y="349788"/>
                  </a:lnTo>
                  <a:lnTo>
                    <a:pt x="594500" y="333474"/>
                  </a:lnTo>
                  <a:lnTo>
                    <a:pt x="478697" y="333474"/>
                  </a:lnTo>
                  <a:lnTo>
                    <a:pt x="454591" y="328650"/>
                  </a:lnTo>
                  <a:lnTo>
                    <a:pt x="434882" y="315501"/>
                  </a:lnTo>
                  <a:lnTo>
                    <a:pt x="421580" y="296017"/>
                  </a:lnTo>
                  <a:lnTo>
                    <a:pt x="416699" y="272185"/>
                  </a:lnTo>
                  <a:lnTo>
                    <a:pt x="416699" y="98393"/>
                  </a:lnTo>
                  <a:close/>
                </a:path>
                <a:path w="2142490" h="501014">
                  <a:moveTo>
                    <a:pt x="611646" y="98393"/>
                  </a:moveTo>
                  <a:lnTo>
                    <a:pt x="540695" y="98393"/>
                  </a:lnTo>
                  <a:lnTo>
                    <a:pt x="540695" y="272185"/>
                  </a:lnTo>
                  <a:lnTo>
                    <a:pt x="535811" y="296017"/>
                  </a:lnTo>
                  <a:lnTo>
                    <a:pt x="522505" y="315501"/>
                  </a:lnTo>
                  <a:lnTo>
                    <a:pt x="502794" y="328650"/>
                  </a:lnTo>
                  <a:lnTo>
                    <a:pt x="478697" y="333474"/>
                  </a:lnTo>
                  <a:lnTo>
                    <a:pt x="594500" y="333474"/>
                  </a:lnTo>
                  <a:lnTo>
                    <a:pt x="604856" y="313701"/>
                  </a:lnTo>
                  <a:lnTo>
                    <a:pt x="611646" y="272185"/>
                  </a:lnTo>
                  <a:lnTo>
                    <a:pt x="611646" y="98393"/>
                  </a:lnTo>
                  <a:close/>
                </a:path>
                <a:path w="2142490" h="501014">
                  <a:moveTo>
                    <a:pt x="726271" y="0"/>
                  </a:moveTo>
                  <a:lnTo>
                    <a:pt x="655069" y="0"/>
                  </a:lnTo>
                  <a:lnTo>
                    <a:pt x="655069" y="247548"/>
                  </a:lnTo>
                  <a:lnTo>
                    <a:pt x="662722" y="299365"/>
                  </a:lnTo>
                  <a:lnTo>
                    <a:pt x="683782" y="342530"/>
                  </a:lnTo>
                  <a:lnTo>
                    <a:pt x="715400" y="375397"/>
                  </a:lnTo>
                  <a:lnTo>
                    <a:pt x="754725" y="396324"/>
                  </a:lnTo>
                  <a:lnTo>
                    <a:pt x="798907" y="403665"/>
                  </a:lnTo>
                  <a:lnTo>
                    <a:pt x="847428" y="396324"/>
                  </a:lnTo>
                  <a:lnTo>
                    <a:pt x="847757" y="396324"/>
                  </a:lnTo>
                  <a:lnTo>
                    <a:pt x="891258" y="375397"/>
                  </a:lnTo>
                  <a:lnTo>
                    <a:pt x="926139" y="343013"/>
                  </a:lnTo>
                  <a:lnTo>
                    <a:pt x="928628" y="338516"/>
                  </a:lnTo>
                  <a:lnTo>
                    <a:pt x="811556" y="338516"/>
                  </a:lnTo>
                  <a:lnTo>
                    <a:pt x="777896" y="331561"/>
                  </a:lnTo>
                  <a:lnTo>
                    <a:pt x="750888" y="312763"/>
                  </a:lnTo>
                  <a:lnTo>
                    <a:pt x="732926" y="285225"/>
                  </a:lnTo>
                  <a:lnTo>
                    <a:pt x="726407" y="252050"/>
                  </a:lnTo>
                  <a:lnTo>
                    <a:pt x="732926" y="218870"/>
                  </a:lnTo>
                  <a:lnTo>
                    <a:pt x="750888" y="191325"/>
                  </a:lnTo>
                  <a:lnTo>
                    <a:pt x="777896" y="172523"/>
                  </a:lnTo>
                  <a:lnTo>
                    <a:pt x="811556" y="165565"/>
                  </a:lnTo>
                  <a:lnTo>
                    <a:pt x="930550" y="165565"/>
                  </a:lnTo>
                  <a:lnTo>
                    <a:pt x="928497" y="161562"/>
                  </a:lnTo>
                  <a:lnTo>
                    <a:pt x="900672" y="133573"/>
                  </a:lnTo>
                  <a:lnTo>
                    <a:pt x="726271" y="133573"/>
                  </a:lnTo>
                  <a:lnTo>
                    <a:pt x="726271" y="0"/>
                  </a:lnTo>
                  <a:close/>
                </a:path>
                <a:path w="2142490" h="501014">
                  <a:moveTo>
                    <a:pt x="930550" y="165565"/>
                  </a:moveTo>
                  <a:lnTo>
                    <a:pt x="811556" y="165565"/>
                  </a:lnTo>
                  <a:lnTo>
                    <a:pt x="840964" y="172523"/>
                  </a:lnTo>
                  <a:lnTo>
                    <a:pt x="865794" y="191325"/>
                  </a:lnTo>
                  <a:lnTo>
                    <a:pt x="882957" y="218870"/>
                  </a:lnTo>
                  <a:lnTo>
                    <a:pt x="889365" y="252050"/>
                  </a:lnTo>
                  <a:lnTo>
                    <a:pt x="882957" y="285225"/>
                  </a:lnTo>
                  <a:lnTo>
                    <a:pt x="865794" y="312763"/>
                  </a:lnTo>
                  <a:lnTo>
                    <a:pt x="840964" y="331561"/>
                  </a:lnTo>
                  <a:lnTo>
                    <a:pt x="811556" y="338516"/>
                  </a:lnTo>
                  <a:lnTo>
                    <a:pt x="928628" y="338516"/>
                  </a:lnTo>
                  <a:lnTo>
                    <a:pt x="949260" y="301236"/>
                  </a:lnTo>
                  <a:lnTo>
                    <a:pt x="957646" y="252050"/>
                  </a:lnTo>
                  <a:lnTo>
                    <a:pt x="949901" y="203288"/>
                  </a:lnTo>
                  <a:lnTo>
                    <a:pt x="930550" y="165565"/>
                  </a:lnTo>
                  <a:close/>
                </a:path>
                <a:path w="2142490" h="501014">
                  <a:moveTo>
                    <a:pt x="809786" y="100429"/>
                  </a:moveTo>
                  <a:lnTo>
                    <a:pt x="785224" y="102368"/>
                  </a:lnTo>
                  <a:lnTo>
                    <a:pt x="763729" y="108361"/>
                  </a:lnTo>
                  <a:lnTo>
                    <a:pt x="744384" y="118675"/>
                  </a:lnTo>
                  <a:lnTo>
                    <a:pt x="726271" y="133573"/>
                  </a:lnTo>
                  <a:lnTo>
                    <a:pt x="900672" y="133573"/>
                  </a:lnTo>
                  <a:lnTo>
                    <a:pt x="896179" y="129054"/>
                  </a:lnTo>
                  <a:lnTo>
                    <a:pt x="855694" y="107949"/>
                  </a:lnTo>
                  <a:lnTo>
                    <a:pt x="809786" y="100429"/>
                  </a:lnTo>
                  <a:close/>
                </a:path>
                <a:path w="2142490" h="501014">
                  <a:moveTo>
                    <a:pt x="1043748" y="290553"/>
                  </a:moveTo>
                  <a:lnTo>
                    <a:pt x="992074" y="343329"/>
                  </a:lnTo>
                  <a:lnTo>
                    <a:pt x="1018273" y="369542"/>
                  </a:lnTo>
                  <a:lnTo>
                    <a:pt x="1047445" y="388332"/>
                  </a:lnTo>
                  <a:lnTo>
                    <a:pt x="1079596" y="399645"/>
                  </a:lnTo>
                  <a:lnTo>
                    <a:pt x="1114730" y="403428"/>
                  </a:lnTo>
                  <a:lnTo>
                    <a:pt x="1166302" y="395312"/>
                  </a:lnTo>
                  <a:lnTo>
                    <a:pt x="1208346" y="372191"/>
                  </a:lnTo>
                  <a:lnTo>
                    <a:pt x="1236658" y="335907"/>
                  </a:lnTo>
                  <a:lnTo>
                    <a:pt x="1237484" y="332114"/>
                  </a:lnTo>
                  <a:lnTo>
                    <a:pt x="1118719" y="332114"/>
                  </a:lnTo>
                  <a:lnTo>
                    <a:pt x="1091983" y="328622"/>
                  </a:lnTo>
                  <a:lnTo>
                    <a:pt x="1072705" y="319337"/>
                  </a:lnTo>
                  <a:lnTo>
                    <a:pt x="1057691" y="306051"/>
                  </a:lnTo>
                  <a:lnTo>
                    <a:pt x="1043748" y="290553"/>
                  </a:lnTo>
                  <a:close/>
                </a:path>
                <a:path w="2142490" h="501014">
                  <a:moveTo>
                    <a:pt x="1131756" y="236"/>
                  </a:moveTo>
                  <a:lnTo>
                    <a:pt x="1078411" y="8318"/>
                  </a:lnTo>
                  <a:lnTo>
                    <a:pt x="1036355" y="31615"/>
                  </a:lnTo>
                  <a:lnTo>
                    <a:pt x="1008781" y="68706"/>
                  </a:lnTo>
                  <a:lnTo>
                    <a:pt x="998880" y="118171"/>
                  </a:lnTo>
                  <a:lnTo>
                    <a:pt x="1006073" y="160896"/>
                  </a:lnTo>
                  <a:lnTo>
                    <a:pt x="1052598" y="211651"/>
                  </a:lnTo>
                  <a:lnTo>
                    <a:pt x="1114937" y="236508"/>
                  </a:lnTo>
                  <a:lnTo>
                    <a:pt x="1142128" y="248222"/>
                  </a:lnTo>
                  <a:lnTo>
                    <a:pt x="1161360" y="264136"/>
                  </a:lnTo>
                  <a:lnTo>
                    <a:pt x="1168655" y="287758"/>
                  </a:lnTo>
                  <a:lnTo>
                    <a:pt x="1164603" y="304628"/>
                  </a:lnTo>
                  <a:lnTo>
                    <a:pt x="1153688" y="318771"/>
                  </a:lnTo>
                  <a:lnTo>
                    <a:pt x="1137568" y="328622"/>
                  </a:lnTo>
                  <a:lnTo>
                    <a:pt x="1137113" y="328622"/>
                  </a:lnTo>
                  <a:lnTo>
                    <a:pt x="1118719" y="332114"/>
                  </a:lnTo>
                  <a:lnTo>
                    <a:pt x="1237484" y="332114"/>
                  </a:lnTo>
                  <a:lnTo>
                    <a:pt x="1247030" y="288301"/>
                  </a:lnTo>
                  <a:lnTo>
                    <a:pt x="1239734" y="240157"/>
                  </a:lnTo>
                  <a:lnTo>
                    <a:pt x="1220501" y="206996"/>
                  </a:lnTo>
                  <a:lnTo>
                    <a:pt x="1162137" y="171019"/>
                  </a:lnTo>
                  <a:lnTo>
                    <a:pt x="1130965" y="160896"/>
                  </a:lnTo>
                  <a:lnTo>
                    <a:pt x="1103773" y="151149"/>
                  </a:lnTo>
                  <a:lnTo>
                    <a:pt x="1084540" y="138125"/>
                  </a:lnTo>
                  <a:lnTo>
                    <a:pt x="1077244" y="118171"/>
                  </a:lnTo>
                  <a:lnTo>
                    <a:pt x="1081379" y="95951"/>
                  </a:lnTo>
                  <a:lnTo>
                    <a:pt x="1092435" y="81584"/>
                  </a:lnTo>
                  <a:lnTo>
                    <a:pt x="1108387" y="73854"/>
                  </a:lnTo>
                  <a:lnTo>
                    <a:pt x="1127211" y="71547"/>
                  </a:lnTo>
                  <a:lnTo>
                    <a:pt x="1224268" y="71547"/>
                  </a:lnTo>
                  <a:lnTo>
                    <a:pt x="1240747" y="52462"/>
                  </a:lnTo>
                  <a:lnTo>
                    <a:pt x="1219331" y="31274"/>
                  </a:lnTo>
                  <a:lnTo>
                    <a:pt x="1192004" y="14769"/>
                  </a:lnTo>
                  <a:lnTo>
                    <a:pt x="1161801" y="4054"/>
                  </a:lnTo>
                  <a:lnTo>
                    <a:pt x="1131756" y="236"/>
                  </a:lnTo>
                  <a:close/>
                </a:path>
                <a:path w="2142490" h="501014">
                  <a:moveTo>
                    <a:pt x="1224268" y="71547"/>
                  </a:moveTo>
                  <a:lnTo>
                    <a:pt x="1127211" y="71547"/>
                  </a:lnTo>
                  <a:lnTo>
                    <a:pt x="1143991" y="74302"/>
                  </a:lnTo>
                  <a:lnTo>
                    <a:pt x="1161780" y="81795"/>
                  </a:lnTo>
                  <a:lnTo>
                    <a:pt x="1179032" y="92869"/>
                  </a:lnTo>
                  <a:lnTo>
                    <a:pt x="1194204" y="106366"/>
                  </a:lnTo>
                  <a:lnTo>
                    <a:pt x="1224268" y="71547"/>
                  </a:lnTo>
                  <a:close/>
                </a:path>
                <a:path w="2142490" h="501014">
                  <a:moveTo>
                    <a:pt x="1434490" y="96473"/>
                  </a:moveTo>
                  <a:lnTo>
                    <a:pt x="1389856" y="103885"/>
                  </a:lnTo>
                  <a:lnTo>
                    <a:pt x="1390166" y="103885"/>
                  </a:lnTo>
                  <a:lnTo>
                    <a:pt x="1350936" y="124773"/>
                  </a:lnTo>
                  <a:lnTo>
                    <a:pt x="1319358" y="157588"/>
                  </a:lnTo>
                  <a:lnTo>
                    <a:pt x="1298295" y="200749"/>
                  </a:lnTo>
                  <a:lnTo>
                    <a:pt x="1290641" y="252573"/>
                  </a:lnTo>
                  <a:lnTo>
                    <a:pt x="1290641" y="500760"/>
                  </a:lnTo>
                  <a:lnTo>
                    <a:pt x="1361843" y="500760"/>
                  </a:lnTo>
                  <a:lnTo>
                    <a:pt x="1361843" y="366552"/>
                  </a:lnTo>
                  <a:lnTo>
                    <a:pt x="1536254" y="366552"/>
                  </a:lnTo>
                  <a:lnTo>
                    <a:pt x="1564077" y="338569"/>
                  </a:lnTo>
                  <a:lnTo>
                    <a:pt x="1566129" y="334568"/>
                  </a:lnTo>
                  <a:lnTo>
                    <a:pt x="1447139" y="334568"/>
                  </a:lnTo>
                  <a:lnTo>
                    <a:pt x="1413479" y="327605"/>
                  </a:lnTo>
                  <a:lnTo>
                    <a:pt x="1386470" y="308793"/>
                  </a:lnTo>
                  <a:lnTo>
                    <a:pt x="1368509" y="281247"/>
                  </a:lnTo>
                  <a:lnTo>
                    <a:pt x="1361989" y="248083"/>
                  </a:lnTo>
                  <a:lnTo>
                    <a:pt x="1368509" y="214902"/>
                  </a:lnTo>
                  <a:lnTo>
                    <a:pt x="1386470" y="187358"/>
                  </a:lnTo>
                  <a:lnTo>
                    <a:pt x="1413479" y="168555"/>
                  </a:lnTo>
                  <a:lnTo>
                    <a:pt x="1447139" y="161598"/>
                  </a:lnTo>
                  <a:lnTo>
                    <a:pt x="1564193" y="161598"/>
                  </a:lnTo>
                  <a:lnTo>
                    <a:pt x="1561713" y="157116"/>
                  </a:lnTo>
                  <a:lnTo>
                    <a:pt x="1526906" y="124773"/>
                  </a:lnTo>
                  <a:lnTo>
                    <a:pt x="1483479" y="103885"/>
                  </a:lnTo>
                  <a:lnTo>
                    <a:pt x="1434490" y="96473"/>
                  </a:lnTo>
                  <a:close/>
                </a:path>
                <a:path w="2142490" h="501014">
                  <a:moveTo>
                    <a:pt x="1536254" y="366552"/>
                  </a:moveTo>
                  <a:lnTo>
                    <a:pt x="1361843" y="366552"/>
                  </a:lnTo>
                  <a:lnTo>
                    <a:pt x="1379955" y="381444"/>
                  </a:lnTo>
                  <a:lnTo>
                    <a:pt x="1399299" y="391758"/>
                  </a:lnTo>
                  <a:lnTo>
                    <a:pt x="1420796" y="397755"/>
                  </a:lnTo>
                  <a:lnTo>
                    <a:pt x="1445369" y="399696"/>
                  </a:lnTo>
                  <a:lnTo>
                    <a:pt x="1491273" y="392177"/>
                  </a:lnTo>
                  <a:lnTo>
                    <a:pt x="1531757" y="371074"/>
                  </a:lnTo>
                  <a:lnTo>
                    <a:pt x="1536254" y="366552"/>
                  </a:lnTo>
                  <a:close/>
                </a:path>
                <a:path w="2142490" h="501014">
                  <a:moveTo>
                    <a:pt x="1564193" y="161598"/>
                  </a:moveTo>
                  <a:lnTo>
                    <a:pt x="1447139" y="161598"/>
                  </a:lnTo>
                  <a:lnTo>
                    <a:pt x="1476540" y="168555"/>
                  </a:lnTo>
                  <a:lnTo>
                    <a:pt x="1501367" y="187358"/>
                  </a:lnTo>
                  <a:lnTo>
                    <a:pt x="1518530" y="214902"/>
                  </a:lnTo>
                  <a:lnTo>
                    <a:pt x="1524937" y="248083"/>
                  </a:lnTo>
                  <a:lnTo>
                    <a:pt x="1518530" y="281247"/>
                  </a:lnTo>
                  <a:lnTo>
                    <a:pt x="1501367" y="308793"/>
                  </a:lnTo>
                  <a:lnTo>
                    <a:pt x="1476540" y="327605"/>
                  </a:lnTo>
                  <a:lnTo>
                    <a:pt x="1447139" y="334568"/>
                  </a:lnTo>
                  <a:lnTo>
                    <a:pt x="1566129" y="334568"/>
                  </a:lnTo>
                  <a:lnTo>
                    <a:pt x="1585483" y="296845"/>
                  </a:lnTo>
                  <a:lnTo>
                    <a:pt x="1593228" y="248083"/>
                  </a:lnTo>
                  <a:lnTo>
                    <a:pt x="1584840" y="198893"/>
                  </a:lnTo>
                  <a:lnTo>
                    <a:pt x="1564193" y="161598"/>
                  </a:lnTo>
                  <a:close/>
                </a:path>
                <a:path w="2142490" h="501014">
                  <a:moveTo>
                    <a:pt x="2063445" y="27987"/>
                  </a:moveTo>
                  <a:lnTo>
                    <a:pt x="1991363" y="59987"/>
                  </a:lnTo>
                  <a:lnTo>
                    <a:pt x="1991363" y="308190"/>
                  </a:lnTo>
                  <a:lnTo>
                    <a:pt x="1999229" y="349881"/>
                  </a:lnTo>
                  <a:lnTo>
                    <a:pt x="2021090" y="379726"/>
                  </a:lnTo>
                  <a:lnTo>
                    <a:pt x="2054337" y="397671"/>
                  </a:lnTo>
                  <a:lnTo>
                    <a:pt x="2096365" y="403665"/>
                  </a:lnTo>
                  <a:lnTo>
                    <a:pt x="2101307" y="403665"/>
                  </a:lnTo>
                  <a:lnTo>
                    <a:pt x="2111417" y="403167"/>
                  </a:lnTo>
                  <a:lnTo>
                    <a:pt x="2118735" y="402474"/>
                  </a:lnTo>
                  <a:lnTo>
                    <a:pt x="2124773" y="401422"/>
                  </a:lnTo>
                  <a:lnTo>
                    <a:pt x="2142071" y="338516"/>
                  </a:lnTo>
                  <a:lnTo>
                    <a:pt x="2117370" y="338516"/>
                  </a:lnTo>
                  <a:lnTo>
                    <a:pt x="2091226" y="335279"/>
                  </a:lnTo>
                  <a:lnTo>
                    <a:pt x="2074658" y="326094"/>
                  </a:lnTo>
                  <a:lnTo>
                    <a:pt x="2065964" y="311748"/>
                  </a:lnTo>
                  <a:lnTo>
                    <a:pt x="2063445" y="293027"/>
                  </a:lnTo>
                  <a:lnTo>
                    <a:pt x="2063445" y="171180"/>
                  </a:lnTo>
                  <a:lnTo>
                    <a:pt x="2128730" y="171180"/>
                  </a:lnTo>
                  <a:lnTo>
                    <a:pt x="2128730" y="109418"/>
                  </a:lnTo>
                  <a:lnTo>
                    <a:pt x="2063445" y="109418"/>
                  </a:lnTo>
                  <a:lnTo>
                    <a:pt x="2063445" y="27987"/>
                  </a:lnTo>
                  <a:close/>
                </a:path>
                <a:path w="2142490" h="501014">
                  <a:moveTo>
                    <a:pt x="2142238" y="337421"/>
                  </a:moveTo>
                  <a:lnTo>
                    <a:pt x="2125348" y="338516"/>
                  </a:lnTo>
                  <a:lnTo>
                    <a:pt x="2142071" y="338516"/>
                  </a:lnTo>
                  <a:lnTo>
                    <a:pt x="2142238" y="337907"/>
                  </a:lnTo>
                  <a:lnTo>
                    <a:pt x="2142238" y="337421"/>
                  </a:lnTo>
                  <a:close/>
                </a:path>
              </a:pathLst>
            </a:custGeom>
            <a:solidFill>
              <a:srgbClr val="4553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5325626" y="2345478"/>
              <a:ext cx="554355" cy="609600"/>
            </a:xfrm>
            <a:custGeom>
              <a:avLst/>
              <a:gdLst/>
              <a:ahLst/>
              <a:cxnLst/>
              <a:rect l="l" t="t" r="r" b="b"/>
              <a:pathLst>
                <a:path w="554355" h="609600">
                  <a:moveTo>
                    <a:pt x="199682" y="513589"/>
                  </a:moveTo>
                  <a:lnTo>
                    <a:pt x="162246" y="527539"/>
                  </a:lnTo>
                  <a:lnTo>
                    <a:pt x="148047" y="561498"/>
                  </a:lnTo>
                  <a:lnTo>
                    <a:pt x="148979" y="570936"/>
                  </a:lnTo>
                  <a:lnTo>
                    <a:pt x="178010" y="605880"/>
                  </a:lnTo>
                  <a:lnTo>
                    <a:pt x="196601" y="609514"/>
                  </a:lnTo>
                  <a:lnTo>
                    <a:pt x="206116" y="608601"/>
                  </a:lnTo>
                  <a:lnTo>
                    <a:pt x="241479" y="579878"/>
                  </a:lnTo>
                  <a:lnTo>
                    <a:pt x="245154" y="561498"/>
                  </a:lnTo>
                  <a:lnTo>
                    <a:pt x="245154" y="556534"/>
                  </a:lnTo>
                  <a:lnTo>
                    <a:pt x="244442" y="552080"/>
                  </a:lnTo>
                  <a:lnTo>
                    <a:pt x="244379" y="551692"/>
                  </a:lnTo>
                  <a:lnTo>
                    <a:pt x="242914" y="547090"/>
                  </a:lnTo>
                  <a:lnTo>
                    <a:pt x="273862" y="516478"/>
                  </a:lnTo>
                  <a:lnTo>
                    <a:pt x="213250" y="516478"/>
                  </a:lnTo>
                  <a:lnTo>
                    <a:pt x="199682" y="513589"/>
                  </a:lnTo>
                  <a:close/>
                </a:path>
                <a:path w="554355" h="609600">
                  <a:moveTo>
                    <a:pt x="171838" y="115210"/>
                  </a:moveTo>
                  <a:lnTo>
                    <a:pt x="95065" y="115210"/>
                  </a:lnTo>
                  <a:lnTo>
                    <a:pt x="108195" y="125061"/>
                  </a:lnTo>
                  <a:lnTo>
                    <a:pt x="288619" y="253626"/>
                  </a:lnTo>
                  <a:lnTo>
                    <a:pt x="281610" y="260346"/>
                  </a:lnTo>
                  <a:lnTo>
                    <a:pt x="253393" y="300517"/>
                  </a:lnTo>
                  <a:lnTo>
                    <a:pt x="241497" y="337705"/>
                  </a:lnTo>
                  <a:lnTo>
                    <a:pt x="240050" y="366419"/>
                  </a:lnTo>
                  <a:lnTo>
                    <a:pt x="240564" y="377249"/>
                  </a:lnTo>
                  <a:lnTo>
                    <a:pt x="249751" y="416956"/>
                  </a:lnTo>
                  <a:lnTo>
                    <a:pt x="273133" y="457112"/>
                  </a:lnTo>
                  <a:lnTo>
                    <a:pt x="213250" y="516478"/>
                  </a:lnTo>
                  <a:lnTo>
                    <a:pt x="273862" y="516478"/>
                  </a:lnTo>
                  <a:lnTo>
                    <a:pt x="304807" y="485871"/>
                  </a:lnTo>
                  <a:lnTo>
                    <a:pt x="490371" y="485871"/>
                  </a:lnTo>
                  <a:lnTo>
                    <a:pt x="491623" y="485094"/>
                  </a:lnTo>
                  <a:lnTo>
                    <a:pt x="506913" y="472612"/>
                  </a:lnTo>
                  <a:lnTo>
                    <a:pt x="520347" y="458307"/>
                  </a:lnTo>
                  <a:lnTo>
                    <a:pt x="527916" y="447807"/>
                  </a:lnTo>
                  <a:lnTo>
                    <a:pt x="397651" y="447807"/>
                  </a:lnTo>
                  <a:lnTo>
                    <a:pt x="388069" y="447159"/>
                  </a:lnTo>
                  <a:lnTo>
                    <a:pt x="351255" y="432522"/>
                  </a:lnTo>
                  <a:lnTo>
                    <a:pt x="322973" y="400017"/>
                  </a:lnTo>
                  <a:lnTo>
                    <a:pt x="315362" y="369981"/>
                  </a:lnTo>
                  <a:lnTo>
                    <a:pt x="315397" y="365034"/>
                  </a:lnTo>
                  <a:lnTo>
                    <a:pt x="315666" y="359790"/>
                  </a:lnTo>
                  <a:lnTo>
                    <a:pt x="315780" y="357567"/>
                  </a:lnTo>
                  <a:lnTo>
                    <a:pt x="330645" y="317009"/>
                  </a:lnTo>
                  <a:lnTo>
                    <a:pt x="364308" y="288857"/>
                  </a:lnTo>
                  <a:lnTo>
                    <a:pt x="395967" y="281941"/>
                  </a:lnTo>
                  <a:lnTo>
                    <a:pt x="529363" y="281941"/>
                  </a:lnTo>
                  <a:lnTo>
                    <a:pt x="523264" y="272976"/>
                  </a:lnTo>
                  <a:lnTo>
                    <a:pt x="509987" y="258146"/>
                  </a:lnTo>
                  <a:lnTo>
                    <a:pt x="494765" y="245043"/>
                  </a:lnTo>
                  <a:lnTo>
                    <a:pt x="477671" y="233667"/>
                  </a:lnTo>
                  <a:lnTo>
                    <a:pt x="469641" y="229512"/>
                  </a:lnTo>
                  <a:lnTo>
                    <a:pt x="324011" y="229512"/>
                  </a:lnTo>
                  <a:lnTo>
                    <a:pt x="171838" y="115210"/>
                  </a:lnTo>
                  <a:close/>
                </a:path>
                <a:path w="554355" h="609600">
                  <a:moveTo>
                    <a:pt x="490371" y="485871"/>
                  </a:moveTo>
                  <a:lnTo>
                    <a:pt x="304807" y="485871"/>
                  </a:lnTo>
                  <a:lnTo>
                    <a:pt x="311302" y="490050"/>
                  </a:lnTo>
                  <a:lnTo>
                    <a:pt x="347267" y="506350"/>
                  </a:lnTo>
                  <a:lnTo>
                    <a:pt x="396668" y="514127"/>
                  </a:lnTo>
                  <a:lnTo>
                    <a:pt x="400972" y="514127"/>
                  </a:lnTo>
                  <a:lnTo>
                    <a:pt x="456878" y="503838"/>
                  </a:lnTo>
                  <a:lnTo>
                    <a:pt x="490371" y="485871"/>
                  </a:lnTo>
                  <a:close/>
                </a:path>
                <a:path w="554355" h="609600">
                  <a:moveTo>
                    <a:pt x="529363" y="281941"/>
                  </a:moveTo>
                  <a:lnTo>
                    <a:pt x="397370" y="281941"/>
                  </a:lnTo>
                  <a:lnTo>
                    <a:pt x="407504" y="282455"/>
                  </a:lnTo>
                  <a:lnTo>
                    <a:pt x="417364" y="284049"/>
                  </a:lnTo>
                  <a:lnTo>
                    <a:pt x="453246" y="302568"/>
                  </a:lnTo>
                  <a:lnTo>
                    <a:pt x="475975" y="336808"/>
                  </a:lnTo>
                  <a:lnTo>
                    <a:pt x="480762" y="366419"/>
                  </a:lnTo>
                  <a:lnTo>
                    <a:pt x="479473" y="379521"/>
                  </a:lnTo>
                  <a:lnTo>
                    <a:pt x="459688" y="416956"/>
                  </a:lnTo>
                  <a:lnTo>
                    <a:pt x="416872" y="445722"/>
                  </a:lnTo>
                  <a:lnTo>
                    <a:pt x="400825" y="447807"/>
                  </a:lnTo>
                  <a:lnTo>
                    <a:pt x="527916" y="447807"/>
                  </a:lnTo>
                  <a:lnTo>
                    <a:pt x="548559" y="406136"/>
                  </a:lnTo>
                  <a:lnTo>
                    <a:pt x="554328" y="366419"/>
                  </a:lnTo>
                  <a:lnTo>
                    <a:pt x="554218" y="363209"/>
                  </a:lnTo>
                  <a:lnTo>
                    <a:pt x="553221" y="346645"/>
                  </a:lnTo>
                  <a:lnTo>
                    <a:pt x="553121" y="344972"/>
                  </a:lnTo>
                  <a:lnTo>
                    <a:pt x="549458" y="325700"/>
                  </a:lnTo>
                  <a:lnTo>
                    <a:pt x="543280" y="307220"/>
                  </a:lnTo>
                  <a:lnTo>
                    <a:pt x="534528" y="289532"/>
                  </a:lnTo>
                  <a:lnTo>
                    <a:pt x="529363" y="281941"/>
                  </a:lnTo>
                  <a:close/>
                </a:path>
                <a:path w="554355" h="609600">
                  <a:moveTo>
                    <a:pt x="397715" y="33066"/>
                  </a:moveTo>
                  <a:lnTo>
                    <a:pt x="375616" y="37472"/>
                  </a:lnTo>
                  <a:lnTo>
                    <a:pt x="357532" y="49491"/>
                  </a:lnTo>
                  <a:lnTo>
                    <a:pt x="345320" y="67318"/>
                  </a:lnTo>
                  <a:lnTo>
                    <a:pt x="340837" y="89151"/>
                  </a:lnTo>
                  <a:lnTo>
                    <a:pt x="343079" y="105473"/>
                  </a:lnTo>
                  <a:lnTo>
                    <a:pt x="349583" y="119881"/>
                  </a:lnTo>
                  <a:lnTo>
                    <a:pt x="360018" y="131677"/>
                  </a:lnTo>
                  <a:lnTo>
                    <a:pt x="374051" y="140166"/>
                  </a:lnTo>
                  <a:lnTo>
                    <a:pt x="374051" y="214001"/>
                  </a:lnTo>
                  <a:lnTo>
                    <a:pt x="361394" y="216318"/>
                  </a:lnTo>
                  <a:lnTo>
                    <a:pt x="348701" y="219676"/>
                  </a:lnTo>
                  <a:lnTo>
                    <a:pt x="336173" y="224074"/>
                  </a:lnTo>
                  <a:lnTo>
                    <a:pt x="324011" y="229512"/>
                  </a:lnTo>
                  <a:lnTo>
                    <a:pt x="469641" y="229512"/>
                  </a:lnTo>
                  <a:lnTo>
                    <a:pt x="464067" y="226627"/>
                  </a:lnTo>
                  <a:lnTo>
                    <a:pt x="450054" y="221000"/>
                  </a:lnTo>
                  <a:lnTo>
                    <a:pt x="435476" y="216781"/>
                  </a:lnTo>
                  <a:lnTo>
                    <a:pt x="420357" y="214001"/>
                  </a:lnTo>
                  <a:lnTo>
                    <a:pt x="420175" y="214001"/>
                  </a:lnTo>
                  <a:lnTo>
                    <a:pt x="420175" y="140166"/>
                  </a:lnTo>
                  <a:lnTo>
                    <a:pt x="434322" y="131677"/>
                  </a:lnTo>
                  <a:lnTo>
                    <a:pt x="445016" y="119881"/>
                  </a:lnTo>
                  <a:lnTo>
                    <a:pt x="451782" y="105473"/>
                  </a:lnTo>
                  <a:lnTo>
                    <a:pt x="454143" y="89151"/>
                  </a:lnTo>
                  <a:lnTo>
                    <a:pt x="449837" y="67856"/>
                  </a:lnTo>
                  <a:lnTo>
                    <a:pt x="449729" y="67318"/>
                  </a:lnTo>
                  <a:lnTo>
                    <a:pt x="437669" y="49491"/>
                  </a:lnTo>
                  <a:lnTo>
                    <a:pt x="419740" y="37472"/>
                  </a:lnTo>
                  <a:lnTo>
                    <a:pt x="397715" y="33066"/>
                  </a:lnTo>
                  <a:close/>
                </a:path>
                <a:path w="554355" h="609600">
                  <a:moveTo>
                    <a:pt x="62793" y="0"/>
                  </a:moveTo>
                  <a:lnTo>
                    <a:pt x="38343" y="4890"/>
                  </a:lnTo>
                  <a:lnTo>
                    <a:pt x="18384" y="18204"/>
                  </a:lnTo>
                  <a:lnTo>
                    <a:pt x="4931" y="37951"/>
                  </a:lnTo>
                  <a:lnTo>
                    <a:pt x="0" y="62135"/>
                  </a:lnTo>
                  <a:lnTo>
                    <a:pt x="4935" y="86317"/>
                  </a:lnTo>
                  <a:lnTo>
                    <a:pt x="18396" y="106066"/>
                  </a:lnTo>
                  <a:lnTo>
                    <a:pt x="38365" y="119382"/>
                  </a:lnTo>
                  <a:lnTo>
                    <a:pt x="62825" y="124265"/>
                  </a:lnTo>
                  <a:lnTo>
                    <a:pt x="71530" y="123642"/>
                  </a:lnTo>
                  <a:lnTo>
                    <a:pt x="79844" y="121849"/>
                  </a:lnTo>
                  <a:lnTo>
                    <a:pt x="87708" y="119000"/>
                  </a:lnTo>
                  <a:lnTo>
                    <a:pt x="95065" y="115210"/>
                  </a:lnTo>
                  <a:lnTo>
                    <a:pt x="171838" y="115210"/>
                  </a:lnTo>
                  <a:lnTo>
                    <a:pt x="122991" y="78541"/>
                  </a:lnTo>
                  <a:lnTo>
                    <a:pt x="124467" y="73279"/>
                  </a:lnTo>
                  <a:lnTo>
                    <a:pt x="125608" y="67856"/>
                  </a:lnTo>
                  <a:lnTo>
                    <a:pt x="125608" y="62135"/>
                  </a:lnTo>
                  <a:lnTo>
                    <a:pt x="120675" y="37951"/>
                  </a:lnTo>
                  <a:lnTo>
                    <a:pt x="107217" y="18204"/>
                  </a:lnTo>
                  <a:lnTo>
                    <a:pt x="87252" y="4890"/>
                  </a:lnTo>
                  <a:lnTo>
                    <a:pt x="62793" y="0"/>
                  </a:lnTo>
                  <a:close/>
                </a:path>
              </a:pathLst>
            </a:custGeom>
            <a:solidFill>
              <a:srgbClr val="F8761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8996" y="2345478"/>
            <a:ext cx="2533646" cy="648766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1052" y="2345478"/>
            <a:ext cx="2895671" cy="56072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60777" y="3277387"/>
            <a:ext cx="2146168" cy="112038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94551" y="2439716"/>
            <a:ext cx="2146511" cy="801550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928800" y="3277387"/>
            <a:ext cx="2144008" cy="102491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21718" y="3653671"/>
            <a:ext cx="2486941" cy="483598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28688" y="3591513"/>
            <a:ext cx="2146127" cy="6339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15584" y="2350713"/>
            <a:ext cx="12026265" cy="7115175"/>
            <a:chOff x="4015584" y="2350713"/>
            <a:chExt cx="12026265" cy="7115175"/>
          </a:xfrm>
        </p:grpSpPr>
        <p:sp>
          <p:nvSpPr>
            <p:cNvPr id="3" name="object 3"/>
            <p:cNvSpPr/>
            <p:nvPr/>
          </p:nvSpPr>
          <p:spPr>
            <a:xfrm>
              <a:off x="4015584" y="2350713"/>
              <a:ext cx="12021185" cy="7110095"/>
            </a:xfrm>
            <a:custGeom>
              <a:avLst/>
              <a:gdLst/>
              <a:ahLst/>
              <a:cxnLst/>
              <a:rect l="l" t="t" r="r" b="b"/>
              <a:pathLst>
                <a:path w="12021185" h="7110095">
                  <a:moveTo>
                    <a:pt x="12020575" y="7109731"/>
                  </a:moveTo>
                  <a:lnTo>
                    <a:pt x="12020575" y="0"/>
                  </a:lnTo>
                </a:path>
                <a:path w="12021185" h="7110095">
                  <a:moveTo>
                    <a:pt x="0" y="7109731"/>
                  </a:moveTo>
                  <a:lnTo>
                    <a:pt x="12020575" y="7109731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355884" y="2481611"/>
              <a:ext cx="11643995" cy="6974205"/>
            </a:xfrm>
            <a:custGeom>
              <a:avLst/>
              <a:gdLst/>
              <a:ahLst/>
              <a:cxnLst/>
              <a:rect l="l" t="t" r="r" b="b"/>
              <a:pathLst>
                <a:path w="11643994" h="6974205">
                  <a:moveTo>
                    <a:pt x="209410" y="6931723"/>
                  </a:moveTo>
                  <a:lnTo>
                    <a:pt x="0" y="6931723"/>
                  </a:lnTo>
                  <a:lnTo>
                    <a:pt x="0" y="6973608"/>
                  </a:lnTo>
                  <a:lnTo>
                    <a:pt x="209410" y="6973608"/>
                  </a:lnTo>
                  <a:lnTo>
                    <a:pt x="209410" y="6931723"/>
                  </a:lnTo>
                  <a:close/>
                </a:path>
                <a:path w="11643994" h="6974205">
                  <a:moveTo>
                    <a:pt x="502602" y="6900304"/>
                  </a:moveTo>
                  <a:lnTo>
                    <a:pt x="293179" y="6900304"/>
                  </a:lnTo>
                  <a:lnTo>
                    <a:pt x="293179" y="6973608"/>
                  </a:lnTo>
                  <a:lnTo>
                    <a:pt x="502602" y="6973608"/>
                  </a:lnTo>
                  <a:lnTo>
                    <a:pt x="502602" y="6900304"/>
                  </a:lnTo>
                  <a:close/>
                </a:path>
                <a:path w="11643994" h="6974205">
                  <a:moveTo>
                    <a:pt x="795782" y="6889839"/>
                  </a:moveTo>
                  <a:lnTo>
                    <a:pt x="586371" y="6889839"/>
                  </a:lnTo>
                  <a:lnTo>
                    <a:pt x="586371" y="6973608"/>
                  </a:lnTo>
                  <a:lnTo>
                    <a:pt x="795782" y="6973608"/>
                  </a:lnTo>
                  <a:lnTo>
                    <a:pt x="795782" y="6889839"/>
                  </a:lnTo>
                  <a:close/>
                </a:path>
                <a:path w="11643994" h="6974205">
                  <a:moveTo>
                    <a:pt x="1088974" y="6847954"/>
                  </a:moveTo>
                  <a:lnTo>
                    <a:pt x="879551" y="6847954"/>
                  </a:lnTo>
                  <a:lnTo>
                    <a:pt x="879551" y="6973608"/>
                  </a:lnTo>
                  <a:lnTo>
                    <a:pt x="1088974" y="6973608"/>
                  </a:lnTo>
                  <a:lnTo>
                    <a:pt x="1088974" y="6847954"/>
                  </a:lnTo>
                  <a:close/>
                </a:path>
                <a:path w="11643994" h="6974205">
                  <a:moveTo>
                    <a:pt x="1382153" y="6806070"/>
                  </a:moveTo>
                  <a:lnTo>
                    <a:pt x="1172743" y="6806070"/>
                  </a:lnTo>
                  <a:lnTo>
                    <a:pt x="1172743" y="6973608"/>
                  </a:lnTo>
                  <a:lnTo>
                    <a:pt x="1382153" y="6973608"/>
                  </a:lnTo>
                  <a:lnTo>
                    <a:pt x="1382153" y="6806070"/>
                  </a:lnTo>
                  <a:close/>
                </a:path>
                <a:path w="11643994" h="6974205">
                  <a:moveTo>
                    <a:pt x="1675345" y="6795605"/>
                  </a:moveTo>
                  <a:lnTo>
                    <a:pt x="1465922" y="6795605"/>
                  </a:lnTo>
                  <a:lnTo>
                    <a:pt x="1465922" y="6973608"/>
                  </a:lnTo>
                  <a:lnTo>
                    <a:pt x="1675345" y="6973608"/>
                  </a:lnTo>
                  <a:lnTo>
                    <a:pt x="1675345" y="6795605"/>
                  </a:lnTo>
                  <a:close/>
                </a:path>
                <a:path w="11643994" h="6974205">
                  <a:moveTo>
                    <a:pt x="1968525" y="6764185"/>
                  </a:moveTo>
                  <a:lnTo>
                    <a:pt x="1759102" y="6764185"/>
                  </a:lnTo>
                  <a:lnTo>
                    <a:pt x="1759102" y="6973608"/>
                  </a:lnTo>
                  <a:lnTo>
                    <a:pt x="1968525" y="6973608"/>
                  </a:lnTo>
                  <a:lnTo>
                    <a:pt x="1968525" y="6764185"/>
                  </a:lnTo>
                  <a:close/>
                </a:path>
                <a:path w="11643994" h="6974205">
                  <a:moveTo>
                    <a:pt x="2261705" y="6732778"/>
                  </a:moveTo>
                  <a:lnTo>
                    <a:pt x="2052294" y="6732778"/>
                  </a:lnTo>
                  <a:lnTo>
                    <a:pt x="2052294" y="6973608"/>
                  </a:lnTo>
                  <a:lnTo>
                    <a:pt x="2261705" y="6973608"/>
                  </a:lnTo>
                  <a:lnTo>
                    <a:pt x="2261705" y="6732778"/>
                  </a:lnTo>
                  <a:close/>
                </a:path>
                <a:path w="11643994" h="6974205">
                  <a:moveTo>
                    <a:pt x="2554897" y="6680416"/>
                  </a:moveTo>
                  <a:lnTo>
                    <a:pt x="2345474" y="6680416"/>
                  </a:lnTo>
                  <a:lnTo>
                    <a:pt x="2345474" y="6973608"/>
                  </a:lnTo>
                  <a:lnTo>
                    <a:pt x="2554897" y="6973608"/>
                  </a:lnTo>
                  <a:lnTo>
                    <a:pt x="2554897" y="6680416"/>
                  </a:lnTo>
                  <a:close/>
                </a:path>
                <a:path w="11643994" h="6974205">
                  <a:moveTo>
                    <a:pt x="2848076" y="6628066"/>
                  </a:moveTo>
                  <a:lnTo>
                    <a:pt x="2638666" y="6628066"/>
                  </a:lnTo>
                  <a:lnTo>
                    <a:pt x="2638666" y="6973608"/>
                  </a:lnTo>
                  <a:lnTo>
                    <a:pt x="2848076" y="6973608"/>
                  </a:lnTo>
                  <a:lnTo>
                    <a:pt x="2848076" y="6628066"/>
                  </a:lnTo>
                  <a:close/>
                </a:path>
                <a:path w="11643994" h="6974205">
                  <a:moveTo>
                    <a:pt x="3141268" y="6586182"/>
                  </a:moveTo>
                  <a:lnTo>
                    <a:pt x="2931845" y="6586182"/>
                  </a:lnTo>
                  <a:lnTo>
                    <a:pt x="2931845" y="6973608"/>
                  </a:lnTo>
                  <a:lnTo>
                    <a:pt x="3141268" y="6973608"/>
                  </a:lnTo>
                  <a:lnTo>
                    <a:pt x="3141268" y="6586182"/>
                  </a:lnTo>
                  <a:close/>
                </a:path>
                <a:path w="11643994" h="6974205">
                  <a:moveTo>
                    <a:pt x="3434448" y="6502413"/>
                  </a:moveTo>
                  <a:lnTo>
                    <a:pt x="3225025" y="6502413"/>
                  </a:lnTo>
                  <a:lnTo>
                    <a:pt x="3225025" y="6973608"/>
                  </a:lnTo>
                  <a:lnTo>
                    <a:pt x="3434448" y="6973608"/>
                  </a:lnTo>
                  <a:lnTo>
                    <a:pt x="3434448" y="6502413"/>
                  </a:lnTo>
                  <a:close/>
                </a:path>
                <a:path w="11643994" h="6974205">
                  <a:moveTo>
                    <a:pt x="3727627" y="6460528"/>
                  </a:moveTo>
                  <a:lnTo>
                    <a:pt x="3518217" y="6460528"/>
                  </a:lnTo>
                  <a:lnTo>
                    <a:pt x="3518217" y="6973608"/>
                  </a:lnTo>
                  <a:lnTo>
                    <a:pt x="3727627" y="6973608"/>
                  </a:lnTo>
                  <a:lnTo>
                    <a:pt x="3727627" y="6460528"/>
                  </a:lnTo>
                  <a:close/>
                </a:path>
                <a:path w="11643994" h="6974205">
                  <a:moveTo>
                    <a:pt x="4020820" y="6376759"/>
                  </a:moveTo>
                  <a:lnTo>
                    <a:pt x="3811397" y="6376759"/>
                  </a:lnTo>
                  <a:lnTo>
                    <a:pt x="3811397" y="6973608"/>
                  </a:lnTo>
                  <a:lnTo>
                    <a:pt x="4020820" y="6973608"/>
                  </a:lnTo>
                  <a:lnTo>
                    <a:pt x="4020820" y="6376759"/>
                  </a:lnTo>
                  <a:close/>
                </a:path>
                <a:path w="11643994" h="6974205">
                  <a:moveTo>
                    <a:pt x="4313999" y="6261582"/>
                  </a:moveTo>
                  <a:lnTo>
                    <a:pt x="4104589" y="6261582"/>
                  </a:lnTo>
                  <a:lnTo>
                    <a:pt x="4104589" y="6973608"/>
                  </a:lnTo>
                  <a:lnTo>
                    <a:pt x="4313999" y="6973608"/>
                  </a:lnTo>
                  <a:lnTo>
                    <a:pt x="4313999" y="6261582"/>
                  </a:lnTo>
                  <a:close/>
                </a:path>
                <a:path w="11643994" h="6974205">
                  <a:moveTo>
                    <a:pt x="4607191" y="6209233"/>
                  </a:moveTo>
                  <a:lnTo>
                    <a:pt x="4397768" y="6209233"/>
                  </a:lnTo>
                  <a:lnTo>
                    <a:pt x="4397768" y="6973608"/>
                  </a:lnTo>
                  <a:lnTo>
                    <a:pt x="4607191" y="6973608"/>
                  </a:lnTo>
                  <a:lnTo>
                    <a:pt x="4607191" y="6209233"/>
                  </a:lnTo>
                  <a:close/>
                </a:path>
                <a:path w="11643994" h="6974205">
                  <a:moveTo>
                    <a:pt x="4900371" y="6104521"/>
                  </a:moveTo>
                  <a:lnTo>
                    <a:pt x="4690961" y="6104521"/>
                  </a:lnTo>
                  <a:lnTo>
                    <a:pt x="4690961" y="6973608"/>
                  </a:lnTo>
                  <a:lnTo>
                    <a:pt x="4900371" y="6973608"/>
                  </a:lnTo>
                  <a:lnTo>
                    <a:pt x="4900371" y="6104521"/>
                  </a:lnTo>
                  <a:close/>
                </a:path>
                <a:path w="11643994" h="6974205">
                  <a:moveTo>
                    <a:pt x="5193563" y="6031230"/>
                  </a:moveTo>
                  <a:lnTo>
                    <a:pt x="4984140" y="6031230"/>
                  </a:lnTo>
                  <a:lnTo>
                    <a:pt x="4984140" y="6973608"/>
                  </a:lnTo>
                  <a:lnTo>
                    <a:pt x="5193563" y="6973608"/>
                  </a:lnTo>
                  <a:lnTo>
                    <a:pt x="5193563" y="6031230"/>
                  </a:lnTo>
                  <a:close/>
                </a:path>
                <a:path w="11643994" h="6974205">
                  <a:moveTo>
                    <a:pt x="5486743" y="5936983"/>
                  </a:moveTo>
                  <a:lnTo>
                    <a:pt x="5277320" y="5936983"/>
                  </a:lnTo>
                  <a:lnTo>
                    <a:pt x="5277320" y="6973608"/>
                  </a:lnTo>
                  <a:lnTo>
                    <a:pt x="5486743" y="6973608"/>
                  </a:lnTo>
                  <a:lnTo>
                    <a:pt x="5486743" y="5936983"/>
                  </a:lnTo>
                  <a:close/>
                </a:path>
                <a:path w="11643994" h="6974205">
                  <a:moveTo>
                    <a:pt x="5779922" y="5832272"/>
                  </a:moveTo>
                  <a:lnTo>
                    <a:pt x="5570512" y="5832272"/>
                  </a:lnTo>
                  <a:lnTo>
                    <a:pt x="5570512" y="6973608"/>
                  </a:lnTo>
                  <a:lnTo>
                    <a:pt x="5779922" y="6973608"/>
                  </a:lnTo>
                  <a:lnTo>
                    <a:pt x="5779922" y="5832272"/>
                  </a:lnTo>
                  <a:close/>
                </a:path>
                <a:path w="11643994" h="6974205">
                  <a:moveTo>
                    <a:pt x="6073114" y="5717095"/>
                  </a:moveTo>
                  <a:lnTo>
                    <a:pt x="5863691" y="5717095"/>
                  </a:lnTo>
                  <a:lnTo>
                    <a:pt x="5863691" y="6973608"/>
                  </a:lnTo>
                  <a:lnTo>
                    <a:pt x="6073114" y="6973608"/>
                  </a:lnTo>
                  <a:lnTo>
                    <a:pt x="6073114" y="5717095"/>
                  </a:lnTo>
                  <a:close/>
                </a:path>
                <a:path w="11643994" h="6974205">
                  <a:moveTo>
                    <a:pt x="6366294" y="5591441"/>
                  </a:moveTo>
                  <a:lnTo>
                    <a:pt x="6156884" y="5591441"/>
                  </a:lnTo>
                  <a:lnTo>
                    <a:pt x="6156884" y="6973608"/>
                  </a:lnTo>
                  <a:lnTo>
                    <a:pt x="6366294" y="6973608"/>
                  </a:lnTo>
                  <a:lnTo>
                    <a:pt x="6366294" y="5591441"/>
                  </a:lnTo>
                  <a:close/>
                </a:path>
                <a:path w="11643994" h="6974205">
                  <a:moveTo>
                    <a:pt x="6659486" y="5455323"/>
                  </a:moveTo>
                  <a:lnTo>
                    <a:pt x="6450063" y="5455323"/>
                  </a:lnTo>
                  <a:lnTo>
                    <a:pt x="6450063" y="6973608"/>
                  </a:lnTo>
                  <a:lnTo>
                    <a:pt x="6659486" y="6973608"/>
                  </a:lnTo>
                  <a:lnTo>
                    <a:pt x="6659486" y="5455323"/>
                  </a:lnTo>
                  <a:close/>
                </a:path>
                <a:path w="11643994" h="6974205">
                  <a:moveTo>
                    <a:pt x="6952666" y="5308727"/>
                  </a:moveTo>
                  <a:lnTo>
                    <a:pt x="6743243" y="5308727"/>
                  </a:lnTo>
                  <a:lnTo>
                    <a:pt x="6743243" y="6973608"/>
                  </a:lnTo>
                  <a:lnTo>
                    <a:pt x="6952666" y="6973608"/>
                  </a:lnTo>
                  <a:lnTo>
                    <a:pt x="6952666" y="5308727"/>
                  </a:lnTo>
                  <a:close/>
                </a:path>
                <a:path w="11643994" h="6974205">
                  <a:moveTo>
                    <a:pt x="7245845" y="5172608"/>
                  </a:moveTo>
                  <a:lnTo>
                    <a:pt x="7036435" y="5172608"/>
                  </a:lnTo>
                  <a:lnTo>
                    <a:pt x="7036435" y="6973608"/>
                  </a:lnTo>
                  <a:lnTo>
                    <a:pt x="7245845" y="6973608"/>
                  </a:lnTo>
                  <a:lnTo>
                    <a:pt x="7245845" y="5172608"/>
                  </a:lnTo>
                  <a:close/>
                </a:path>
                <a:path w="11643994" h="6974205">
                  <a:moveTo>
                    <a:pt x="7539037" y="4994605"/>
                  </a:moveTo>
                  <a:lnTo>
                    <a:pt x="7329614" y="4994605"/>
                  </a:lnTo>
                  <a:lnTo>
                    <a:pt x="7329614" y="6973608"/>
                  </a:lnTo>
                  <a:lnTo>
                    <a:pt x="7539037" y="6973608"/>
                  </a:lnTo>
                  <a:lnTo>
                    <a:pt x="7539037" y="4994605"/>
                  </a:lnTo>
                  <a:close/>
                </a:path>
                <a:path w="11643994" h="6974205">
                  <a:moveTo>
                    <a:pt x="7832217" y="4848009"/>
                  </a:moveTo>
                  <a:lnTo>
                    <a:pt x="7622807" y="4848009"/>
                  </a:lnTo>
                  <a:lnTo>
                    <a:pt x="7622807" y="6973608"/>
                  </a:lnTo>
                  <a:lnTo>
                    <a:pt x="7832217" y="6973608"/>
                  </a:lnTo>
                  <a:lnTo>
                    <a:pt x="7832217" y="4848009"/>
                  </a:lnTo>
                  <a:close/>
                </a:path>
                <a:path w="11643994" h="6974205">
                  <a:moveTo>
                    <a:pt x="8125409" y="4743310"/>
                  </a:moveTo>
                  <a:lnTo>
                    <a:pt x="7915986" y="4743310"/>
                  </a:lnTo>
                  <a:lnTo>
                    <a:pt x="7915986" y="6973608"/>
                  </a:lnTo>
                  <a:lnTo>
                    <a:pt x="8125409" y="6973608"/>
                  </a:lnTo>
                  <a:lnTo>
                    <a:pt x="8125409" y="4743310"/>
                  </a:lnTo>
                  <a:close/>
                </a:path>
                <a:path w="11643994" h="6974205">
                  <a:moveTo>
                    <a:pt x="8418589" y="4439653"/>
                  </a:moveTo>
                  <a:lnTo>
                    <a:pt x="8209178" y="4439653"/>
                  </a:lnTo>
                  <a:lnTo>
                    <a:pt x="8209178" y="6973608"/>
                  </a:lnTo>
                  <a:lnTo>
                    <a:pt x="8418589" y="6973608"/>
                  </a:lnTo>
                  <a:lnTo>
                    <a:pt x="8418589" y="4439653"/>
                  </a:lnTo>
                  <a:close/>
                </a:path>
                <a:path w="11643994" h="6974205">
                  <a:moveTo>
                    <a:pt x="8711781" y="4135996"/>
                  </a:moveTo>
                  <a:lnTo>
                    <a:pt x="8502358" y="4135996"/>
                  </a:lnTo>
                  <a:lnTo>
                    <a:pt x="8502358" y="6973608"/>
                  </a:lnTo>
                  <a:lnTo>
                    <a:pt x="8711781" y="6973608"/>
                  </a:lnTo>
                  <a:lnTo>
                    <a:pt x="8711781" y="4135996"/>
                  </a:lnTo>
                  <a:close/>
                </a:path>
                <a:path w="11643994" h="6974205">
                  <a:moveTo>
                    <a:pt x="9004960" y="3957993"/>
                  </a:moveTo>
                  <a:lnTo>
                    <a:pt x="8795537" y="3957993"/>
                  </a:lnTo>
                  <a:lnTo>
                    <a:pt x="8795537" y="6973608"/>
                  </a:lnTo>
                  <a:lnTo>
                    <a:pt x="9004960" y="6973608"/>
                  </a:lnTo>
                  <a:lnTo>
                    <a:pt x="9004960" y="3957993"/>
                  </a:lnTo>
                  <a:close/>
                </a:path>
                <a:path w="11643994" h="6974205">
                  <a:moveTo>
                    <a:pt x="9298140" y="3717163"/>
                  </a:moveTo>
                  <a:lnTo>
                    <a:pt x="9088730" y="3717163"/>
                  </a:lnTo>
                  <a:lnTo>
                    <a:pt x="9088730" y="6973608"/>
                  </a:lnTo>
                  <a:lnTo>
                    <a:pt x="9298140" y="6973608"/>
                  </a:lnTo>
                  <a:lnTo>
                    <a:pt x="9298140" y="3717163"/>
                  </a:lnTo>
                  <a:close/>
                </a:path>
                <a:path w="11643994" h="6974205">
                  <a:moveTo>
                    <a:pt x="9591332" y="3392563"/>
                  </a:moveTo>
                  <a:lnTo>
                    <a:pt x="9381909" y="3392563"/>
                  </a:lnTo>
                  <a:lnTo>
                    <a:pt x="9381909" y="6973608"/>
                  </a:lnTo>
                  <a:lnTo>
                    <a:pt x="9591332" y="6973608"/>
                  </a:lnTo>
                  <a:lnTo>
                    <a:pt x="9591332" y="3392563"/>
                  </a:lnTo>
                  <a:close/>
                </a:path>
                <a:path w="11643994" h="6974205">
                  <a:moveTo>
                    <a:pt x="9884512" y="3151733"/>
                  </a:moveTo>
                  <a:lnTo>
                    <a:pt x="9675101" y="3151733"/>
                  </a:lnTo>
                  <a:lnTo>
                    <a:pt x="9675101" y="6973608"/>
                  </a:lnTo>
                  <a:lnTo>
                    <a:pt x="9884512" y="6973608"/>
                  </a:lnTo>
                  <a:lnTo>
                    <a:pt x="9884512" y="3151733"/>
                  </a:lnTo>
                  <a:close/>
                </a:path>
                <a:path w="11643994" h="6974205">
                  <a:moveTo>
                    <a:pt x="10177704" y="2774785"/>
                  </a:moveTo>
                  <a:lnTo>
                    <a:pt x="9968281" y="2774785"/>
                  </a:lnTo>
                  <a:lnTo>
                    <a:pt x="9968281" y="6973608"/>
                  </a:lnTo>
                  <a:lnTo>
                    <a:pt x="10177704" y="6973608"/>
                  </a:lnTo>
                  <a:lnTo>
                    <a:pt x="10177704" y="2774785"/>
                  </a:lnTo>
                  <a:close/>
                </a:path>
                <a:path w="11643994" h="6974205">
                  <a:moveTo>
                    <a:pt x="10470883" y="2293112"/>
                  </a:moveTo>
                  <a:lnTo>
                    <a:pt x="10261460" y="2293112"/>
                  </a:lnTo>
                  <a:lnTo>
                    <a:pt x="10261460" y="6973608"/>
                  </a:lnTo>
                  <a:lnTo>
                    <a:pt x="10470883" y="6973608"/>
                  </a:lnTo>
                  <a:lnTo>
                    <a:pt x="10470883" y="2293112"/>
                  </a:lnTo>
                  <a:close/>
                </a:path>
                <a:path w="11643994" h="6974205">
                  <a:moveTo>
                    <a:pt x="10764063" y="1874278"/>
                  </a:moveTo>
                  <a:lnTo>
                    <a:pt x="10554653" y="1874278"/>
                  </a:lnTo>
                  <a:lnTo>
                    <a:pt x="10554653" y="6973608"/>
                  </a:lnTo>
                  <a:lnTo>
                    <a:pt x="10764063" y="6973608"/>
                  </a:lnTo>
                  <a:lnTo>
                    <a:pt x="10764063" y="1874278"/>
                  </a:lnTo>
                  <a:close/>
                </a:path>
                <a:path w="11643994" h="6974205">
                  <a:moveTo>
                    <a:pt x="11057255" y="1361211"/>
                  </a:moveTo>
                  <a:lnTo>
                    <a:pt x="10847832" y="1361211"/>
                  </a:lnTo>
                  <a:lnTo>
                    <a:pt x="10847832" y="6973608"/>
                  </a:lnTo>
                  <a:lnTo>
                    <a:pt x="11057255" y="6973608"/>
                  </a:lnTo>
                  <a:lnTo>
                    <a:pt x="11057255" y="1361211"/>
                  </a:lnTo>
                  <a:close/>
                </a:path>
                <a:path w="11643994" h="6974205">
                  <a:moveTo>
                    <a:pt x="11350435" y="628243"/>
                  </a:moveTo>
                  <a:lnTo>
                    <a:pt x="11141024" y="628243"/>
                  </a:lnTo>
                  <a:lnTo>
                    <a:pt x="11141024" y="6973608"/>
                  </a:lnTo>
                  <a:lnTo>
                    <a:pt x="11350435" y="6973608"/>
                  </a:lnTo>
                  <a:lnTo>
                    <a:pt x="11350435" y="628243"/>
                  </a:lnTo>
                  <a:close/>
                </a:path>
                <a:path w="11643994" h="6974205">
                  <a:moveTo>
                    <a:pt x="11643627" y="0"/>
                  </a:moveTo>
                  <a:lnTo>
                    <a:pt x="11434204" y="0"/>
                  </a:lnTo>
                  <a:lnTo>
                    <a:pt x="11434204" y="6973608"/>
                  </a:lnTo>
                  <a:lnTo>
                    <a:pt x="11643627" y="6973608"/>
                  </a:lnTo>
                  <a:lnTo>
                    <a:pt x="11643627" y="0"/>
                  </a:lnTo>
                  <a:close/>
                </a:path>
              </a:pathLst>
            </a:custGeom>
            <a:solidFill>
              <a:srgbClr val="2A90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7198576" y="6064370"/>
            <a:ext cx="251460" cy="251460"/>
          </a:xfrm>
          <a:custGeom>
            <a:avLst/>
            <a:gdLst/>
            <a:ahLst/>
            <a:cxnLst/>
            <a:rect l="l" t="t" r="r" b="b"/>
            <a:pathLst>
              <a:path w="251459" h="251460">
                <a:moveTo>
                  <a:pt x="0" y="0"/>
                </a:moveTo>
                <a:lnTo>
                  <a:pt x="251301" y="0"/>
                </a:lnTo>
                <a:lnTo>
                  <a:pt x="251301" y="251301"/>
                </a:lnTo>
                <a:lnTo>
                  <a:pt x="0" y="251301"/>
                </a:lnTo>
                <a:lnTo>
                  <a:pt x="0" y="0"/>
                </a:lnTo>
                <a:close/>
              </a:path>
            </a:pathLst>
          </a:custGeom>
          <a:solidFill>
            <a:srgbClr val="2A9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630742" y="5987117"/>
            <a:ext cx="600075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-25">
                <a:solidFill>
                  <a:srgbClr val="53585F"/>
                </a:solidFill>
                <a:latin typeface="Tahoma"/>
                <a:cs typeface="Tahoma"/>
              </a:rPr>
              <a:t>ARR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35255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53585F"/>
                </a:solidFill>
              </a:rPr>
              <a:t>A</a:t>
            </a:r>
            <a:r>
              <a:rPr dirty="0" spc="-195">
                <a:solidFill>
                  <a:srgbClr val="53585F"/>
                </a:solidFill>
              </a:rPr>
              <a:t> </a:t>
            </a:r>
            <a:r>
              <a:rPr dirty="0" spc="80">
                <a:solidFill>
                  <a:srgbClr val="53585F"/>
                </a:solidFill>
              </a:rPr>
              <a:t>very</a:t>
            </a:r>
            <a:r>
              <a:rPr dirty="0" spc="-114">
                <a:solidFill>
                  <a:srgbClr val="53585F"/>
                </a:solidFill>
              </a:rPr>
              <a:t> </a:t>
            </a:r>
            <a:r>
              <a:rPr dirty="0" spc="-10">
                <a:solidFill>
                  <a:srgbClr val="53585F"/>
                </a:solidFill>
              </a:rPr>
              <a:t>consistent</a:t>
            </a:r>
            <a:r>
              <a:rPr dirty="0" spc="-120">
                <a:solidFill>
                  <a:srgbClr val="53585F"/>
                </a:solidFill>
              </a:rPr>
              <a:t> </a:t>
            </a:r>
            <a:r>
              <a:rPr dirty="0" spc="130">
                <a:solidFill>
                  <a:srgbClr val="53585F"/>
                </a:solidFill>
              </a:rPr>
              <a:t>growth</a:t>
            </a:r>
            <a:r>
              <a:rPr dirty="0" spc="-114">
                <a:solidFill>
                  <a:srgbClr val="53585F"/>
                </a:solidFill>
              </a:rPr>
              <a:t> </a:t>
            </a:r>
            <a:r>
              <a:rPr dirty="0" spc="114">
                <a:solidFill>
                  <a:srgbClr val="53585F"/>
                </a:solidFill>
              </a:rPr>
              <a:t>of</a:t>
            </a:r>
            <a:r>
              <a:rPr dirty="0" spc="-20">
                <a:solidFill>
                  <a:srgbClr val="53585F"/>
                </a:solidFill>
              </a:rPr>
              <a:t> </a:t>
            </a:r>
            <a:r>
              <a:rPr dirty="0" spc="60">
                <a:solidFill>
                  <a:srgbClr val="53585F"/>
                </a:solidFill>
              </a:rPr>
              <a:t>revenue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57239" y="6198764"/>
            <a:ext cx="11961495" cy="0"/>
          </a:xfrm>
          <a:custGeom>
            <a:avLst/>
            <a:gdLst/>
            <a:ahLst/>
            <a:cxnLst/>
            <a:rect l="l" t="t" r="r" b="b"/>
            <a:pathLst>
              <a:path w="11961494" h="0">
                <a:moveTo>
                  <a:pt x="0" y="0"/>
                </a:moveTo>
                <a:lnTo>
                  <a:pt x="11960965" y="0"/>
                </a:lnTo>
              </a:path>
            </a:pathLst>
          </a:custGeom>
          <a:ln w="20941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56445" y="9418561"/>
            <a:ext cx="11958320" cy="0"/>
          </a:xfrm>
          <a:custGeom>
            <a:avLst/>
            <a:gdLst/>
            <a:ahLst/>
            <a:cxnLst/>
            <a:rect l="l" t="t" r="r" b="b"/>
            <a:pathLst>
              <a:path w="11958319" h="0">
                <a:moveTo>
                  <a:pt x="0" y="0"/>
                </a:moveTo>
                <a:lnTo>
                  <a:pt x="11957749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56445" y="7806045"/>
            <a:ext cx="11958320" cy="0"/>
          </a:xfrm>
          <a:custGeom>
            <a:avLst/>
            <a:gdLst/>
            <a:ahLst/>
            <a:cxnLst/>
            <a:rect l="l" t="t" r="r" b="b"/>
            <a:pathLst>
              <a:path w="11958319" h="0">
                <a:moveTo>
                  <a:pt x="0" y="0"/>
                </a:moveTo>
                <a:lnTo>
                  <a:pt x="11957749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56445" y="6203999"/>
            <a:ext cx="11958320" cy="0"/>
          </a:xfrm>
          <a:custGeom>
            <a:avLst/>
            <a:gdLst/>
            <a:ahLst/>
            <a:cxnLst/>
            <a:rect l="l" t="t" r="r" b="b"/>
            <a:pathLst>
              <a:path w="11958319" h="0">
                <a:moveTo>
                  <a:pt x="0" y="0"/>
                </a:moveTo>
                <a:lnTo>
                  <a:pt x="11957749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56445" y="4591483"/>
            <a:ext cx="11958320" cy="0"/>
          </a:xfrm>
          <a:custGeom>
            <a:avLst/>
            <a:gdLst/>
            <a:ahLst/>
            <a:cxnLst/>
            <a:rect l="l" t="t" r="r" b="b"/>
            <a:pathLst>
              <a:path w="11958319" h="0">
                <a:moveTo>
                  <a:pt x="0" y="0"/>
                </a:moveTo>
                <a:lnTo>
                  <a:pt x="11957749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3152531" y="2893332"/>
            <a:ext cx="12170410" cy="5603875"/>
            <a:chOff x="3152531" y="2893332"/>
            <a:chExt cx="12170410" cy="5603875"/>
          </a:xfrm>
        </p:grpSpPr>
        <p:sp>
          <p:nvSpPr>
            <p:cNvPr id="8" name="object 8"/>
            <p:cNvSpPr/>
            <p:nvPr/>
          </p:nvSpPr>
          <p:spPr>
            <a:xfrm>
              <a:off x="3256445" y="2989437"/>
              <a:ext cx="11958320" cy="0"/>
            </a:xfrm>
            <a:custGeom>
              <a:avLst/>
              <a:gdLst/>
              <a:ahLst/>
              <a:cxnLst/>
              <a:rect l="l" t="t" r="r" b="b"/>
              <a:pathLst>
                <a:path w="11958319" h="0">
                  <a:moveTo>
                    <a:pt x="0" y="0"/>
                  </a:moveTo>
                  <a:lnTo>
                    <a:pt x="11957749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2531" y="2893332"/>
              <a:ext cx="12170383" cy="560375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6992018" y="5264626"/>
            <a:ext cx="2044700" cy="1491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0400"/>
              </a:lnSpc>
              <a:spcBef>
                <a:spcPts val="135"/>
              </a:spcBef>
            </a:pPr>
            <a:r>
              <a:rPr dirty="0" sz="2450" spc="-10">
                <a:solidFill>
                  <a:srgbClr val="53585F"/>
                </a:solidFill>
                <a:latin typeface="Tahoma"/>
                <a:cs typeface="Tahoma"/>
              </a:rPr>
              <a:t>Gross</a:t>
            </a:r>
            <a:r>
              <a:rPr dirty="0" sz="2450" spc="-180">
                <a:solidFill>
                  <a:srgbClr val="53585F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53585F"/>
                </a:solidFill>
                <a:latin typeface="Tahoma"/>
                <a:cs typeface="Tahoma"/>
              </a:rPr>
              <a:t>churn </a:t>
            </a:r>
            <a:r>
              <a:rPr dirty="0" sz="2450">
                <a:solidFill>
                  <a:srgbClr val="53585F"/>
                </a:solidFill>
                <a:latin typeface="Tahoma"/>
                <a:cs typeface="Tahoma"/>
              </a:rPr>
              <a:t>Net</a:t>
            </a:r>
            <a:r>
              <a:rPr dirty="0" sz="2450" spc="-160">
                <a:solidFill>
                  <a:srgbClr val="53585F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53585F"/>
                </a:solidFill>
                <a:latin typeface="Tahoma"/>
                <a:cs typeface="Tahoma"/>
              </a:rPr>
              <a:t>MRR</a:t>
            </a:r>
            <a:r>
              <a:rPr dirty="0" sz="2450" spc="-155">
                <a:solidFill>
                  <a:srgbClr val="53585F"/>
                </a:solidFill>
                <a:latin typeface="Tahoma"/>
                <a:cs typeface="Tahoma"/>
              </a:rPr>
              <a:t> </a:t>
            </a:r>
            <a:r>
              <a:rPr dirty="0" sz="2450" spc="-35">
                <a:solidFill>
                  <a:srgbClr val="53585F"/>
                </a:solidFill>
                <a:latin typeface="Tahoma"/>
                <a:cs typeface="Tahoma"/>
              </a:rPr>
              <a:t>churn </a:t>
            </a:r>
            <a:r>
              <a:rPr dirty="0" sz="2450" spc="-80">
                <a:solidFill>
                  <a:srgbClr val="53585F"/>
                </a:solidFill>
                <a:latin typeface="Tahoma"/>
                <a:cs typeface="Tahoma"/>
              </a:rPr>
              <a:t>Logo</a:t>
            </a:r>
            <a:r>
              <a:rPr dirty="0" sz="2450" spc="-204">
                <a:solidFill>
                  <a:srgbClr val="53585F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53585F"/>
                </a:solidFill>
                <a:latin typeface="Tahoma"/>
                <a:cs typeface="Tahoma"/>
              </a:rPr>
              <a:t>churn</a:t>
            </a:r>
            <a:endParaRPr sz="24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334319" y="5499027"/>
            <a:ext cx="459105" cy="190500"/>
            <a:chOff x="16334319" y="5499027"/>
            <a:chExt cx="459105" cy="190500"/>
          </a:xfrm>
        </p:grpSpPr>
        <p:sp>
          <p:nvSpPr>
            <p:cNvPr id="12" name="object 12"/>
            <p:cNvSpPr/>
            <p:nvPr/>
          </p:nvSpPr>
          <p:spPr>
            <a:xfrm>
              <a:off x="16334319" y="5552032"/>
              <a:ext cx="459105" cy="84455"/>
            </a:xfrm>
            <a:custGeom>
              <a:avLst/>
              <a:gdLst/>
              <a:ahLst/>
              <a:cxnLst/>
              <a:rect l="l" t="t" r="r" b="b"/>
              <a:pathLst>
                <a:path w="459105" h="84454">
                  <a:moveTo>
                    <a:pt x="0" y="0"/>
                  </a:moveTo>
                  <a:lnTo>
                    <a:pt x="458603" y="0"/>
                  </a:lnTo>
                  <a:lnTo>
                    <a:pt x="458603" y="84078"/>
                  </a:lnTo>
                  <a:lnTo>
                    <a:pt x="0" y="84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A8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72179" y="5499027"/>
              <a:ext cx="190086" cy="190086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6334319" y="5993777"/>
            <a:ext cx="459105" cy="190500"/>
            <a:chOff x="16334319" y="5993777"/>
            <a:chExt cx="459105" cy="190500"/>
          </a:xfrm>
        </p:grpSpPr>
        <p:sp>
          <p:nvSpPr>
            <p:cNvPr id="15" name="object 15"/>
            <p:cNvSpPr/>
            <p:nvPr/>
          </p:nvSpPr>
          <p:spPr>
            <a:xfrm>
              <a:off x="16334319" y="6046782"/>
              <a:ext cx="459105" cy="84455"/>
            </a:xfrm>
            <a:custGeom>
              <a:avLst/>
              <a:gdLst/>
              <a:ahLst/>
              <a:cxnLst/>
              <a:rect l="l" t="t" r="r" b="b"/>
              <a:pathLst>
                <a:path w="459105" h="84454">
                  <a:moveTo>
                    <a:pt x="0" y="0"/>
                  </a:moveTo>
                  <a:lnTo>
                    <a:pt x="458603" y="0"/>
                  </a:lnTo>
                  <a:lnTo>
                    <a:pt x="458603" y="84078"/>
                  </a:lnTo>
                  <a:lnTo>
                    <a:pt x="0" y="84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0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72179" y="5993777"/>
              <a:ext cx="190086" cy="190086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6334319" y="6478056"/>
            <a:ext cx="459105" cy="190500"/>
            <a:chOff x="16334319" y="6478056"/>
            <a:chExt cx="459105" cy="190500"/>
          </a:xfrm>
        </p:grpSpPr>
        <p:sp>
          <p:nvSpPr>
            <p:cNvPr id="18" name="object 18"/>
            <p:cNvSpPr/>
            <p:nvPr/>
          </p:nvSpPr>
          <p:spPr>
            <a:xfrm>
              <a:off x="16334319" y="6531060"/>
              <a:ext cx="459105" cy="84455"/>
            </a:xfrm>
            <a:custGeom>
              <a:avLst/>
              <a:gdLst/>
              <a:ahLst/>
              <a:cxnLst/>
              <a:rect l="l" t="t" r="r" b="b"/>
              <a:pathLst>
                <a:path w="459105" h="84454">
                  <a:moveTo>
                    <a:pt x="0" y="0"/>
                  </a:moveTo>
                  <a:lnTo>
                    <a:pt x="458603" y="0"/>
                  </a:lnTo>
                  <a:lnTo>
                    <a:pt x="458603" y="84078"/>
                  </a:lnTo>
                  <a:lnTo>
                    <a:pt x="0" y="84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B4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72179" y="6478056"/>
              <a:ext cx="190086" cy="190086"/>
            </a:xfrm>
            <a:prstGeom prst="rect">
              <a:avLst/>
            </a:prstGeom>
          </p:spPr>
        </p:pic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138045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53585F"/>
                </a:solidFill>
              </a:rPr>
              <a:t>Churn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50">
                <a:solidFill>
                  <a:srgbClr val="53585F"/>
                </a:solidFill>
              </a:rPr>
              <a:t>keeps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95">
                <a:solidFill>
                  <a:srgbClr val="53585F"/>
                </a:solidFill>
              </a:rPr>
              <a:t>trending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135">
                <a:solidFill>
                  <a:srgbClr val="53585F"/>
                </a:solidFill>
              </a:rPr>
              <a:t>down…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43637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53585F"/>
                </a:solidFill>
              </a:rPr>
              <a:t>…</a:t>
            </a:r>
            <a:r>
              <a:rPr dirty="0" spc="-204">
                <a:solidFill>
                  <a:srgbClr val="53585F"/>
                </a:solidFill>
              </a:rPr>
              <a:t> </a:t>
            </a:r>
            <a:r>
              <a:rPr dirty="0" spc="140">
                <a:solidFill>
                  <a:srgbClr val="53585F"/>
                </a:solidFill>
              </a:rPr>
              <a:t>while</a:t>
            </a:r>
            <a:r>
              <a:rPr dirty="0" spc="-70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usage</a:t>
            </a:r>
            <a:r>
              <a:rPr dirty="0" spc="-70">
                <a:solidFill>
                  <a:srgbClr val="53585F"/>
                </a:solidFill>
              </a:rPr>
              <a:t> </a:t>
            </a:r>
            <a:r>
              <a:rPr dirty="0" spc="55">
                <a:solidFill>
                  <a:srgbClr val="53585F"/>
                </a:solidFill>
              </a:rPr>
              <a:t>grows</a:t>
            </a:r>
            <a:r>
              <a:rPr dirty="0" spc="-75">
                <a:solidFill>
                  <a:srgbClr val="53585F"/>
                </a:solidFill>
              </a:rPr>
              <a:t> </a:t>
            </a:r>
            <a:r>
              <a:rPr dirty="0" spc="85">
                <a:solidFill>
                  <a:srgbClr val="53585F"/>
                </a:solidFill>
              </a:rPr>
              <a:t>exponentially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82653" y="3581042"/>
            <a:ext cx="6513195" cy="4324985"/>
            <a:chOff x="2282653" y="3581042"/>
            <a:chExt cx="6513195" cy="4324985"/>
          </a:xfrm>
        </p:grpSpPr>
        <p:sp>
          <p:nvSpPr>
            <p:cNvPr id="4" name="object 4"/>
            <p:cNvSpPr/>
            <p:nvPr/>
          </p:nvSpPr>
          <p:spPr>
            <a:xfrm>
              <a:off x="2282653" y="4256414"/>
              <a:ext cx="6513195" cy="2429510"/>
            </a:xfrm>
            <a:custGeom>
              <a:avLst/>
              <a:gdLst/>
              <a:ahLst/>
              <a:cxnLst/>
              <a:rect l="l" t="t" r="r" b="b"/>
              <a:pathLst>
                <a:path w="6513195" h="2429509">
                  <a:moveTo>
                    <a:pt x="0" y="2429245"/>
                  </a:moveTo>
                  <a:lnTo>
                    <a:pt x="3675280" y="2429245"/>
                  </a:lnTo>
                </a:path>
                <a:path w="6513195" h="2429509">
                  <a:moveTo>
                    <a:pt x="3968465" y="2429245"/>
                  </a:moveTo>
                  <a:lnTo>
                    <a:pt x="4083645" y="2429245"/>
                  </a:lnTo>
                </a:path>
                <a:path w="6513195" h="2429509">
                  <a:moveTo>
                    <a:pt x="4261650" y="2429245"/>
                  </a:moveTo>
                  <a:lnTo>
                    <a:pt x="4282591" y="2429245"/>
                  </a:lnTo>
                </a:path>
                <a:path w="6513195" h="2429509">
                  <a:moveTo>
                    <a:pt x="4460597" y="2429245"/>
                  </a:moveTo>
                  <a:lnTo>
                    <a:pt x="4492009" y="2429245"/>
                  </a:lnTo>
                </a:path>
                <a:path w="6513195" h="2429509">
                  <a:moveTo>
                    <a:pt x="4670014" y="2429245"/>
                  </a:moveTo>
                  <a:lnTo>
                    <a:pt x="4690956" y="2429245"/>
                  </a:lnTo>
                </a:path>
                <a:path w="6513195" h="2429509">
                  <a:moveTo>
                    <a:pt x="4868961" y="2429245"/>
                  </a:moveTo>
                  <a:lnTo>
                    <a:pt x="4900374" y="2429245"/>
                  </a:lnTo>
                </a:path>
                <a:path w="6513195" h="2429509">
                  <a:moveTo>
                    <a:pt x="5078379" y="2429245"/>
                  </a:moveTo>
                  <a:lnTo>
                    <a:pt x="5099321" y="2429245"/>
                  </a:lnTo>
                </a:path>
                <a:path w="6513195" h="2429509">
                  <a:moveTo>
                    <a:pt x="5277326" y="2429245"/>
                  </a:moveTo>
                  <a:lnTo>
                    <a:pt x="5308738" y="2429245"/>
                  </a:lnTo>
                </a:path>
                <a:path w="6513195" h="2429509">
                  <a:moveTo>
                    <a:pt x="5486743" y="2429245"/>
                  </a:moveTo>
                  <a:lnTo>
                    <a:pt x="5507685" y="2429245"/>
                  </a:lnTo>
                </a:path>
                <a:path w="6513195" h="2429509">
                  <a:moveTo>
                    <a:pt x="5685690" y="2429245"/>
                  </a:moveTo>
                  <a:lnTo>
                    <a:pt x="5717103" y="2429245"/>
                  </a:lnTo>
                </a:path>
                <a:path w="6513195" h="2429509">
                  <a:moveTo>
                    <a:pt x="5884637" y="2429245"/>
                  </a:moveTo>
                  <a:lnTo>
                    <a:pt x="5916050" y="2429245"/>
                  </a:lnTo>
                </a:path>
                <a:path w="6513195" h="2429509">
                  <a:moveTo>
                    <a:pt x="6094055" y="2429245"/>
                  </a:moveTo>
                  <a:lnTo>
                    <a:pt x="6114996" y="2429245"/>
                  </a:lnTo>
                </a:path>
                <a:path w="6513195" h="2429509">
                  <a:moveTo>
                    <a:pt x="6293001" y="2429245"/>
                  </a:moveTo>
                  <a:lnTo>
                    <a:pt x="6324414" y="2429245"/>
                  </a:lnTo>
                </a:path>
                <a:path w="6513195" h="2429509">
                  <a:moveTo>
                    <a:pt x="6502419" y="2429245"/>
                  </a:moveTo>
                  <a:lnTo>
                    <a:pt x="6512890" y="2429245"/>
                  </a:lnTo>
                </a:path>
                <a:path w="6513195" h="2429509">
                  <a:moveTo>
                    <a:pt x="3769518" y="2429245"/>
                  </a:moveTo>
                  <a:lnTo>
                    <a:pt x="3884698" y="2429245"/>
                  </a:lnTo>
                </a:path>
                <a:path w="6513195" h="2429509">
                  <a:moveTo>
                    <a:pt x="5486743" y="1214622"/>
                  </a:moveTo>
                  <a:lnTo>
                    <a:pt x="5507685" y="1214622"/>
                  </a:lnTo>
                </a:path>
                <a:path w="6513195" h="2429509">
                  <a:moveTo>
                    <a:pt x="5685690" y="1214622"/>
                  </a:moveTo>
                  <a:lnTo>
                    <a:pt x="5717103" y="1214622"/>
                  </a:lnTo>
                </a:path>
                <a:path w="6513195" h="2429509">
                  <a:moveTo>
                    <a:pt x="5884637" y="1214622"/>
                  </a:moveTo>
                  <a:lnTo>
                    <a:pt x="5916050" y="1214622"/>
                  </a:lnTo>
                </a:path>
                <a:path w="6513195" h="2429509">
                  <a:moveTo>
                    <a:pt x="6094055" y="1214622"/>
                  </a:moveTo>
                  <a:lnTo>
                    <a:pt x="6114996" y="1214622"/>
                  </a:lnTo>
                </a:path>
                <a:path w="6513195" h="2429509">
                  <a:moveTo>
                    <a:pt x="6502419" y="1214622"/>
                  </a:moveTo>
                  <a:lnTo>
                    <a:pt x="6512890" y="1214622"/>
                  </a:lnTo>
                </a:path>
                <a:path w="6513195" h="2429509">
                  <a:moveTo>
                    <a:pt x="6293001" y="1214622"/>
                  </a:moveTo>
                  <a:lnTo>
                    <a:pt x="6324414" y="1214622"/>
                  </a:lnTo>
                </a:path>
                <a:path w="6513195" h="2429509">
                  <a:moveTo>
                    <a:pt x="0" y="1214622"/>
                  </a:moveTo>
                  <a:lnTo>
                    <a:pt x="4900374" y="1214622"/>
                  </a:lnTo>
                </a:path>
                <a:path w="6513195" h="2429509">
                  <a:moveTo>
                    <a:pt x="4984141" y="1214622"/>
                  </a:moveTo>
                  <a:lnTo>
                    <a:pt x="5099321" y="1214622"/>
                  </a:lnTo>
                </a:path>
                <a:path w="6513195" h="2429509">
                  <a:moveTo>
                    <a:pt x="5193559" y="1214622"/>
                  </a:moveTo>
                  <a:lnTo>
                    <a:pt x="5308738" y="1214622"/>
                  </a:lnTo>
                </a:path>
                <a:path w="6513195" h="2429509">
                  <a:moveTo>
                    <a:pt x="6502419" y="0"/>
                  </a:moveTo>
                  <a:lnTo>
                    <a:pt x="6512890" y="0"/>
                  </a:lnTo>
                </a:path>
                <a:path w="6513195" h="2429509">
                  <a:moveTo>
                    <a:pt x="0" y="0"/>
                  </a:moveTo>
                  <a:lnTo>
                    <a:pt x="5916050" y="0"/>
                  </a:lnTo>
                </a:path>
                <a:path w="6513195" h="2429509">
                  <a:moveTo>
                    <a:pt x="5999817" y="0"/>
                  </a:moveTo>
                  <a:lnTo>
                    <a:pt x="6114996" y="0"/>
                  </a:lnTo>
                </a:path>
                <a:path w="6513195" h="2429509">
                  <a:moveTo>
                    <a:pt x="6209234" y="0"/>
                  </a:moveTo>
                  <a:lnTo>
                    <a:pt x="6324414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87888" y="7900282"/>
              <a:ext cx="6503034" cy="0"/>
            </a:xfrm>
            <a:custGeom>
              <a:avLst/>
              <a:gdLst/>
              <a:ahLst/>
              <a:cxnLst/>
              <a:rect l="l" t="t" r="r" b="b"/>
              <a:pathLst>
                <a:path w="6503034" h="0">
                  <a:moveTo>
                    <a:pt x="0" y="0"/>
                  </a:moveTo>
                  <a:lnTo>
                    <a:pt x="6502419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387358" y="4209306"/>
              <a:ext cx="6398260" cy="3686175"/>
            </a:xfrm>
            <a:custGeom>
              <a:avLst/>
              <a:gdLst/>
              <a:ahLst/>
              <a:cxnLst/>
              <a:rect l="l" t="t" r="r" b="b"/>
              <a:pathLst>
                <a:path w="6398259" h="3686175">
                  <a:moveTo>
                    <a:pt x="83769" y="3675278"/>
                  </a:moveTo>
                  <a:lnTo>
                    <a:pt x="0" y="3675278"/>
                  </a:lnTo>
                  <a:lnTo>
                    <a:pt x="0" y="3685743"/>
                  </a:lnTo>
                  <a:lnTo>
                    <a:pt x="83769" y="3685743"/>
                  </a:lnTo>
                  <a:lnTo>
                    <a:pt x="83769" y="3675278"/>
                  </a:lnTo>
                  <a:close/>
                </a:path>
                <a:path w="6398259" h="3686175">
                  <a:moveTo>
                    <a:pt x="293179" y="3570567"/>
                  </a:moveTo>
                  <a:lnTo>
                    <a:pt x="198945" y="3570567"/>
                  </a:lnTo>
                  <a:lnTo>
                    <a:pt x="198945" y="3685743"/>
                  </a:lnTo>
                  <a:lnTo>
                    <a:pt x="293179" y="3685743"/>
                  </a:lnTo>
                  <a:lnTo>
                    <a:pt x="293179" y="3570567"/>
                  </a:lnTo>
                  <a:close/>
                </a:path>
                <a:path w="6398259" h="3686175">
                  <a:moveTo>
                    <a:pt x="492125" y="3560102"/>
                  </a:moveTo>
                  <a:lnTo>
                    <a:pt x="408355" y="3560102"/>
                  </a:lnTo>
                  <a:lnTo>
                    <a:pt x="408355" y="3685743"/>
                  </a:lnTo>
                  <a:lnTo>
                    <a:pt x="492125" y="3685743"/>
                  </a:lnTo>
                  <a:lnTo>
                    <a:pt x="492125" y="3560102"/>
                  </a:lnTo>
                  <a:close/>
                </a:path>
                <a:path w="6398259" h="3686175">
                  <a:moveTo>
                    <a:pt x="701548" y="3528682"/>
                  </a:moveTo>
                  <a:lnTo>
                    <a:pt x="607314" y="3528682"/>
                  </a:lnTo>
                  <a:lnTo>
                    <a:pt x="607314" y="3685743"/>
                  </a:lnTo>
                  <a:lnTo>
                    <a:pt x="701548" y="3685743"/>
                  </a:lnTo>
                  <a:lnTo>
                    <a:pt x="701548" y="3528682"/>
                  </a:lnTo>
                  <a:close/>
                </a:path>
                <a:path w="6398259" h="3686175">
                  <a:moveTo>
                    <a:pt x="900493" y="3507740"/>
                  </a:moveTo>
                  <a:lnTo>
                    <a:pt x="816724" y="3507740"/>
                  </a:lnTo>
                  <a:lnTo>
                    <a:pt x="816724" y="3685743"/>
                  </a:lnTo>
                  <a:lnTo>
                    <a:pt x="900493" y="3685743"/>
                  </a:lnTo>
                  <a:lnTo>
                    <a:pt x="900493" y="3507740"/>
                  </a:lnTo>
                  <a:close/>
                </a:path>
                <a:path w="6398259" h="3686175">
                  <a:moveTo>
                    <a:pt x="1099439" y="3507740"/>
                  </a:moveTo>
                  <a:lnTo>
                    <a:pt x="1015669" y="3507740"/>
                  </a:lnTo>
                  <a:lnTo>
                    <a:pt x="1015669" y="3685743"/>
                  </a:lnTo>
                  <a:lnTo>
                    <a:pt x="1099439" y="3685743"/>
                  </a:lnTo>
                  <a:lnTo>
                    <a:pt x="1099439" y="3507740"/>
                  </a:lnTo>
                  <a:close/>
                </a:path>
                <a:path w="6398259" h="3686175">
                  <a:moveTo>
                    <a:pt x="1308862" y="3476333"/>
                  </a:moveTo>
                  <a:lnTo>
                    <a:pt x="1214615" y="3476333"/>
                  </a:lnTo>
                  <a:lnTo>
                    <a:pt x="1214615" y="3685743"/>
                  </a:lnTo>
                  <a:lnTo>
                    <a:pt x="1308862" y="3685743"/>
                  </a:lnTo>
                  <a:lnTo>
                    <a:pt x="1308862" y="3476333"/>
                  </a:lnTo>
                  <a:close/>
                </a:path>
                <a:path w="6398259" h="3686175">
                  <a:moveTo>
                    <a:pt x="1507807" y="3434448"/>
                  </a:moveTo>
                  <a:lnTo>
                    <a:pt x="1424038" y="3434448"/>
                  </a:lnTo>
                  <a:lnTo>
                    <a:pt x="1424038" y="3685743"/>
                  </a:lnTo>
                  <a:lnTo>
                    <a:pt x="1507807" y="3685743"/>
                  </a:lnTo>
                  <a:lnTo>
                    <a:pt x="1507807" y="3434448"/>
                  </a:lnTo>
                  <a:close/>
                </a:path>
                <a:path w="6398259" h="3686175">
                  <a:moveTo>
                    <a:pt x="1717217" y="3423970"/>
                  </a:moveTo>
                  <a:lnTo>
                    <a:pt x="1622983" y="3423970"/>
                  </a:lnTo>
                  <a:lnTo>
                    <a:pt x="1622983" y="3685743"/>
                  </a:lnTo>
                  <a:lnTo>
                    <a:pt x="1717217" y="3685743"/>
                  </a:lnTo>
                  <a:lnTo>
                    <a:pt x="1717217" y="3423970"/>
                  </a:lnTo>
                  <a:close/>
                </a:path>
                <a:path w="6398259" h="3686175">
                  <a:moveTo>
                    <a:pt x="1916163" y="3413506"/>
                  </a:moveTo>
                  <a:lnTo>
                    <a:pt x="1832406" y="3413506"/>
                  </a:lnTo>
                  <a:lnTo>
                    <a:pt x="1832406" y="3685743"/>
                  </a:lnTo>
                  <a:lnTo>
                    <a:pt x="1916163" y="3685743"/>
                  </a:lnTo>
                  <a:lnTo>
                    <a:pt x="1916163" y="3413506"/>
                  </a:lnTo>
                  <a:close/>
                </a:path>
                <a:path w="6398259" h="3686175">
                  <a:moveTo>
                    <a:pt x="2125586" y="3382086"/>
                  </a:moveTo>
                  <a:lnTo>
                    <a:pt x="2031352" y="3382086"/>
                  </a:lnTo>
                  <a:lnTo>
                    <a:pt x="2031352" y="3685743"/>
                  </a:lnTo>
                  <a:lnTo>
                    <a:pt x="2125586" y="3685743"/>
                  </a:lnTo>
                  <a:lnTo>
                    <a:pt x="2125586" y="3382086"/>
                  </a:lnTo>
                  <a:close/>
                </a:path>
                <a:path w="6398259" h="3686175">
                  <a:moveTo>
                    <a:pt x="2324531" y="3361144"/>
                  </a:moveTo>
                  <a:lnTo>
                    <a:pt x="2240762" y="3361144"/>
                  </a:lnTo>
                  <a:lnTo>
                    <a:pt x="2240762" y="3685743"/>
                  </a:lnTo>
                  <a:lnTo>
                    <a:pt x="2324531" y="3685743"/>
                  </a:lnTo>
                  <a:lnTo>
                    <a:pt x="2324531" y="3361144"/>
                  </a:lnTo>
                  <a:close/>
                </a:path>
                <a:path w="6398259" h="3686175">
                  <a:moveTo>
                    <a:pt x="2523477" y="3277387"/>
                  </a:moveTo>
                  <a:lnTo>
                    <a:pt x="2439708" y="3277387"/>
                  </a:lnTo>
                  <a:lnTo>
                    <a:pt x="2439708" y="3685743"/>
                  </a:lnTo>
                  <a:lnTo>
                    <a:pt x="2523477" y="3685743"/>
                  </a:lnTo>
                  <a:lnTo>
                    <a:pt x="2523477" y="3277387"/>
                  </a:lnTo>
                  <a:close/>
                </a:path>
                <a:path w="6398259" h="3686175">
                  <a:moveTo>
                    <a:pt x="2732900" y="3256445"/>
                  </a:moveTo>
                  <a:lnTo>
                    <a:pt x="2638666" y="3256445"/>
                  </a:lnTo>
                  <a:lnTo>
                    <a:pt x="2638666" y="3685743"/>
                  </a:lnTo>
                  <a:lnTo>
                    <a:pt x="2732900" y="3685743"/>
                  </a:lnTo>
                  <a:lnTo>
                    <a:pt x="2732900" y="3256445"/>
                  </a:lnTo>
                  <a:close/>
                </a:path>
                <a:path w="6398259" h="3686175">
                  <a:moveTo>
                    <a:pt x="2931845" y="3172676"/>
                  </a:moveTo>
                  <a:lnTo>
                    <a:pt x="2848076" y="3172676"/>
                  </a:lnTo>
                  <a:lnTo>
                    <a:pt x="2848076" y="3685743"/>
                  </a:lnTo>
                  <a:lnTo>
                    <a:pt x="2931845" y="3685743"/>
                  </a:lnTo>
                  <a:lnTo>
                    <a:pt x="2931845" y="3172676"/>
                  </a:lnTo>
                  <a:close/>
                </a:path>
                <a:path w="6398259" h="3686175">
                  <a:moveTo>
                    <a:pt x="3141268" y="3057499"/>
                  </a:moveTo>
                  <a:lnTo>
                    <a:pt x="3047022" y="3057499"/>
                  </a:lnTo>
                  <a:lnTo>
                    <a:pt x="3047022" y="3685743"/>
                  </a:lnTo>
                  <a:lnTo>
                    <a:pt x="3141268" y="3685743"/>
                  </a:lnTo>
                  <a:lnTo>
                    <a:pt x="3141268" y="3057499"/>
                  </a:lnTo>
                  <a:close/>
                </a:path>
                <a:path w="6398259" h="3686175">
                  <a:moveTo>
                    <a:pt x="3340214" y="2931845"/>
                  </a:moveTo>
                  <a:lnTo>
                    <a:pt x="3256445" y="2931845"/>
                  </a:lnTo>
                  <a:lnTo>
                    <a:pt x="3256445" y="3685743"/>
                  </a:lnTo>
                  <a:lnTo>
                    <a:pt x="3340214" y="3685743"/>
                  </a:lnTo>
                  <a:lnTo>
                    <a:pt x="3340214" y="2931845"/>
                  </a:lnTo>
                  <a:close/>
                </a:path>
                <a:path w="6398259" h="3686175">
                  <a:moveTo>
                    <a:pt x="3549624" y="2753842"/>
                  </a:moveTo>
                  <a:lnTo>
                    <a:pt x="3455390" y="2753842"/>
                  </a:lnTo>
                  <a:lnTo>
                    <a:pt x="3455390" y="3685743"/>
                  </a:lnTo>
                  <a:lnTo>
                    <a:pt x="3549624" y="3685743"/>
                  </a:lnTo>
                  <a:lnTo>
                    <a:pt x="3549624" y="2753842"/>
                  </a:lnTo>
                  <a:close/>
                </a:path>
                <a:path w="6398259" h="3686175">
                  <a:moveTo>
                    <a:pt x="3748570" y="2659596"/>
                  </a:moveTo>
                  <a:lnTo>
                    <a:pt x="3664801" y="2659596"/>
                  </a:lnTo>
                  <a:lnTo>
                    <a:pt x="3664801" y="3685743"/>
                  </a:lnTo>
                  <a:lnTo>
                    <a:pt x="3748570" y="3685743"/>
                  </a:lnTo>
                  <a:lnTo>
                    <a:pt x="3748570" y="2659596"/>
                  </a:lnTo>
                  <a:close/>
                </a:path>
                <a:path w="6398259" h="3686175">
                  <a:moveTo>
                    <a:pt x="3957993" y="2502535"/>
                  </a:moveTo>
                  <a:lnTo>
                    <a:pt x="3863759" y="2502535"/>
                  </a:lnTo>
                  <a:lnTo>
                    <a:pt x="3863759" y="3685743"/>
                  </a:lnTo>
                  <a:lnTo>
                    <a:pt x="3957993" y="3685743"/>
                  </a:lnTo>
                  <a:lnTo>
                    <a:pt x="3957993" y="2502535"/>
                  </a:lnTo>
                  <a:close/>
                </a:path>
                <a:path w="6398259" h="3686175">
                  <a:moveTo>
                    <a:pt x="4156938" y="2460650"/>
                  </a:moveTo>
                  <a:lnTo>
                    <a:pt x="4062704" y="2460650"/>
                  </a:lnTo>
                  <a:lnTo>
                    <a:pt x="4062704" y="3685743"/>
                  </a:lnTo>
                  <a:lnTo>
                    <a:pt x="4156938" y="3685743"/>
                  </a:lnTo>
                  <a:lnTo>
                    <a:pt x="4156938" y="2460650"/>
                  </a:lnTo>
                  <a:close/>
                </a:path>
                <a:path w="6398259" h="3686175">
                  <a:moveTo>
                    <a:pt x="4355884" y="2460650"/>
                  </a:moveTo>
                  <a:lnTo>
                    <a:pt x="4272115" y="2460650"/>
                  </a:lnTo>
                  <a:lnTo>
                    <a:pt x="4272115" y="3685743"/>
                  </a:lnTo>
                  <a:lnTo>
                    <a:pt x="4355884" y="3685743"/>
                  </a:lnTo>
                  <a:lnTo>
                    <a:pt x="4355884" y="2460650"/>
                  </a:lnTo>
                  <a:close/>
                </a:path>
                <a:path w="6398259" h="3686175">
                  <a:moveTo>
                    <a:pt x="4565307" y="2156993"/>
                  </a:moveTo>
                  <a:lnTo>
                    <a:pt x="4471060" y="2156993"/>
                  </a:lnTo>
                  <a:lnTo>
                    <a:pt x="4471060" y="3685743"/>
                  </a:lnTo>
                  <a:lnTo>
                    <a:pt x="4565307" y="3685743"/>
                  </a:lnTo>
                  <a:lnTo>
                    <a:pt x="4565307" y="2156993"/>
                  </a:lnTo>
                  <a:close/>
                </a:path>
                <a:path w="6398259" h="3686175">
                  <a:moveTo>
                    <a:pt x="4764252" y="2020874"/>
                  </a:moveTo>
                  <a:lnTo>
                    <a:pt x="4680483" y="2020874"/>
                  </a:lnTo>
                  <a:lnTo>
                    <a:pt x="4680483" y="3685743"/>
                  </a:lnTo>
                  <a:lnTo>
                    <a:pt x="4764252" y="3685743"/>
                  </a:lnTo>
                  <a:lnTo>
                    <a:pt x="4764252" y="2020874"/>
                  </a:lnTo>
                  <a:close/>
                </a:path>
                <a:path w="6398259" h="3686175">
                  <a:moveTo>
                    <a:pt x="4973663" y="1570621"/>
                  </a:moveTo>
                  <a:lnTo>
                    <a:pt x="4879429" y="1570621"/>
                  </a:lnTo>
                  <a:lnTo>
                    <a:pt x="4879429" y="3685743"/>
                  </a:lnTo>
                  <a:lnTo>
                    <a:pt x="4973663" y="3685743"/>
                  </a:lnTo>
                  <a:lnTo>
                    <a:pt x="4973663" y="1570621"/>
                  </a:lnTo>
                  <a:close/>
                </a:path>
                <a:path w="6398259" h="3686175">
                  <a:moveTo>
                    <a:pt x="5172608" y="1622983"/>
                  </a:moveTo>
                  <a:lnTo>
                    <a:pt x="5088852" y="1622983"/>
                  </a:lnTo>
                  <a:lnTo>
                    <a:pt x="5088852" y="3685743"/>
                  </a:lnTo>
                  <a:lnTo>
                    <a:pt x="5172608" y="3685743"/>
                  </a:lnTo>
                  <a:lnTo>
                    <a:pt x="5172608" y="1622983"/>
                  </a:lnTo>
                  <a:close/>
                </a:path>
                <a:path w="6398259" h="3686175">
                  <a:moveTo>
                    <a:pt x="5382031" y="1193673"/>
                  </a:moveTo>
                  <a:lnTo>
                    <a:pt x="5287797" y="1193673"/>
                  </a:lnTo>
                  <a:lnTo>
                    <a:pt x="5287797" y="3685743"/>
                  </a:lnTo>
                  <a:lnTo>
                    <a:pt x="5382031" y="3685743"/>
                  </a:lnTo>
                  <a:lnTo>
                    <a:pt x="5382031" y="1193673"/>
                  </a:lnTo>
                  <a:close/>
                </a:path>
                <a:path w="6398259" h="3686175">
                  <a:moveTo>
                    <a:pt x="5580977" y="1005205"/>
                  </a:moveTo>
                  <a:lnTo>
                    <a:pt x="5497207" y="1005205"/>
                  </a:lnTo>
                  <a:lnTo>
                    <a:pt x="5497207" y="3685743"/>
                  </a:lnTo>
                  <a:lnTo>
                    <a:pt x="5580977" y="3685743"/>
                  </a:lnTo>
                  <a:lnTo>
                    <a:pt x="5580977" y="1005205"/>
                  </a:lnTo>
                  <a:close/>
                </a:path>
                <a:path w="6398259" h="3686175">
                  <a:moveTo>
                    <a:pt x="5779922" y="795782"/>
                  </a:moveTo>
                  <a:lnTo>
                    <a:pt x="5696153" y="795782"/>
                  </a:lnTo>
                  <a:lnTo>
                    <a:pt x="5696153" y="3685743"/>
                  </a:lnTo>
                  <a:lnTo>
                    <a:pt x="5779922" y="3685743"/>
                  </a:lnTo>
                  <a:lnTo>
                    <a:pt x="5779922" y="795782"/>
                  </a:lnTo>
                  <a:close/>
                </a:path>
                <a:path w="6398259" h="3686175">
                  <a:moveTo>
                    <a:pt x="5989345" y="324586"/>
                  </a:moveTo>
                  <a:lnTo>
                    <a:pt x="5895111" y="324586"/>
                  </a:lnTo>
                  <a:lnTo>
                    <a:pt x="5895111" y="3685743"/>
                  </a:lnTo>
                  <a:lnTo>
                    <a:pt x="5989345" y="3685743"/>
                  </a:lnTo>
                  <a:lnTo>
                    <a:pt x="5989345" y="324586"/>
                  </a:lnTo>
                  <a:close/>
                </a:path>
                <a:path w="6398259" h="3686175">
                  <a:moveTo>
                    <a:pt x="6188291" y="335064"/>
                  </a:moveTo>
                  <a:lnTo>
                    <a:pt x="6104521" y="335064"/>
                  </a:lnTo>
                  <a:lnTo>
                    <a:pt x="6104521" y="3685743"/>
                  </a:lnTo>
                  <a:lnTo>
                    <a:pt x="6188291" y="3685743"/>
                  </a:lnTo>
                  <a:lnTo>
                    <a:pt x="6188291" y="335064"/>
                  </a:lnTo>
                  <a:close/>
                </a:path>
                <a:path w="6398259" h="3686175">
                  <a:moveTo>
                    <a:pt x="6397714" y="0"/>
                  </a:moveTo>
                  <a:lnTo>
                    <a:pt x="6303467" y="0"/>
                  </a:lnTo>
                  <a:lnTo>
                    <a:pt x="6303467" y="3685743"/>
                  </a:lnTo>
                  <a:lnTo>
                    <a:pt x="6397714" y="3685743"/>
                  </a:lnTo>
                  <a:lnTo>
                    <a:pt x="6397714" y="0"/>
                  </a:lnTo>
                  <a:close/>
                </a:path>
              </a:pathLst>
            </a:custGeom>
            <a:solidFill>
              <a:srgbClr val="FEB4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93112" y="3581050"/>
              <a:ext cx="6398260" cy="4314190"/>
            </a:xfrm>
            <a:custGeom>
              <a:avLst/>
              <a:gdLst/>
              <a:ahLst/>
              <a:cxnLst/>
              <a:rect l="l" t="t" r="r" b="b"/>
              <a:pathLst>
                <a:path w="6398259" h="4314190">
                  <a:moveTo>
                    <a:pt x="94246" y="4303534"/>
                  </a:moveTo>
                  <a:lnTo>
                    <a:pt x="0" y="4303534"/>
                  </a:lnTo>
                  <a:lnTo>
                    <a:pt x="0" y="4313999"/>
                  </a:lnTo>
                  <a:lnTo>
                    <a:pt x="94246" y="4313999"/>
                  </a:lnTo>
                  <a:lnTo>
                    <a:pt x="94246" y="4303534"/>
                  </a:lnTo>
                  <a:close/>
                </a:path>
                <a:path w="6398259" h="4314190">
                  <a:moveTo>
                    <a:pt x="293192" y="4177881"/>
                  </a:moveTo>
                  <a:lnTo>
                    <a:pt x="209423" y="4177881"/>
                  </a:lnTo>
                  <a:lnTo>
                    <a:pt x="209423" y="4313999"/>
                  </a:lnTo>
                  <a:lnTo>
                    <a:pt x="293192" y="4313999"/>
                  </a:lnTo>
                  <a:lnTo>
                    <a:pt x="293192" y="4177881"/>
                  </a:lnTo>
                  <a:close/>
                </a:path>
                <a:path w="6398259" h="4314190">
                  <a:moveTo>
                    <a:pt x="502602" y="4146473"/>
                  </a:moveTo>
                  <a:lnTo>
                    <a:pt x="408368" y="4146473"/>
                  </a:lnTo>
                  <a:lnTo>
                    <a:pt x="408368" y="4313999"/>
                  </a:lnTo>
                  <a:lnTo>
                    <a:pt x="502602" y="4313999"/>
                  </a:lnTo>
                  <a:lnTo>
                    <a:pt x="502602" y="4146473"/>
                  </a:lnTo>
                  <a:close/>
                </a:path>
                <a:path w="6398259" h="4314190">
                  <a:moveTo>
                    <a:pt x="701560" y="4125531"/>
                  </a:moveTo>
                  <a:lnTo>
                    <a:pt x="617791" y="4125531"/>
                  </a:lnTo>
                  <a:lnTo>
                    <a:pt x="617791" y="4313999"/>
                  </a:lnTo>
                  <a:lnTo>
                    <a:pt x="701560" y="4313999"/>
                  </a:lnTo>
                  <a:lnTo>
                    <a:pt x="701560" y="4125531"/>
                  </a:lnTo>
                  <a:close/>
                </a:path>
                <a:path w="6398259" h="4314190">
                  <a:moveTo>
                    <a:pt x="910971" y="4073169"/>
                  </a:moveTo>
                  <a:lnTo>
                    <a:pt x="816737" y="4073169"/>
                  </a:lnTo>
                  <a:lnTo>
                    <a:pt x="816737" y="4313999"/>
                  </a:lnTo>
                  <a:lnTo>
                    <a:pt x="910971" y="4313999"/>
                  </a:lnTo>
                  <a:lnTo>
                    <a:pt x="910971" y="4073169"/>
                  </a:lnTo>
                  <a:close/>
                </a:path>
                <a:path w="6398259" h="4314190">
                  <a:moveTo>
                    <a:pt x="1109916" y="3999877"/>
                  </a:moveTo>
                  <a:lnTo>
                    <a:pt x="1026147" y="3999877"/>
                  </a:lnTo>
                  <a:lnTo>
                    <a:pt x="1026147" y="4313999"/>
                  </a:lnTo>
                  <a:lnTo>
                    <a:pt x="1109916" y="4313999"/>
                  </a:lnTo>
                  <a:lnTo>
                    <a:pt x="1109916" y="3999877"/>
                  </a:lnTo>
                  <a:close/>
                </a:path>
                <a:path w="6398259" h="4314190">
                  <a:moveTo>
                    <a:pt x="1308862" y="3916108"/>
                  </a:moveTo>
                  <a:lnTo>
                    <a:pt x="1225105" y="3916108"/>
                  </a:lnTo>
                  <a:lnTo>
                    <a:pt x="1225105" y="4313999"/>
                  </a:lnTo>
                  <a:lnTo>
                    <a:pt x="1308862" y="4313999"/>
                  </a:lnTo>
                  <a:lnTo>
                    <a:pt x="1308862" y="3916108"/>
                  </a:lnTo>
                  <a:close/>
                </a:path>
                <a:path w="6398259" h="4314190">
                  <a:moveTo>
                    <a:pt x="1518285" y="3821874"/>
                  </a:moveTo>
                  <a:lnTo>
                    <a:pt x="1424051" y="3821874"/>
                  </a:lnTo>
                  <a:lnTo>
                    <a:pt x="1424051" y="4313999"/>
                  </a:lnTo>
                  <a:lnTo>
                    <a:pt x="1518285" y="4313999"/>
                  </a:lnTo>
                  <a:lnTo>
                    <a:pt x="1518285" y="3821874"/>
                  </a:lnTo>
                  <a:close/>
                </a:path>
                <a:path w="6398259" h="4314190">
                  <a:moveTo>
                    <a:pt x="1717230" y="3821874"/>
                  </a:moveTo>
                  <a:lnTo>
                    <a:pt x="1633461" y="3821874"/>
                  </a:lnTo>
                  <a:lnTo>
                    <a:pt x="1633461" y="4313999"/>
                  </a:lnTo>
                  <a:lnTo>
                    <a:pt x="1717230" y="4313999"/>
                  </a:lnTo>
                  <a:lnTo>
                    <a:pt x="1717230" y="3821874"/>
                  </a:lnTo>
                  <a:close/>
                </a:path>
                <a:path w="6398259" h="4314190">
                  <a:moveTo>
                    <a:pt x="1926653" y="3790454"/>
                  </a:moveTo>
                  <a:lnTo>
                    <a:pt x="1832406" y="3790454"/>
                  </a:lnTo>
                  <a:lnTo>
                    <a:pt x="1832406" y="4313999"/>
                  </a:lnTo>
                  <a:lnTo>
                    <a:pt x="1926653" y="4313999"/>
                  </a:lnTo>
                  <a:lnTo>
                    <a:pt x="1926653" y="3790454"/>
                  </a:lnTo>
                  <a:close/>
                </a:path>
                <a:path w="6398259" h="4314190">
                  <a:moveTo>
                    <a:pt x="2125599" y="3790454"/>
                  </a:moveTo>
                  <a:lnTo>
                    <a:pt x="2041829" y="3790454"/>
                  </a:lnTo>
                  <a:lnTo>
                    <a:pt x="2041829" y="4313999"/>
                  </a:lnTo>
                  <a:lnTo>
                    <a:pt x="2125599" y="4313999"/>
                  </a:lnTo>
                  <a:lnTo>
                    <a:pt x="2125599" y="3790454"/>
                  </a:lnTo>
                  <a:close/>
                </a:path>
                <a:path w="6398259" h="4314190">
                  <a:moveTo>
                    <a:pt x="2335009" y="3759047"/>
                  </a:moveTo>
                  <a:lnTo>
                    <a:pt x="2240775" y="3759047"/>
                  </a:lnTo>
                  <a:lnTo>
                    <a:pt x="2240775" y="4313999"/>
                  </a:lnTo>
                  <a:lnTo>
                    <a:pt x="2335009" y="4313999"/>
                  </a:lnTo>
                  <a:lnTo>
                    <a:pt x="2335009" y="3759047"/>
                  </a:lnTo>
                  <a:close/>
                </a:path>
                <a:path w="6398259" h="4314190">
                  <a:moveTo>
                    <a:pt x="2533954" y="3654336"/>
                  </a:moveTo>
                  <a:lnTo>
                    <a:pt x="2450198" y="3654336"/>
                  </a:lnTo>
                  <a:lnTo>
                    <a:pt x="2450198" y="4313999"/>
                  </a:lnTo>
                  <a:lnTo>
                    <a:pt x="2533954" y="4313999"/>
                  </a:lnTo>
                  <a:lnTo>
                    <a:pt x="2533954" y="3654336"/>
                  </a:lnTo>
                  <a:close/>
                </a:path>
                <a:path w="6398259" h="4314190">
                  <a:moveTo>
                    <a:pt x="2732913" y="3560102"/>
                  </a:moveTo>
                  <a:lnTo>
                    <a:pt x="2649143" y="3560102"/>
                  </a:lnTo>
                  <a:lnTo>
                    <a:pt x="2649143" y="4313999"/>
                  </a:lnTo>
                  <a:lnTo>
                    <a:pt x="2732913" y="4313999"/>
                  </a:lnTo>
                  <a:lnTo>
                    <a:pt x="2732913" y="3560102"/>
                  </a:lnTo>
                  <a:close/>
                </a:path>
                <a:path w="6398259" h="4314190">
                  <a:moveTo>
                    <a:pt x="2942323" y="3361156"/>
                  </a:moveTo>
                  <a:lnTo>
                    <a:pt x="2848089" y="3361156"/>
                  </a:lnTo>
                  <a:lnTo>
                    <a:pt x="2848089" y="4313999"/>
                  </a:lnTo>
                  <a:lnTo>
                    <a:pt x="2942323" y="4313999"/>
                  </a:lnTo>
                  <a:lnTo>
                    <a:pt x="2942323" y="3361156"/>
                  </a:lnTo>
                  <a:close/>
                </a:path>
                <a:path w="6398259" h="4314190">
                  <a:moveTo>
                    <a:pt x="3141268" y="3287852"/>
                  </a:moveTo>
                  <a:lnTo>
                    <a:pt x="3057499" y="3287852"/>
                  </a:lnTo>
                  <a:lnTo>
                    <a:pt x="3057499" y="4313999"/>
                  </a:lnTo>
                  <a:lnTo>
                    <a:pt x="3141268" y="4313999"/>
                  </a:lnTo>
                  <a:lnTo>
                    <a:pt x="3141268" y="3287852"/>
                  </a:lnTo>
                  <a:close/>
                </a:path>
                <a:path w="6398259" h="4314190">
                  <a:moveTo>
                    <a:pt x="3350691" y="3277387"/>
                  </a:moveTo>
                  <a:lnTo>
                    <a:pt x="3256445" y="3277387"/>
                  </a:lnTo>
                  <a:lnTo>
                    <a:pt x="3256445" y="4313999"/>
                  </a:lnTo>
                  <a:lnTo>
                    <a:pt x="3350691" y="4313999"/>
                  </a:lnTo>
                  <a:lnTo>
                    <a:pt x="3350691" y="3277387"/>
                  </a:lnTo>
                  <a:close/>
                </a:path>
                <a:path w="6398259" h="4314190">
                  <a:moveTo>
                    <a:pt x="3549637" y="3141268"/>
                  </a:moveTo>
                  <a:lnTo>
                    <a:pt x="3465868" y="3141268"/>
                  </a:lnTo>
                  <a:lnTo>
                    <a:pt x="3465868" y="4313999"/>
                  </a:lnTo>
                  <a:lnTo>
                    <a:pt x="3549637" y="4313999"/>
                  </a:lnTo>
                  <a:lnTo>
                    <a:pt x="3549637" y="3141268"/>
                  </a:lnTo>
                  <a:close/>
                </a:path>
                <a:path w="6398259" h="4314190">
                  <a:moveTo>
                    <a:pt x="3759047" y="3057499"/>
                  </a:moveTo>
                  <a:lnTo>
                    <a:pt x="3664813" y="3057499"/>
                  </a:lnTo>
                  <a:lnTo>
                    <a:pt x="3664813" y="4313999"/>
                  </a:lnTo>
                  <a:lnTo>
                    <a:pt x="3759047" y="4313999"/>
                  </a:lnTo>
                  <a:lnTo>
                    <a:pt x="3759047" y="3057499"/>
                  </a:lnTo>
                  <a:close/>
                </a:path>
                <a:path w="6398259" h="4314190">
                  <a:moveTo>
                    <a:pt x="3958005" y="2984195"/>
                  </a:moveTo>
                  <a:lnTo>
                    <a:pt x="3874236" y="2984195"/>
                  </a:lnTo>
                  <a:lnTo>
                    <a:pt x="3874236" y="4313999"/>
                  </a:lnTo>
                  <a:lnTo>
                    <a:pt x="3958005" y="4313999"/>
                  </a:lnTo>
                  <a:lnTo>
                    <a:pt x="3958005" y="2984195"/>
                  </a:lnTo>
                  <a:close/>
                </a:path>
                <a:path w="6398259" h="4314190">
                  <a:moveTo>
                    <a:pt x="4156951" y="2869019"/>
                  </a:moveTo>
                  <a:lnTo>
                    <a:pt x="4073182" y="2869019"/>
                  </a:lnTo>
                  <a:lnTo>
                    <a:pt x="4073182" y="4313999"/>
                  </a:lnTo>
                  <a:lnTo>
                    <a:pt x="4156951" y="4313999"/>
                  </a:lnTo>
                  <a:lnTo>
                    <a:pt x="4156951" y="2869019"/>
                  </a:lnTo>
                  <a:close/>
                </a:path>
                <a:path w="6398259" h="4314190">
                  <a:moveTo>
                    <a:pt x="4366361" y="2743365"/>
                  </a:moveTo>
                  <a:lnTo>
                    <a:pt x="4272127" y="2743365"/>
                  </a:lnTo>
                  <a:lnTo>
                    <a:pt x="4272127" y="4313999"/>
                  </a:lnTo>
                  <a:lnTo>
                    <a:pt x="4366361" y="4313999"/>
                  </a:lnTo>
                  <a:lnTo>
                    <a:pt x="4366361" y="2743365"/>
                  </a:lnTo>
                  <a:close/>
                </a:path>
                <a:path w="6398259" h="4314190">
                  <a:moveTo>
                    <a:pt x="4565307" y="2314067"/>
                  </a:moveTo>
                  <a:lnTo>
                    <a:pt x="4481550" y="2314067"/>
                  </a:lnTo>
                  <a:lnTo>
                    <a:pt x="4481550" y="4313999"/>
                  </a:lnTo>
                  <a:lnTo>
                    <a:pt x="4565307" y="4313999"/>
                  </a:lnTo>
                  <a:lnTo>
                    <a:pt x="4565307" y="2314067"/>
                  </a:lnTo>
                  <a:close/>
                </a:path>
                <a:path w="6398259" h="4314190">
                  <a:moveTo>
                    <a:pt x="4774730" y="2136063"/>
                  </a:moveTo>
                  <a:lnTo>
                    <a:pt x="4680496" y="2136063"/>
                  </a:lnTo>
                  <a:lnTo>
                    <a:pt x="4680496" y="4313999"/>
                  </a:lnTo>
                  <a:lnTo>
                    <a:pt x="4774730" y="4313999"/>
                  </a:lnTo>
                  <a:lnTo>
                    <a:pt x="4774730" y="2136063"/>
                  </a:lnTo>
                  <a:close/>
                </a:path>
                <a:path w="6398259" h="4314190">
                  <a:moveTo>
                    <a:pt x="4973675" y="1664868"/>
                  </a:moveTo>
                  <a:lnTo>
                    <a:pt x="4889906" y="1664868"/>
                  </a:lnTo>
                  <a:lnTo>
                    <a:pt x="4889906" y="4313999"/>
                  </a:lnTo>
                  <a:lnTo>
                    <a:pt x="4973675" y="4313999"/>
                  </a:lnTo>
                  <a:lnTo>
                    <a:pt x="4973675" y="1664868"/>
                  </a:lnTo>
                  <a:close/>
                </a:path>
                <a:path w="6398259" h="4314190">
                  <a:moveTo>
                    <a:pt x="5183098" y="1476387"/>
                  </a:moveTo>
                  <a:lnTo>
                    <a:pt x="5088852" y="1476387"/>
                  </a:lnTo>
                  <a:lnTo>
                    <a:pt x="5088852" y="4313999"/>
                  </a:lnTo>
                  <a:lnTo>
                    <a:pt x="5183098" y="4313999"/>
                  </a:lnTo>
                  <a:lnTo>
                    <a:pt x="5183098" y="1476387"/>
                  </a:lnTo>
                  <a:close/>
                </a:path>
                <a:path w="6398259" h="4314190">
                  <a:moveTo>
                    <a:pt x="5382044" y="1162265"/>
                  </a:moveTo>
                  <a:lnTo>
                    <a:pt x="5298275" y="1162265"/>
                  </a:lnTo>
                  <a:lnTo>
                    <a:pt x="5298275" y="4313999"/>
                  </a:lnTo>
                  <a:lnTo>
                    <a:pt x="5382044" y="4313999"/>
                  </a:lnTo>
                  <a:lnTo>
                    <a:pt x="5382044" y="1162265"/>
                  </a:lnTo>
                  <a:close/>
                </a:path>
                <a:path w="6398259" h="4314190">
                  <a:moveTo>
                    <a:pt x="5591454" y="1151801"/>
                  </a:moveTo>
                  <a:lnTo>
                    <a:pt x="5497220" y="1151801"/>
                  </a:lnTo>
                  <a:lnTo>
                    <a:pt x="5497220" y="4313999"/>
                  </a:lnTo>
                  <a:lnTo>
                    <a:pt x="5591454" y="4313999"/>
                  </a:lnTo>
                  <a:lnTo>
                    <a:pt x="5591454" y="1151801"/>
                  </a:lnTo>
                  <a:close/>
                </a:path>
                <a:path w="6398259" h="4314190">
                  <a:moveTo>
                    <a:pt x="5790400" y="1036612"/>
                  </a:moveTo>
                  <a:lnTo>
                    <a:pt x="5706643" y="1036612"/>
                  </a:lnTo>
                  <a:lnTo>
                    <a:pt x="5706643" y="4313999"/>
                  </a:lnTo>
                  <a:lnTo>
                    <a:pt x="5790400" y="4313999"/>
                  </a:lnTo>
                  <a:lnTo>
                    <a:pt x="5790400" y="1036612"/>
                  </a:lnTo>
                  <a:close/>
                </a:path>
                <a:path w="6398259" h="4314190">
                  <a:moveTo>
                    <a:pt x="5989358" y="460717"/>
                  </a:moveTo>
                  <a:lnTo>
                    <a:pt x="5905589" y="460717"/>
                  </a:lnTo>
                  <a:lnTo>
                    <a:pt x="5905589" y="4313999"/>
                  </a:lnTo>
                  <a:lnTo>
                    <a:pt x="5989358" y="4313999"/>
                  </a:lnTo>
                  <a:lnTo>
                    <a:pt x="5989358" y="460717"/>
                  </a:lnTo>
                  <a:close/>
                </a:path>
                <a:path w="6398259" h="4314190">
                  <a:moveTo>
                    <a:pt x="6198768" y="397891"/>
                  </a:moveTo>
                  <a:lnTo>
                    <a:pt x="6104534" y="397891"/>
                  </a:lnTo>
                  <a:lnTo>
                    <a:pt x="6104534" y="4313999"/>
                  </a:lnTo>
                  <a:lnTo>
                    <a:pt x="6198768" y="4313999"/>
                  </a:lnTo>
                  <a:lnTo>
                    <a:pt x="6198768" y="397891"/>
                  </a:lnTo>
                  <a:close/>
                </a:path>
                <a:path w="6398259" h="4314190">
                  <a:moveTo>
                    <a:pt x="6397714" y="0"/>
                  </a:moveTo>
                  <a:lnTo>
                    <a:pt x="6313944" y="0"/>
                  </a:lnTo>
                  <a:lnTo>
                    <a:pt x="6313944" y="4313999"/>
                  </a:lnTo>
                  <a:lnTo>
                    <a:pt x="6397714" y="4313999"/>
                  </a:lnTo>
                  <a:lnTo>
                    <a:pt x="6397714" y="0"/>
                  </a:lnTo>
                  <a:close/>
                </a:path>
              </a:pathLst>
            </a:custGeom>
            <a:solidFill>
              <a:srgbClr val="2A90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2282653" y="3052262"/>
            <a:ext cx="6513195" cy="0"/>
          </a:xfrm>
          <a:custGeom>
            <a:avLst/>
            <a:gdLst/>
            <a:ahLst/>
            <a:cxnLst/>
            <a:rect l="l" t="t" r="r" b="b"/>
            <a:pathLst>
              <a:path w="6513195" h="0">
                <a:moveTo>
                  <a:pt x="0" y="0"/>
                </a:moveTo>
                <a:lnTo>
                  <a:pt x="6512890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11727391" y="3141265"/>
            <a:ext cx="6230620" cy="4764405"/>
            <a:chOff x="11727391" y="3141265"/>
            <a:chExt cx="6230620" cy="4764405"/>
          </a:xfrm>
        </p:grpSpPr>
        <p:sp>
          <p:nvSpPr>
            <p:cNvPr id="10" name="object 10"/>
            <p:cNvSpPr/>
            <p:nvPr/>
          </p:nvSpPr>
          <p:spPr>
            <a:xfrm>
              <a:off x="11727391" y="4015584"/>
              <a:ext cx="6230620" cy="2911475"/>
            </a:xfrm>
            <a:custGeom>
              <a:avLst/>
              <a:gdLst/>
              <a:ahLst/>
              <a:cxnLst/>
              <a:rect l="l" t="t" r="r" b="b"/>
              <a:pathLst>
                <a:path w="6230619" h="2911475">
                  <a:moveTo>
                    <a:pt x="0" y="2910906"/>
                  </a:moveTo>
                  <a:lnTo>
                    <a:pt x="3340212" y="2910906"/>
                  </a:lnTo>
                </a:path>
                <a:path w="6230619" h="2911475">
                  <a:moveTo>
                    <a:pt x="3476333" y="2910906"/>
                  </a:moveTo>
                  <a:lnTo>
                    <a:pt x="3528688" y="2910906"/>
                  </a:lnTo>
                </a:path>
                <a:path w="6230619" h="2911475">
                  <a:moveTo>
                    <a:pt x="3664809" y="2910906"/>
                  </a:moveTo>
                  <a:lnTo>
                    <a:pt x="3727635" y="2910906"/>
                  </a:lnTo>
                </a:path>
                <a:path w="6230619" h="2911475">
                  <a:moveTo>
                    <a:pt x="3863756" y="2910906"/>
                  </a:moveTo>
                  <a:lnTo>
                    <a:pt x="3916111" y="2910906"/>
                  </a:lnTo>
                </a:path>
                <a:path w="6230619" h="2911475">
                  <a:moveTo>
                    <a:pt x="4062703" y="2910906"/>
                  </a:moveTo>
                  <a:lnTo>
                    <a:pt x="4115057" y="2910906"/>
                  </a:lnTo>
                </a:path>
                <a:path w="6230619" h="2911475">
                  <a:moveTo>
                    <a:pt x="4251179" y="2910906"/>
                  </a:moveTo>
                  <a:lnTo>
                    <a:pt x="4303533" y="2910906"/>
                  </a:lnTo>
                </a:path>
                <a:path w="6230619" h="2911475">
                  <a:moveTo>
                    <a:pt x="4450126" y="2910906"/>
                  </a:moveTo>
                  <a:lnTo>
                    <a:pt x="4502480" y="2910906"/>
                  </a:lnTo>
                </a:path>
                <a:path w="6230619" h="2911475">
                  <a:moveTo>
                    <a:pt x="4638602" y="2910906"/>
                  </a:moveTo>
                  <a:lnTo>
                    <a:pt x="4701427" y="2910906"/>
                  </a:lnTo>
                </a:path>
                <a:path w="6230619" h="2911475">
                  <a:moveTo>
                    <a:pt x="4837548" y="2910906"/>
                  </a:moveTo>
                  <a:lnTo>
                    <a:pt x="4889903" y="2910906"/>
                  </a:lnTo>
                </a:path>
                <a:path w="6230619" h="2911475">
                  <a:moveTo>
                    <a:pt x="5026024" y="2910906"/>
                  </a:moveTo>
                  <a:lnTo>
                    <a:pt x="5088850" y="2910906"/>
                  </a:lnTo>
                </a:path>
                <a:path w="6230619" h="2911475">
                  <a:moveTo>
                    <a:pt x="5224971" y="2910906"/>
                  </a:moveTo>
                  <a:lnTo>
                    <a:pt x="5277326" y="2910906"/>
                  </a:lnTo>
                </a:path>
                <a:path w="6230619" h="2911475">
                  <a:moveTo>
                    <a:pt x="5423918" y="2910906"/>
                  </a:moveTo>
                  <a:lnTo>
                    <a:pt x="5476272" y="2910906"/>
                  </a:lnTo>
                </a:path>
                <a:path w="6230619" h="2911475">
                  <a:moveTo>
                    <a:pt x="5612394" y="2910906"/>
                  </a:moveTo>
                  <a:lnTo>
                    <a:pt x="5675219" y="2910906"/>
                  </a:lnTo>
                </a:path>
                <a:path w="6230619" h="2911475">
                  <a:moveTo>
                    <a:pt x="5811341" y="2910906"/>
                  </a:moveTo>
                  <a:lnTo>
                    <a:pt x="5863695" y="2910906"/>
                  </a:lnTo>
                </a:path>
                <a:path w="6230619" h="2911475">
                  <a:moveTo>
                    <a:pt x="5999817" y="2910906"/>
                  </a:moveTo>
                  <a:lnTo>
                    <a:pt x="6062642" y="2910906"/>
                  </a:lnTo>
                </a:path>
                <a:path w="6230619" h="2911475">
                  <a:moveTo>
                    <a:pt x="6198764" y="2910906"/>
                  </a:moveTo>
                  <a:lnTo>
                    <a:pt x="6230176" y="2910906"/>
                  </a:lnTo>
                </a:path>
                <a:path w="6230619" h="2911475">
                  <a:moveTo>
                    <a:pt x="0" y="1937113"/>
                  </a:moveTo>
                  <a:lnTo>
                    <a:pt x="4502480" y="1937113"/>
                  </a:lnTo>
                </a:path>
                <a:path w="6230619" h="2911475">
                  <a:moveTo>
                    <a:pt x="4837548" y="1937113"/>
                  </a:moveTo>
                  <a:lnTo>
                    <a:pt x="4889903" y="1937113"/>
                  </a:lnTo>
                </a:path>
                <a:path w="6230619" h="2911475">
                  <a:moveTo>
                    <a:pt x="5026024" y="1937113"/>
                  </a:moveTo>
                  <a:lnTo>
                    <a:pt x="5088850" y="1937113"/>
                  </a:lnTo>
                </a:path>
                <a:path w="6230619" h="2911475">
                  <a:moveTo>
                    <a:pt x="5224971" y="1937113"/>
                  </a:moveTo>
                  <a:lnTo>
                    <a:pt x="5277326" y="1937113"/>
                  </a:lnTo>
                </a:path>
                <a:path w="6230619" h="2911475">
                  <a:moveTo>
                    <a:pt x="5423918" y="1937113"/>
                  </a:moveTo>
                  <a:lnTo>
                    <a:pt x="5476272" y="1937113"/>
                  </a:lnTo>
                </a:path>
                <a:path w="6230619" h="2911475">
                  <a:moveTo>
                    <a:pt x="5612394" y="1937113"/>
                  </a:moveTo>
                  <a:lnTo>
                    <a:pt x="5675219" y="1937113"/>
                  </a:lnTo>
                </a:path>
                <a:path w="6230619" h="2911475">
                  <a:moveTo>
                    <a:pt x="5811341" y="1937113"/>
                  </a:moveTo>
                  <a:lnTo>
                    <a:pt x="5863695" y="1937113"/>
                  </a:lnTo>
                </a:path>
                <a:path w="6230619" h="2911475">
                  <a:moveTo>
                    <a:pt x="5999817" y="1937113"/>
                  </a:moveTo>
                  <a:lnTo>
                    <a:pt x="6062642" y="1937113"/>
                  </a:lnTo>
                </a:path>
                <a:path w="6230619" h="2911475">
                  <a:moveTo>
                    <a:pt x="4638602" y="1937113"/>
                  </a:moveTo>
                  <a:lnTo>
                    <a:pt x="4701427" y="1937113"/>
                  </a:lnTo>
                </a:path>
                <a:path w="6230619" h="2911475">
                  <a:moveTo>
                    <a:pt x="6198764" y="1937113"/>
                  </a:moveTo>
                  <a:lnTo>
                    <a:pt x="6230176" y="1937113"/>
                  </a:lnTo>
                </a:path>
                <a:path w="6230619" h="2911475">
                  <a:moveTo>
                    <a:pt x="0" y="973792"/>
                  </a:moveTo>
                  <a:lnTo>
                    <a:pt x="5277326" y="973792"/>
                  </a:lnTo>
                </a:path>
                <a:path w="6230619" h="2911475">
                  <a:moveTo>
                    <a:pt x="5423918" y="973792"/>
                  </a:moveTo>
                  <a:lnTo>
                    <a:pt x="5476272" y="973792"/>
                  </a:lnTo>
                </a:path>
                <a:path w="6230619" h="2911475">
                  <a:moveTo>
                    <a:pt x="5612394" y="973792"/>
                  </a:moveTo>
                  <a:lnTo>
                    <a:pt x="5675219" y="973792"/>
                  </a:lnTo>
                </a:path>
                <a:path w="6230619" h="2911475">
                  <a:moveTo>
                    <a:pt x="5811341" y="973792"/>
                  </a:moveTo>
                  <a:lnTo>
                    <a:pt x="5863695" y="973792"/>
                  </a:lnTo>
                </a:path>
                <a:path w="6230619" h="2911475">
                  <a:moveTo>
                    <a:pt x="5999817" y="973792"/>
                  </a:moveTo>
                  <a:lnTo>
                    <a:pt x="6062642" y="973792"/>
                  </a:lnTo>
                </a:path>
                <a:path w="6230619" h="2911475">
                  <a:moveTo>
                    <a:pt x="6198764" y="973792"/>
                  </a:moveTo>
                  <a:lnTo>
                    <a:pt x="6230176" y="973792"/>
                  </a:lnTo>
                </a:path>
                <a:path w="6230619" h="2911475">
                  <a:moveTo>
                    <a:pt x="5999817" y="0"/>
                  </a:moveTo>
                  <a:lnTo>
                    <a:pt x="6062642" y="0"/>
                  </a:lnTo>
                </a:path>
                <a:path w="6230619" h="2911475">
                  <a:moveTo>
                    <a:pt x="0" y="0"/>
                  </a:moveTo>
                  <a:lnTo>
                    <a:pt x="5675219" y="0"/>
                  </a:lnTo>
                </a:path>
                <a:path w="6230619" h="2911475">
                  <a:moveTo>
                    <a:pt x="5811341" y="0"/>
                  </a:moveTo>
                  <a:lnTo>
                    <a:pt x="5863695" y="0"/>
                  </a:lnTo>
                </a:path>
                <a:path w="6230619" h="2911475">
                  <a:moveTo>
                    <a:pt x="6198764" y="0"/>
                  </a:moveTo>
                  <a:lnTo>
                    <a:pt x="6230176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1732627" y="7900282"/>
              <a:ext cx="6219825" cy="0"/>
            </a:xfrm>
            <a:custGeom>
              <a:avLst/>
              <a:gdLst/>
              <a:ahLst/>
              <a:cxnLst/>
              <a:rect l="l" t="t" r="r" b="b"/>
              <a:pathLst>
                <a:path w="6219825" h="0">
                  <a:moveTo>
                    <a:pt x="0" y="0"/>
                  </a:moveTo>
                  <a:lnTo>
                    <a:pt x="6219705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1947271" y="3141274"/>
              <a:ext cx="5979160" cy="4754245"/>
            </a:xfrm>
            <a:custGeom>
              <a:avLst/>
              <a:gdLst/>
              <a:ahLst/>
              <a:cxnLst/>
              <a:rect l="l" t="t" r="r" b="b"/>
              <a:pathLst>
                <a:path w="5979159" h="4754245">
                  <a:moveTo>
                    <a:pt x="146596" y="4743310"/>
                  </a:moveTo>
                  <a:lnTo>
                    <a:pt x="0" y="4743310"/>
                  </a:lnTo>
                  <a:lnTo>
                    <a:pt x="0" y="4753775"/>
                  </a:lnTo>
                  <a:lnTo>
                    <a:pt x="146596" y="4753775"/>
                  </a:lnTo>
                  <a:lnTo>
                    <a:pt x="146596" y="4743310"/>
                  </a:lnTo>
                  <a:close/>
                </a:path>
                <a:path w="5979159" h="4754245">
                  <a:moveTo>
                    <a:pt x="335076" y="4743310"/>
                  </a:moveTo>
                  <a:lnTo>
                    <a:pt x="198945" y="4743310"/>
                  </a:lnTo>
                  <a:lnTo>
                    <a:pt x="198945" y="4753775"/>
                  </a:lnTo>
                  <a:lnTo>
                    <a:pt x="335076" y="4753775"/>
                  </a:lnTo>
                  <a:lnTo>
                    <a:pt x="335076" y="4743310"/>
                  </a:lnTo>
                  <a:close/>
                </a:path>
                <a:path w="5979159" h="4754245">
                  <a:moveTo>
                    <a:pt x="534022" y="4701425"/>
                  </a:moveTo>
                  <a:lnTo>
                    <a:pt x="387426" y="4701425"/>
                  </a:lnTo>
                  <a:lnTo>
                    <a:pt x="387426" y="4753775"/>
                  </a:lnTo>
                  <a:lnTo>
                    <a:pt x="534022" y="4753775"/>
                  </a:lnTo>
                  <a:lnTo>
                    <a:pt x="534022" y="4701425"/>
                  </a:lnTo>
                  <a:close/>
                </a:path>
                <a:path w="5979159" h="4754245">
                  <a:moveTo>
                    <a:pt x="722490" y="4638599"/>
                  </a:moveTo>
                  <a:lnTo>
                    <a:pt x="586371" y="4638599"/>
                  </a:lnTo>
                  <a:lnTo>
                    <a:pt x="586371" y="4753775"/>
                  </a:lnTo>
                  <a:lnTo>
                    <a:pt x="722490" y="4753775"/>
                  </a:lnTo>
                  <a:lnTo>
                    <a:pt x="722490" y="4638599"/>
                  </a:lnTo>
                  <a:close/>
                </a:path>
                <a:path w="5979159" h="4754245">
                  <a:moveTo>
                    <a:pt x="921435" y="4575772"/>
                  </a:moveTo>
                  <a:lnTo>
                    <a:pt x="785317" y="4575772"/>
                  </a:lnTo>
                  <a:lnTo>
                    <a:pt x="785317" y="4753775"/>
                  </a:lnTo>
                  <a:lnTo>
                    <a:pt x="921435" y="4753775"/>
                  </a:lnTo>
                  <a:lnTo>
                    <a:pt x="921435" y="4575772"/>
                  </a:lnTo>
                  <a:close/>
                </a:path>
                <a:path w="5979159" h="4754245">
                  <a:moveTo>
                    <a:pt x="1109916" y="4523422"/>
                  </a:moveTo>
                  <a:lnTo>
                    <a:pt x="973797" y="4523422"/>
                  </a:lnTo>
                  <a:lnTo>
                    <a:pt x="973797" y="4753775"/>
                  </a:lnTo>
                  <a:lnTo>
                    <a:pt x="1109916" y="4753775"/>
                  </a:lnTo>
                  <a:lnTo>
                    <a:pt x="1109916" y="4523422"/>
                  </a:lnTo>
                  <a:close/>
                </a:path>
                <a:path w="5979159" h="4754245">
                  <a:moveTo>
                    <a:pt x="1308862" y="4460595"/>
                  </a:moveTo>
                  <a:lnTo>
                    <a:pt x="1172743" y="4460595"/>
                  </a:lnTo>
                  <a:lnTo>
                    <a:pt x="1172743" y="4753775"/>
                  </a:lnTo>
                  <a:lnTo>
                    <a:pt x="1308862" y="4753775"/>
                  </a:lnTo>
                  <a:lnTo>
                    <a:pt x="1308862" y="4460595"/>
                  </a:lnTo>
                  <a:close/>
                </a:path>
                <a:path w="5979159" h="4754245">
                  <a:moveTo>
                    <a:pt x="1507807" y="4408233"/>
                  </a:moveTo>
                  <a:lnTo>
                    <a:pt x="1361224" y="4408233"/>
                  </a:lnTo>
                  <a:lnTo>
                    <a:pt x="1361224" y="4753775"/>
                  </a:lnTo>
                  <a:lnTo>
                    <a:pt x="1507807" y="4753775"/>
                  </a:lnTo>
                  <a:lnTo>
                    <a:pt x="1507807" y="4408233"/>
                  </a:lnTo>
                  <a:close/>
                </a:path>
                <a:path w="5979159" h="4754245">
                  <a:moveTo>
                    <a:pt x="1696288" y="4345419"/>
                  </a:moveTo>
                  <a:lnTo>
                    <a:pt x="1560169" y="4345419"/>
                  </a:lnTo>
                  <a:lnTo>
                    <a:pt x="1560169" y="4753775"/>
                  </a:lnTo>
                  <a:lnTo>
                    <a:pt x="1696288" y="4753775"/>
                  </a:lnTo>
                  <a:lnTo>
                    <a:pt x="1696288" y="4345419"/>
                  </a:lnTo>
                  <a:close/>
                </a:path>
                <a:path w="5979159" h="4754245">
                  <a:moveTo>
                    <a:pt x="1895233" y="4303534"/>
                  </a:moveTo>
                  <a:lnTo>
                    <a:pt x="1748637" y="4303534"/>
                  </a:lnTo>
                  <a:lnTo>
                    <a:pt x="1748637" y="4753775"/>
                  </a:lnTo>
                  <a:lnTo>
                    <a:pt x="1895233" y="4753775"/>
                  </a:lnTo>
                  <a:lnTo>
                    <a:pt x="1895233" y="4303534"/>
                  </a:lnTo>
                  <a:close/>
                </a:path>
                <a:path w="5979159" h="4754245">
                  <a:moveTo>
                    <a:pt x="2083714" y="4230230"/>
                  </a:moveTo>
                  <a:lnTo>
                    <a:pt x="1947583" y="4230230"/>
                  </a:lnTo>
                  <a:lnTo>
                    <a:pt x="1947583" y="4753775"/>
                  </a:lnTo>
                  <a:lnTo>
                    <a:pt x="2083714" y="4753775"/>
                  </a:lnTo>
                  <a:lnTo>
                    <a:pt x="2083714" y="4230230"/>
                  </a:lnTo>
                  <a:close/>
                </a:path>
                <a:path w="5979159" h="4754245">
                  <a:moveTo>
                    <a:pt x="2282660" y="4156938"/>
                  </a:moveTo>
                  <a:lnTo>
                    <a:pt x="2146528" y="4156938"/>
                  </a:lnTo>
                  <a:lnTo>
                    <a:pt x="2146528" y="4753775"/>
                  </a:lnTo>
                  <a:lnTo>
                    <a:pt x="2282660" y="4753775"/>
                  </a:lnTo>
                  <a:lnTo>
                    <a:pt x="2282660" y="4156938"/>
                  </a:lnTo>
                  <a:close/>
                </a:path>
                <a:path w="5979159" h="4754245">
                  <a:moveTo>
                    <a:pt x="2471128" y="4062704"/>
                  </a:moveTo>
                  <a:lnTo>
                    <a:pt x="2335009" y="4062704"/>
                  </a:lnTo>
                  <a:lnTo>
                    <a:pt x="2335009" y="4753775"/>
                  </a:lnTo>
                  <a:lnTo>
                    <a:pt x="2471128" y="4753775"/>
                  </a:lnTo>
                  <a:lnTo>
                    <a:pt x="2471128" y="4062704"/>
                  </a:lnTo>
                  <a:close/>
                </a:path>
                <a:path w="5979159" h="4754245">
                  <a:moveTo>
                    <a:pt x="2670073" y="3978935"/>
                  </a:moveTo>
                  <a:lnTo>
                    <a:pt x="2533954" y="3978935"/>
                  </a:lnTo>
                  <a:lnTo>
                    <a:pt x="2533954" y="4753775"/>
                  </a:lnTo>
                  <a:lnTo>
                    <a:pt x="2670073" y="4753775"/>
                  </a:lnTo>
                  <a:lnTo>
                    <a:pt x="2670073" y="3978935"/>
                  </a:lnTo>
                  <a:close/>
                </a:path>
                <a:path w="5979159" h="4754245">
                  <a:moveTo>
                    <a:pt x="2869031" y="3895166"/>
                  </a:moveTo>
                  <a:lnTo>
                    <a:pt x="2722435" y="3895166"/>
                  </a:lnTo>
                  <a:lnTo>
                    <a:pt x="2722435" y="4753775"/>
                  </a:lnTo>
                  <a:lnTo>
                    <a:pt x="2869031" y="4753775"/>
                  </a:lnTo>
                  <a:lnTo>
                    <a:pt x="2869031" y="3895166"/>
                  </a:lnTo>
                  <a:close/>
                </a:path>
                <a:path w="5979159" h="4754245">
                  <a:moveTo>
                    <a:pt x="3057499" y="3821874"/>
                  </a:moveTo>
                  <a:lnTo>
                    <a:pt x="2921381" y="3821874"/>
                  </a:lnTo>
                  <a:lnTo>
                    <a:pt x="2921381" y="4753775"/>
                  </a:lnTo>
                  <a:lnTo>
                    <a:pt x="3057499" y="4753775"/>
                  </a:lnTo>
                  <a:lnTo>
                    <a:pt x="3057499" y="3821874"/>
                  </a:lnTo>
                  <a:close/>
                </a:path>
                <a:path w="5979159" h="4754245">
                  <a:moveTo>
                    <a:pt x="3256445" y="3727627"/>
                  </a:moveTo>
                  <a:lnTo>
                    <a:pt x="3120326" y="3727627"/>
                  </a:lnTo>
                  <a:lnTo>
                    <a:pt x="3120326" y="4753775"/>
                  </a:lnTo>
                  <a:lnTo>
                    <a:pt x="3256445" y="4753775"/>
                  </a:lnTo>
                  <a:lnTo>
                    <a:pt x="3256445" y="3727627"/>
                  </a:lnTo>
                  <a:close/>
                </a:path>
                <a:path w="5979159" h="4754245">
                  <a:moveTo>
                    <a:pt x="3444925" y="3518217"/>
                  </a:moveTo>
                  <a:lnTo>
                    <a:pt x="3308807" y="3518217"/>
                  </a:lnTo>
                  <a:lnTo>
                    <a:pt x="3308807" y="4753775"/>
                  </a:lnTo>
                  <a:lnTo>
                    <a:pt x="3444925" y="4753775"/>
                  </a:lnTo>
                  <a:lnTo>
                    <a:pt x="3444925" y="3518217"/>
                  </a:lnTo>
                  <a:close/>
                </a:path>
                <a:path w="5979159" h="4754245">
                  <a:moveTo>
                    <a:pt x="3643871" y="3350679"/>
                  </a:moveTo>
                  <a:lnTo>
                    <a:pt x="3507752" y="3350679"/>
                  </a:lnTo>
                  <a:lnTo>
                    <a:pt x="3507752" y="4753775"/>
                  </a:lnTo>
                  <a:lnTo>
                    <a:pt x="3643871" y="4753775"/>
                  </a:lnTo>
                  <a:lnTo>
                    <a:pt x="3643871" y="3350679"/>
                  </a:lnTo>
                  <a:close/>
                </a:path>
                <a:path w="5979159" h="4754245">
                  <a:moveTo>
                    <a:pt x="3842816" y="3256445"/>
                  </a:moveTo>
                  <a:lnTo>
                    <a:pt x="3696220" y="3256445"/>
                  </a:lnTo>
                  <a:lnTo>
                    <a:pt x="3696220" y="4753775"/>
                  </a:lnTo>
                  <a:lnTo>
                    <a:pt x="3842816" y="4753775"/>
                  </a:lnTo>
                  <a:lnTo>
                    <a:pt x="3842816" y="3256445"/>
                  </a:lnTo>
                  <a:close/>
                </a:path>
                <a:path w="5979159" h="4754245">
                  <a:moveTo>
                    <a:pt x="4031297" y="3193618"/>
                  </a:moveTo>
                  <a:lnTo>
                    <a:pt x="3895179" y="3193618"/>
                  </a:lnTo>
                  <a:lnTo>
                    <a:pt x="3895179" y="4753775"/>
                  </a:lnTo>
                  <a:lnTo>
                    <a:pt x="4031297" y="4753775"/>
                  </a:lnTo>
                  <a:lnTo>
                    <a:pt x="4031297" y="3193618"/>
                  </a:lnTo>
                  <a:close/>
                </a:path>
                <a:path w="5979159" h="4754245">
                  <a:moveTo>
                    <a:pt x="4230243" y="2879496"/>
                  </a:moveTo>
                  <a:lnTo>
                    <a:pt x="4083647" y="2879496"/>
                  </a:lnTo>
                  <a:lnTo>
                    <a:pt x="4083647" y="4753775"/>
                  </a:lnTo>
                  <a:lnTo>
                    <a:pt x="4230243" y="4753775"/>
                  </a:lnTo>
                  <a:lnTo>
                    <a:pt x="4230243" y="2879496"/>
                  </a:lnTo>
                  <a:close/>
                </a:path>
                <a:path w="5979159" h="4754245">
                  <a:moveTo>
                    <a:pt x="4418711" y="2701480"/>
                  </a:moveTo>
                  <a:lnTo>
                    <a:pt x="4282592" y="2701480"/>
                  </a:lnTo>
                  <a:lnTo>
                    <a:pt x="4282592" y="4753775"/>
                  </a:lnTo>
                  <a:lnTo>
                    <a:pt x="4418711" y="4753775"/>
                  </a:lnTo>
                  <a:lnTo>
                    <a:pt x="4418711" y="2701480"/>
                  </a:lnTo>
                  <a:close/>
                </a:path>
                <a:path w="5979159" h="4754245">
                  <a:moveTo>
                    <a:pt x="4617669" y="2418765"/>
                  </a:moveTo>
                  <a:lnTo>
                    <a:pt x="4481538" y="2418765"/>
                  </a:lnTo>
                  <a:lnTo>
                    <a:pt x="4481538" y="4753775"/>
                  </a:lnTo>
                  <a:lnTo>
                    <a:pt x="4617669" y="4753775"/>
                  </a:lnTo>
                  <a:lnTo>
                    <a:pt x="4617669" y="2418765"/>
                  </a:lnTo>
                  <a:close/>
                </a:path>
                <a:path w="5979159" h="4754245">
                  <a:moveTo>
                    <a:pt x="4806137" y="2303589"/>
                  </a:moveTo>
                  <a:lnTo>
                    <a:pt x="4670018" y="2303589"/>
                  </a:lnTo>
                  <a:lnTo>
                    <a:pt x="4670018" y="4753775"/>
                  </a:lnTo>
                  <a:lnTo>
                    <a:pt x="4806137" y="4753775"/>
                  </a:lnTo>
                  <a:lnTo>
                    <a:pt x="4806137" y="2303589"/>
                  </a:lnTo>
                  <a:close/>
                </a:path>
                <a:path w="5979159" h="4754245">
                  <a:moveTo>
                    <a:pt x="5005082" y="1916163"/>
                  </a:moveTo>
                  <a:lnTo>
                    <a:pt x="4868964" y="1916163"/>
                  </a:lnTo>
                  <a:lnTo>
                    <a:pt x="4868964" y="4753775"/>
                  </a:lnTo>
                  <a:lnTo>
                    <a:pt x="5005082" y="4753775"/>
                  </a:lnTo>
                  <a:lnTo>
                    <a:pt x="5005082" y="1916163"/>
                  </a:lnTo>
                  <a:close/>
                </a:path>
                <a:path w="5979159" h="4754245">
                  <a:moveTo>
                    <a:pt x="5204028" y="1539214"/>
                  </a:moveTo>
                  <a:lnTo>
                    <a:pt x="5057445" y="1539214"/>
                  </a:lnTo>
                  <a:lnTo>
                    <a:pt x="5057445" y="4753775"/>
                  </a:lnTo>
                  <a:lnTo>
                    <a:pt x="5204028" y="4753775"/>
                  </a:lnTo>
                  <a:lnTo>
                    <a:pt x="5204028" y="1539214"/>
                  </a:lnTo>
                  <a:close/>
                </a:path>
                <a:path w="5979159" h="4754245">
                  <a:moveTo>
                    <a:pt x="5392509" y="1246035"/>
                  </a:moveTo>
                  <a:lnTo>
                    <a:pt x="5256390" y="1246035"/>
                  </a:lnTo>
                  <a:lnTo>
                    <a:pt x="5256390" y="4753775"/>
                  </a:lnTo>
                  <a:lnTo>
                    <a:pt x="5392509" y="4753775"/>
                  </a:lnTo>
                  <a:lnTo>
                    <a:pt x="5392509" y="1246035"/>
                  </a:lnTo>
                  <a:close/>
                </a:path>
                <a:path w="5979159" h="4754245">
                  <a:moveTo>
                    <a:pt x="5591454" y="837666"/>
                  </a:moveTo>
                  <a:lnTo>
                    <a:pt x="5455336" y="837666"/>
                  </a:lnTo>
                  <a:lnTo>
                    <a:pt x="5455336" y="4753775"/>
                  </a:lnTo>
                  <a:lnTo>
                    <a:pt x="5591454" y="4753775"/>
                  </a:lnTo>
                  <a:lnTo>
                    <a:pt x="5591454" y="837666"/>
                  </a:lnTo>
                  <a:close/>
                </a:path>
                <a:path w="5979159" h="4754245">
                  <a:moveTo>
                    <a:pt x="5779935" y="418833"/>
                  </a:moveTo>
                  <a:lnTo>
                    <a:pt x="5643816" y="418833"/>
                  </a:lnTo>
                  <a:lnTo>
                    <a:pt x="5643816" y="4753775"/>
                  </a:lnTo>
                  <a:lnTo>
                    <a:pt x="5779935" y="4753775"/>
                  </a:lnTo>
                  <a:lnTo>
                    <a:pt x="5779935" y="418833"/>
                  </a:lnTo>
                  <a:close/>
                </a:path>
                <a:path w="5979159" h="4754245">
                  <a:moveTo>
                    <a:pt x="5978880" y="0"/>
                  </a:moveTo>
                  <a:lnTo>
                    <a:pt x="5842762" y="0"/>
                  </a:lnTo>
                  <a:lnTo>
                    <a:pt x="5842762" y="4753775"/>
                  </a:lnTo>
                  <a:lnTo>
                    <a:pt x="5978880" y="4753775"/>
                  </a:lnTo>
                  <a:lnTo>
                    <a:pt x="5978880" y="0"/>
                  </a:lnTo>
                  <a:close/>
                </a:path>
              </a:pathLst>
            </a:custGeom>
            <a:solidFill>
              <a:srgbClr val="2A90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11727391" y="3052262"/>
            <a:ext cx="6230620" cy="0"/>
          </a:xfrm>
          <a:custGeom>
            <a:avLst/>
            <a:gdLst/>
            <a:ahLst/>
            <a:cxnLst/>
            <a:rect l="l" t="t" r="r" b="b"/>
            <a:pathLst>
              <a:path w="6230619" h="0">
                <a:moveTo>
                  <a:pt x="0" y="0"/>
                </a:moveTo>
                <a:lnTo>
                  <a:pt x="6230176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354944" y="9429241"/>
            <a:ext cx="251460" cy="251460"/>
          </a:xfrm>
          <a:custGeom>
            <a:avLst/>
            <a:gdLst/>
            <a:ahLst/>
            <a:cxnLst/>
            <a:rect l="l" t="t" r="r" b="b"/>
            <a:pathLst>
              <a:path w="251459" h="251459">
                <a:moveTo>
                  <a:pt x="0" y="0"/>
                </a:moveTo>
                <a:lnTo>
                  <a:pt x="251301" y="0"/>
                </a:lnTo>
                <a:lnTo>
                  <a:pt x="251301" y="251301"/>
                </a:lnTo>
                <a:lnTo>
                  <a:pt x="0" y="251301"/>
                </a:lnTo>
                <a:lnTo>
                  <a:pt x="0" y="0"/>
                </a:lnTo>
                <a:close/>
              </a:path>
            </a:pathLst>
          </a:custGeom>
          <a:solidFill>
            <a:srgbClr val="2A9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3787927" y="9348271"/>
            <a:ext cx="2884805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-50">
                <a:solidFill>
                  <a:srgbClr val="53585F"/>
                </a:solidFill>
                <a:latin typeface="Tahoma"/>
                <a:cs typeface="Tahoma"/>
              </a:rPr>
              <a:t>Individual</a:t>
            </a:r>
            <a:r>
              <a:rPr dirty="0" sz="2450" spc="-170">
                <a:solidFill>
                  <a:srgbClr val="53585F"/>
                </a:solidFill>
                <a:latin typeface="Tahoma"/>
                <a:cs typeface="Tahoma"/>
              </a:rPr>
              <a:t> </a:t>
            </a:r>
            <a:r>
              <a:rPr dirty="0" sz="2450" spc="-30">
                <a:solidFill>
                  <a:srgbClr val="53585F"/>
                </a:solidFill>
                <a:latin typeface="Tahoma"/>
                <a:cs typeface="Tahoma"/>
              </a:rPr>
              <a:t>email</a:t>
            </a:r>
            <a:r>
              <a:rPr dirty="0" sz="2450" spc="-170">
                <a:solidFill>
                  <a:srgbClr val="53585F"/>
                </a:solidFill>
                <a:latin typeface="Tahoma"/>
                <a:cs typeface="Tahoma"/>
              </a:rPr>
              <a:t> </a:t>
            </a:r>
            <a:r>
              <a:rPr dirty="0" sz="2450" spc="-20">
                <a:solidFill>
                  <a:srgbClr val="53585F"/>
                </a:solidFill>
                <a:latin typeface="Tahoma"/>
                <a:cs typeface="Tahoma"/>
              </a:rPr>
              <a:t>users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97719" y="8990773"/>
            <a:ext cx="251460" cy="251460"/>
          </a:xfrm>
          <a:custGeom>
            <a:avLst/>
            <a:gdLst/>
            <a:ahLst/>
            <a:cxnLst/>
            <a:rect l="l" t="t" r="r" b="b"/>
            <a:pathLst>
              <a:path w="251460" h="251459">
                <a:moveTo>
                  <a:pt x="0" y="0"/>
                </a:moveTo>
                <a:lnTo>
                  <a:pt x="251301" y="0"/>
                </a:lnTo>
                <a:lnTo>
                  <a:pt x="251301" y="251301"/>
                </a:lnTo>
                <a:lnTo>
                  <a:pt x="0" y="251301"/>
                </a:lnTo>
                <a:lnTo>
                  <a:pt x="0" y="0"/>
                </a:lnTo>
                <a:close/>
              </a:path>
            </a:pathLst>
          </a:custGeom>
          <a:solidFill>
            <a:srgbClr val="2A9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332717" y="8908494"/>
            <a:ext cx="1985645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-10">
                <a:solidFill>
                  <a:srgbClr val="53585F"/>
                </a:solidFill>
                <a:latin typeface="Tahoma"/>
                <a:cs typeface="Tahoma"/>
              </a:rPr>
              <a:t>Messages</a:t>
            </a:r>
            <a:r>
              <a:rPr dirty="0" sz="2450" spc="-155">
                <a:solidFill>
                  <a:srgbClr val="53585F"/>
                </a:solidFill>
                <a:latin typeface="Tahoma"/>
                <a:cs typeface="Tahoma"/>
              </a:rPr>
              <a:t> </a:t>
            </a:r>
            <a:r>
              <a:rPr dirty="0" sz="2450" spc="-20">
                <a:solidFill>
                  <a:srgbClr val="53585F"/>
                </a:solidFill>
                <a:latin typeface="Tahoma"/>
                <a:cs typeface="Tahoma"/>
              </a:rPr>
              <a:t>sent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97719" y="9684469"/>
            <a:ext cx="251460" cy="251460"/>
          </a:xfrm>
          <a:custGeom>
            <a:avLst/>
            <a:gdLst/>
            <a:ahLst/>
            <a:cxnLst/>
            <a:rect l="l" t="t" r="r" b="b"/>
            <a:pathLst>
              <a:path w="251460" h="251459">
                <a:moveTo>
                  <a:pt x="0" y="0"/>
                </a:moveTo>
                <a:lnTo>
                  <a:pt x="251301" y="0"/>
                </a:lnTo>
                <a:lnTo>
                  <a:pt x="251301" y="251301"/>
                </a:lnTo>
                <a:lnTo>
                  <a:pt x="0" y="251301"/>
                </a:lnTo>
                <a:lnTo>
                  <a:pt x="0" y="0"/>
                </a:lnTo>
                <a:close/>
              </a:path>
            </a:pathLst>
          </a:custGeom>
          <a:solidFill>
            <a:srgbClr val="FEB4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332717" y="9599572"/>
            <a:ext cx="3049905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-35">
                <a:solidFill>
                  <a:srgbClr val="53585F"/>
                </a:solidFill>
                <a:latin typeface="Tahoma"/>
                <a:cs typeface="Tahoma"/>
              </a:rPr>
              <a:t>Comments</a:t>
            </a:r>
            <a:r>
              <a:rPr dirty="0" sz="2450" spc="-185">
                <a:solidFill>
                  <a:srgbClr val="53585F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53585F"/>
                </a:solidFill>
                <a:latin typeface="Tahoma"/>
                <a:cs typeface="Tahoma"/>
              </a:rPr>
              <a:t>&amp;</a:t>
            </a:r>
            <a:r>
              <a:rPr dirty="0" sz="2450" spc="-180">
                <a:solidFill>
                  <a:srgbClr val="53585F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53585F"/>
                </a:solidFill>
                <a:latin typeface="Tahoma"/>
                <a:cs typeface="Tahoma"/>
              </a:rPr>
              <a:t>mentions</a:t>
            </a:r>
            <a:endParaRPr sz="2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04091" y="7020728"/>
            <a:ext cx="262255" cy="0"/>
          </a:xfrm>
          <a:custGeom>
            <a:avLst/>
            <a:gdLst/>
            <a:ahLst/>
            <a:cxnLst/>
            <a:rect l="l" t="t" r="r" b="b"/>
            <a:pathLst>
              <a:path w="262254" h="0">
                <a:moveTo>
                  <a:pt x="0" y="0"/>
                </a:moveTo>
                <a:lnTo>
                  <a:pt x="261771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806136" y="7020728"/>
            <a:ext cx="534035" cy="0"/>
          </a:xfrm>
          <a:custGeom>
            <a:avLst/>
            <a:gdLst/>
            <a:ahLst/>
            <a:cxnLst/>
            <a:rect l="l" t="t" r="r" b="b"/>
            <a:pathLst>
              <a:path w="534035" h="0">
                <a:moveTo>
                  <a:pt x="0" y="0"/>
                </a:moveTo>
                <a:lnTo>
                  <a:pt x="534015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680424" y="7020728"/>
            <a:ext cx="544830" cy="0"/>
          </a:xfrm>
          <a:custGeom>
            <a:avLst/>
            <a:gdLst/>
            <a:ahLst/>
            <a:cxnLst/>
            <a:rect l="l" t="t" r="r" b="b"/>
            <a:pathLst>
              <a:path w="544829" h="0">
                <a:moveTo>
                  <a:pt x="0" y="0"/>
                </a:moveTo>
                <a:lnTo>
                  <a:pt x="544486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565184" y="7020728"/>
            <a:ext cx="262255" cy="0"/>
          </a:xfrm>
          <a:custGeom>
            <a:avLst/>
            <a:gdLst/>
            <a:ahLst/>
            <a:cxnLst/>
            <a:rect l="l" t="t" r="r" b="b"/>
            <a:pathLst>
              <a:path w="262254" h="0">
                <a:moveTo>
                  <a:pt x="0" y="0"/>
                </a:moveTo>
                <a:lnTo>
                  <a:pt x="261772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04091" y="5847989"/>
            <a:ext cx="262255" cy="0"/>
          </a:xfrm>
          <a:custGeom>
            <a:avLst/>
            <a:gdLst/>
            <a:ahLst/>
            <a:cxnLst/>
            <a:rect l="l" t="t" r="r" b="b"/>
            <a:pathLst>
              <a:path w="262254" h="0">
                <a:moveTo>
                  <a:pt x="0" y="0"/>
                </a:moveTo>
                <a:lnTo>
                  <a:pt x="261771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06136" y="5847989"/>
            <a:ext cx="534035" cy="0"/>
          </a:xfrm>
          <a:custGeom>
            <a:avLst/>
            <a:gdLst/>
            <a:ahLst/>
            <a:cxnLst/>
            <a:rect l="l" t="t" r="r" b="b"/>
            <a:pathLst>
              <a:path w="534035" h="0">
                <a:moveTo>
                  <a:pt x="0" y="0"/>
                </a:moveTo>
                <a:lnTo>
                  <a:pt x="534015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680424" y="5847989"/>
            <a:ext cx="544830" cy="0"/>
          </a:xfrm>
          <a:custGeom>
            <a:avLst/>
            <a:gdLst/>
            <a:ahLst/>
            <a:cxnLst/>
            <a:rect l="l" t="t" r="r" b="b"/>
            <a:pathLst>
              <a:path w="544829" h="0">
                <a:moveTo>
                  <a:pt x="0" y="0"/>
                </a:moveTo>
                <a:lnTo>
                  <a:pt x="544486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565184" y="5847989"/>
            <a:ext cx="262255" cy="0"/>
          </a:xfrm>
          <a:custGeom>
            <a:avLst/>
            <a:gdLst/>
            <a:ahLst/>
            <a:cxnLst/>
            <a:rect l="l" t="t" r="r" b="b"/>
            <a:pathLst>
              <a:path w="262254" h="0">
                <a:moveTo>
                  <a:pt x="0" y="0"/>
                </a:moveTo>
                <a:lnTo>
                  <a:pt x="261772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04091" y="4675250"/>
            <a:ext cx="4020820" cy="0"/>
          </a:xfrm>
          <a:custGeom>
            <a:avLst/>
            <a:gdLst/>
            <a:ahLst/>
            <a:cxnLst/>
            <a:rect l="l" t="t" r="r" b="b"/>
            <a:pathLst>
              <a:path w="4020820" h="0">
                <a:moveTo>
                  <a:pt x="0" y="0"/>
                </a:moveTo>
                <a:lnTo>
                  <a:pt x="4020819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565184" y="4675250"/>
            <a:ext cx="262255" cy="0"/>
          </a:xfrm>
          <a:custGeom>
            <a:avLst/>
            <a:gdLst/>
            <a:ahLst/>
            <a:cxnLst/>
            <a:rect l="l" t="t" r="r" b="b"/>
            <a:pathLst>
              <a:path w="262254" h="0">
                <a:moveTo>
                  <a:pt x="0" y="0"/>
                </a:moveTo>
                <a:lnTo>
                  <a:pt x="261772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3198855" y="3497275"/>
            <a:ext cx="5633720" cy="4701540"/>
            <a:chOff x="3198855" y="3497275"/>
            <a:chExt cx="5633720" cy="4701540"/>
          </a:xfrm>
        </p:grpSpPr>
        <p:sp>
          <p:nvSpPr>
            <p:cNvPr id="13" name="object 13"/>
            <p:cNvSpPr/>
            <p:nvPr/>
          </p:nvSpPr>
          <p:spPr>
            <a:xfrm>
              <a:off x="3204091" y="3502511"/>
              <a:ext cx="5622925" cy="0"/>
            </a:xfrm>
            <a:custGeom>
              <a:avLst/>
              <a:gdLst/>
              <a:ahLst/>
              <a:cxnLst/>
              <a:rect l="l" t="t" r="r" b="b"/>
              <a:pathLst>
                <a:path w="5622925" h="0">
                  <a:moveTo>
                    <a:pt x="0" y="0"/>
                  </a:moveTo>
                  <a:lnTo>
                    <a:pt x="5622865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198855" y="8193467"/>
              <a:ext cx="5633720" cy="0"/>
            </a:xfrm>
            <a:custGeom>
              <a:avLst/>
              <a:gdLst/>
              <a:ahLst/>
              <a:cxnLst/>
              <a:rect l="l" t="t" r="r" b="b"/>
              <a:pathLst>
                <a:path w="5633720" h="0">
                  <a:moveTo>
                    <a:pt x="0" y="0"/>
                  </a:moveTo>
                  <a:lnTo>
                    <a:pt x="5633336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465855" y="3507758"/>
              <a:ext cx="5099685" cy="3905885"/>
            </a:xfrm>
            <a:custGeom>
              <a:avLst/>
              <a:gdLst/>
              <a:ahLst/>
              <a:cxnLst/>
              <a:rect l="l" t="t" r="r" b="b"/>
              <a:pathLst>
                <a:path w="5099684" h="3905884">
                  <a:moveTo>
                    <a:pt x="1340269" y="1560156"/>
                  </a:moveTo>
                  <a:lnTo>
                    <a:pt x="0" y="1560156"/>
                  </a:lnTo>
                  <a:lnTo>
                    <a:pt x="0" y="3905631"/>
                  </a:lnTo>
                  <a:lnTo>
                    <a:pt x="1340269" y="3905631"/>
                  </a:lnTo>
                  <a:lnTo>
                    <a:pt x="1340269" y="1560156"/>
                  </a:lnTo>
                  <a:close/>
                </a:path>
                <a:path w="5099684" h="3905884">
                  <a:moveTo>
                    <a:pt x="3214560" y="1560156"/>
                  </a:moveTo>
                  <a:lnTo>
                    <a:pt x="1874291" y="1560156"/>
                  </a:lnTo>
                  <a:lnTo>
                    <a:pt x="1874291" y="2732900"/>
                  </a:lnTo>
                  <a:lnTo>
                    <a:pt x="3214560" y="2732900"/>
                  </a:lnTo>
                  <a:lnTo>
                    <a:pt x="3214560" y="1560156"/>
                  </a:lnTo>
                  <a:close/>
                </a:path>
                <a:path w="5099684" h="3905884">
                  <a:moveTo>
                    <a:pt x="5099316" y="0"/>
                  </a:moveTo>
                  <a:lnTo>
                    <a:pt x="3759047" y="0"/>
                  </a:lnTo>
                  <a:lnTo>
                    <a:pt x="3759047" y="1947583"/>
                  </a:lnTo>
                  <a:lnTo>
                    <a:pt x="5099316" y="1947583"/>
                  </a:lnTo>
                  <a:lnTo>
                    <a:pt x="5099316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465855" y="5455341"/>
              <a:ext cx="5099685" cy="2733040"/>
            </a:xfrm>
            <a:custGeom>
              <a:avLst/>
              <a:gdLst/>
              <a:ahLst/>
              <a:cxnLst/>
              <a:rect l="l" t="t" r="r" b="b"/>
              <a:pathLst>
                <a:path w="5099684" h="2733040">
                  <a:moveTo>
                    <a:pt x="1340269" y="1958047"/>
                  </a:moveTo>
                  <a:lnTo>
                    <a:pt x="0" y="1958047"/>
                  </a:lnTo>
                  <a:lnTo>
                    <a:pt x="0" y="2732900"/>
                  </a:lnTo>
                  <a:lnTo>
                    <a:pt x="1340269" y="2732900"/>
                  </a:lnTo>
                  <a:lnTo>
                    <a:pt x="1340269" y="1958047"/>
                  </a:lnTo>
                  <a:close/>
                </a:path>
                <a:path w="5099684" h="2733040">
                  <a:moveTo>
                    <a:pt x="3214560" y="785317"/>
                  </a:moveTo>
                  <a:lnTo>
                    <a:pt x="1874291" y="785317"/>
                  </a:lnTo>
                  <a:lnTo>
                    <a:pt x="1874291" y="2732900"/>
                  </a:lnTo>
                  <a:lnTo>
                    <a:pt x="3214560" y="2732900"/>
                  </a:lnTo>
                  <a:lnTo>
                    <a:pt x="3214560" y="785317"/>
                  </a:lnTo>
                  <a:close/>
                </a:path>
                <a:path w="5099684" h="2733040">
                  <a:moveTo>
                    <a:pt x="5099316" y="0"/>
                  </a:moveTo>
                  <a:lnTo>
                    <a:pt x="3759047" y="0"/>
                  </a:lnTo>
                  <a:lnTo>
                    <a:pt x="3759047" y="2732900"/>
                  </a:lnTo>
                  <a:lnTo>
                    <a:pt x="5099316" y="2732900"/>
                  </a:lnTo>
                  <a:lnTo>
                    <a:pt x="5099316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2709730" y="3306570"/>
            <a:ext cx="286385" cy="5068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155">
                <a:latin typeface="Trebuchet MS"/>
                <a:cs typeface="Trebuchet MS"/>
              </a:rPr>
              <a:t>12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2300">
              <a:latin typeface="Trebuchet MS"/>
              <a:cs typeface="Trebuchet MS"/>
            </a:endParaRPr>
          </a:p>
          <a:p>
            <a:pPr marL="95885">
              <a:lnSpc>
                <a:spcPct val="100000"/>
              </a:lnSpc>
            </a:pPr>
            <a:r>
              <a:rPr dirty="0" sz="2300" spc="70">
                <a:latin typeface="Trebuchet MS"/>
                <a:cs typeface="Trebuchet MS"/>
              </a:rPr>
              <a:t>9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2300">
              <a:latin typeface="Trebuchet MS"/>
              <a:cs typeface="Trebuchet MS"/>
            </a:endParaRPr>
          </a:p>
          <a:p>
            <a:pPr marL="95885">
              <a:lnSpc>
                <a:spcPct val="100000"/>
              </a:lnSpc>
              <a:spcBef>
                <a:spcPts val="5"/>
              </a:spcBef>
            </a:pPr>
            <a:r>
              <a:rPr dirty="0" sz="2300" spc="70">
                <a:latin typeface="Trebuchet MS"/>
                <a:cs typeface="Trebuchet MS"/>
              </a:rPr>
              <a:t>6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2300">
              <a:latin typeface="Trebuchet MS"/>
              <a:cs typeface="Trebuchet MS"/>
            </a:endParaRPr>
          </a:p>
          <a:p>
            <a:pPr marL="116839">
              <a:lnSpc>
                <a:spcPct val="100000"/>
              </a:lnSpc>
            </a:pPr>
            <a:r>
              <a:rPr dirty="0" sz="2300" spc="-50">
                <a:latin typeface="Trebuchet MS"/>
                <a:cs typeface="Trebuchet MS"/>
              </a:rPr>
              <a:t>3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2300">
              <a:latin typeface="Trebuchet MS"/>
              <a:cs typeface="Trebuchet MS"/>
            </a:endParaRPr>
          </a:p>
          <a:p>
            <a:pPr marL="85725">
              <a:lnSpc>
                <a:spcPct val="100000"/>
              </a:lnSpc>
            </a:pPr>
            <a:r>
              <a:rPr dirty="0" sz="2300" spc="150">
                <a:latin typeface="Trebuchet MS"/>
                <a:cs typeface="Trebuchet MS"/>
              </a:rPr>
              <a:t>0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58925" y="8311653"/>
            <a:ext cx="3023235" cy="11982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439420">
              <a:lnSpc>
                <a:spcPct val="100000"/>
              </a:lnSpc>
              <a:spcBef>
                <a:spcPts val="105"/>
              </a:spcBef>
              <a:tabLst>
                <a:tab pos="2292985" algn="l"/>
              </a:tabLst>
            </a:pPr>
            <a:r>
              <a:rPr dirty="0" sz="2300" spc="-114">
                <a:latin typeface="Trebuchet MS"/>
                <a:cs typeface="Trebuchet MS"/>
              </a:rPr>
              <a:t>Q1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17</a:t>
            </a:r>
            <a:r>
              <a:rPr dirty="0" sz="2300">
                <a:latin typeface="Trebuchet MS"/>
                <a:cs typeface="Trebuchet MS"/>
              </a:rPr>
              <a:t>	</a:t>
            </a:r>
            <a:r>
              <a:rPr dirty="0" sz="2300" spc="95">
                <a:latin typeface="Trebuchet MS"/>
                <a:cs typeface="Trebuchet MS"/>
              </a:rPr>
              <a:t>Q2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90">
                <a:latin typeface="Trebuchet MS"/>
                <a:cs typeface="Trebuchet MS"/>
              </a:rPr>
              <a:t>17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450" spc="-90">
                <a:solidFill>
                  <a:srgbClr val="353535"/>
                </a:solidFill>
                <a:latin typeface="Lucida Sans Unicode"/>
                <a:cs typeface="Lucida Sans Unicode"/>
              </a:rPr>
              <a:t>Fully</a:t>
            </a:r>
            <a:r>
              <a:rPr dirty="0" sz="2450" spc="-13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40">
                <a:solidFill>
                  <a:srgbClr val="353535"/>
                </a:solidFill>
                <a:latin typeface="Lucida Sans Unicode"/>
                <a:cs typeface="Lucida Sans Unicode"/>
              </a:rPr>
              <a:t>ramped</a:t>
            </a:r>
            <a:r>
              <a:rPr dirty="0" sz="2450" spc="-125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0">
                <a:solidFill>
                  <a:srgbClr val="353535"/>
                </a:solidFill>
                <a:latin typeface="Lucida Sans Unicode"/>
                <a:cs typeface="Lucida Sans Unicode"/>
              </a:rPr>
              <a:t>reps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26337" y="8311653"/>
            <a:ext cx="72834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95">
                <a:latin typeface="Trebuchet MS"/>
                <a:cs typeface="Trebuchet MS"/>
              </a:rPr>
              <a:t>Q3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140">
                <a:latin typeface="Trebuchet MS"/>
                <a:cs typeface="Trebuchet MS"/>
              </a:rPr>
              <a:t>17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10535" y="9212431"/>
            <a:ext cx="251460" cy="251460"/>
          </a:xfrm>
          <a:custGeom>
            <a:avLst/>
            <a:gdLst/>
            <a:ahLst/>
            <a:cxnLst/>
            <a:rect l="l" t="t" r="r" b="b"/>
            <a:pathLst>
              <a:path w="251460" h="251459">
                <a:moveTo>
                  <a:pt x="0" y="0"/>
                </a:moveTo>
                <a:lnTo>
                  <a:pt x="251301" y="0"/>
                </a:lnTo>
                <a:lnTo>
                  <a:pt x="251301" y="251301"/>
                </a:lnTo>
                <a:lnTo>
                  <a:pt x="0" y="251301"/>
                </a:lnTo>
                <a:lnTo>
                  <a:pt x="0" y="0"/>
                </a:lnTo>
                <a:close/>
              </a:path>
            </a:pathLst>
          </a:custGeom>
          <a:solidFill>
            <a:srgbClr val="2A9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304811" y="9212431"/>
            <a:ext cx="251460" cy="251460"/>
          </a:xfrm>
          <a:custGeom>
            <a:avLst/>
            <a:gdLst/>
            <a:ahLst/>
            <a:cxnLst/>
            <a:rect l="l" t="t" r="r" b="b"/>
            <a:pathLst>
              <a:path w="251459" h="251459">
                <a:moveTo>
                  <a:pt x="0" y="0"/>
                </a:moveTo>
                <a:lnTo>
                  <a:pt x="251301" y="0"/>
                </a:lnTo>
                <a:lnTo>
                  <a:pt x="251301" y="251301"/>
                </a:lnTo>
                <a:lnTo>
                  <a:pt x="0" y="251301"/>
                </a:lnTo>
                <a:lnTo>
                  <a:pt x="0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657254" y="9107440"/>
            <a:ext cx="2480945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-55">
                <a:solidFill>
                  <a:srgbClr val="353535"/>
                </a:solidFill>
                <a:latin typeface="Lucida Sans Unicode"/>
                <a:cs typeface="Lucida Sans Unicode"/>
              </a:rPr>
              <a:t>Reps</a:t>
            </a:r>
            <a:r>
              <a:rPr dirty="0" sz="2450" spc="-14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60">
                <a:solidFill>
                  <a:srgbClr val="353535"/>
                </a:solidFill>
                <a:latin typeface="Lucida Sans Unicode"/>
                <a:cs typeface="Lucida Sans Unicode"/>
              </a:rPr>
              <a:t>ramping</a:t>
            </a:r>
            <a:r>
              <a:rPr dirty="0" sz="2450" spc="-14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5">
                <a:solidFill>
                  <a:srgbClr val="353535"/>
                </a:solidFill>
                <a:latin typeface="Lucida Sans Unicode"/>
                <a:cs typeface="Lucida Sans Unicode"/>
              </a:rPr>
              <a:t>up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72494" y="2290894"/>
            <a:ext cx="2449195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Growing</a:t>
            </a:r>
            <a:r>
              <a:rPr dirty="0" sz="2850" spc="-114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20" b="1">
                <a:solidFill>
                  <a:srgbClr val="53585F"/>
                </a:solidFill>
                <a:latin typeface="Arial"/>
                <a:cs typeface="Arial"/>
              </a:rPr>
              <a:t>team</a:t>
            </a:r>
            <a:endParaRPr sz="28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853041" y="3497275"/>
            <a:ext cx="5513070" cy="4701540"/>
            <a:chOff x="11853041" y="3497275"/>
            <a:chExt cx="5513070" cy="4701540"/>
          </a:xfrm>
        </p:grpSpPr>
        <p:sp>
          <p:nvSpPr>
            <p:cNvPr id="25" name="object 25"/>
            <p:cNvSpPr/>
            <p:nvPr/>
          </p:nvSpPr>
          <p:spPr>
            <a:xfrm>
              <a:off x="11853041" y="4675250"/>
              <a:ext cx="5507990" cy="2345690"/>
            </a:xfrm>
            <a:custGeom>
              <a:avLst/>
              <a:gdLst/>
              <a:ahLst/>
              <a:cxnLst/>
              <a:rect l="l" t="t" r="r" b="b"/>
              <a:pathLst>
                <a:path w="5507990" h="2345690">
                  <a:moveTo>
                    <a:pt x="0" y="2345478"/>
                  </a:moveTo>
                  <a:lnTo>
                    <a:pt x="146593" y="2345478"/>
                  </a:lnTo>
                </a:path>
                <a:path w="5507990" h="2345690">
                  <a:moveTo>
                    <a:pt x="879555" y="2345478"/>
                  </a:moveTo>
                  <a:lnTo>
                    <a:pt x="952851" y="2345478"/>
                  </a:lnTo>
                </a:path>
                <a:path w="5507990" h="2345690">
                  <a:moveTo>
                    <a:pt x="1696284" y="2345478"/>
                  </a:moveTo>
                  <a:lnTo>
                    <a:pt x="1989469" y="2345478"/>
                  </a:lnTo>
                </a:path>
                <a:path w="5507990" h="2345690">
                  <a:moveTo>
                    <a:pt x="2722431" y="2345478"/>
                  </a:moveTo>
                  <a:lnTo>
                    <a:pt x="2795727" y="2345478"/>
                  </a:lnTo>
                </a:path>
                <a:path w="5507990" h="2345690">
                  <a:moveTo>
                    <a:pt x="3528689" y="2345478"/>
                  </a:moveTo>
                  <a:lnTo>
                    <a:pt x="3821874" y="2345478"/>
                  </a:lnTo>
                </a:path>
                <a:path w="5507990" h="2345690">
                  <a:moveTo>
                    <a:pt x="4554836" y="2345478"/>
                  </a:moveTo>
                  <a:lnTo>
                    <a:pt x="4628132" y="2345478"/>
                  </a:lnTo>
                </a:path>
                <a:path w="5507990" h="2345690">
                  <a:moveTo>
                    <a:pt x="5361094" y="2345478"/>
                  </a:moveTo>
                  <a:lnTo>
                    <a:pt x="5507685" y="2345478"/>
                  </a:lnTo>
                </a:path>
                <a:path w="5507990" h="2345690">
                  <a:moveTo>
                    <a:pt x="2722431" y="1172739"/>
                  </a:moveTo>
                  <a:lnTo>
                    <a:pt x="2795727" y="1172739"/>
                  </a:lnTo>
                </a:path>
                <a:path w="5507990" h="2345690">
                  <a:moveTo>
                    <a:pt x="3528689" y="1172739"/>
                  </a:moveTo>
                  <a:lnTo>
                    <a:pt x="3821874" y="1172739"/>
                  </a:lnTo>
                </a:path>
                <a:path w="5507990" h="2345690">
                  <a:moveTo>
                    <a:pt x="4554836" y="1172739"/>
                  </a:moveTo>
                  <a:lnTo>
                    <a:pt x="4628132" y="1172739"/>
                  </a:lnTo>
                </a:path>
                <a:path w="5507990" h="2345690">
                  <a:moveTo>
                    <a:pt x="5361094" y="1172739"/>
                  </a:moveTo>
                  <a:lnTo>
                    <a:pt x="5507685" y="1172739"/>
                  </a:lnTo>
                </a:path>
                <a:path w="5507990" h="2345690">
                  <a:moveTo>
                    <a:pt x="0" y="1172739"/>
                  </a:moveTo>
                  <a:lnTo>
                    <a:pt x="1989469" y="1172739"/>
                  </a:lnTo>
                </a:path>
                <a:path w="5507990" h="2345690">
                  <a:moveTo>
                    <a:pt x="4554836" y="0"/>
                  </a:moveTo>
                  <a:lnTo>
                    <a:pt x="4628132" y="0"/>
                  </a:lnTo>
                </a:path>
                <a:path w="5507990" h="2345690">
                  <a:moveTo>
                    <a:pt x="5361094" y="0"/>
                  </a:moveTo>
                  <a:lnTo>
                    <a:pt x="5507685" y="0"/>
                  </a:lnTo>
                </a:path>
                <a:path w="5507990" h="2345690">
                  <a:moveTo>
                    <a:pt x="0" y="0"/>
                  </a:moveTo>
                  <a:lnTo>
                    <a:pt x="3821874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853041" y="3502511"/>
              <a:ext cx="5507990" cy="0"/>
            </a:xfrm>
            <a:custGeom>
              <a:avLst/>
              <a:gdLst/>
              <a:ahLst/>
              <a:cxnLst/>
              <a:rect l="l" t="t" r="r" b="b"/>
              <a:pathLst>
                <a:path w="5507990" h="0">
                  <a:moveTo>
                    <a:pt x="0" y="0"/>
                  </a:moveTo>
                  <a:lnTo>
                    <a:pt x="5507685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1858277" y="8193467"/>
              <a:ext cx="5507990" cy="0"/>
            </a:xfrm>
            <a:custGeom>
              <a:avLst/>
              <a:gdLst/>
              <a:ahLst/>
              <a:cxnLst/>
              <a:rect l="l" t="t" r="r" b="b"/>
              <a:pathLst>
                <a:path w="5507990" h="0">
                  <a:moveTo>
                    <a:pt x="0" y="0"/>
                  </a:moveTo>
                  <a:lnTo>
                    <a:pt x="5507685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2805893" y="3507758"/>
              <a:ext cx="4408805" cy="4680585"/>
            </a:xfrm>
            <a:custGeom>
              <a:avLst/>
              <a:gdLst/>
              <a:ahLst/>
              <a:cxnLst/>
              <a:rect l="l" t="t" r="r" b="b"/>
              <a:pathLst>
                <a:path w="4408805" h="4680584">
                  <a:moveTo>
                    <a:pt x="743432" y="2471128"/>
                  </a:moveTo>
                  <a:lnTo>
                    <a:pt x="0" y="2471128"/>
                  </a:lnTo>
                  <a:lnTo>
                    <a:pt x="0" y="4680483"/>
                  </a:lnTo>
                  <a:lnTo>
                    <a:pt x="743432" y="4680483"/>
                  </a:lnTo>
                  <a:lnTo>
                    <a:pt x="743432" y="2471128"/>
                  </a:lnTo>
                  <a:close/>
                </a:path>
                <a:path w="4408805" h="4680584">
                  <a:moveTo>
                    <a:pt x="2575826" y="1748637"/>
                  </a:moveTo>
                  <a:lnTo>
                    <a:pt x="1842871" y="1748637"/>
                  </a:lnTo>
                  <a:lnTo>
                    <a:pt x="1842871" y="4680483"/>
                  </a:lnTo>
                  <a:lnTo>
                    <a:pt x="2575826" y="4680483"/>
                  </a:lnTo>
                  <a:lnTo>
                    <a:pt x="2575826" y="1748637"/>
                  </a:lnTo>
                  <a:close/>
                </a:path>
                <a:path w="4408805" h="4680584">
                  <a:moveTo>
                    <a:pt x="4408233" y="0"/>
                  </a:moveTo>
                  <a:lnTo>
                    <a:pt x="3675278" y="0"/>
                  </a:lnTo>
                  <a:lnTo>
                    <a:pt x="3675278" y="4680483"/>
                  </a:lnTo>
                  <a:lnTo>
                    <a:pt x="4408233" y="4680483"/>
                  </a:lnTo>
                  <a:lnTo>
                    <a:pt x="4408233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1999633" y="4355889"/>
              <a:ext cx="4408805" cy="3832860"/>
            </a:xfrm>
            <a:custGeom>
              <a:avLst/>
              <a:gdLst/>
              <a:ahLst/>
              <a:cxnLst/>
              <a:rect l="l" t="t" r="r" b="b"/>
              <a:pathLst>
                <a:path w="4408805" h="3832859">
                  <a:moveTo>
                    <a:pt x="732955" y="2136063"/>
                  </a:moveTo>
                  <a:lnTo>
                    <a:pt x="0" y="2136063"/>
                  </a:lnTo>
                  <a:lnTo>
                    <a:pt x="0" y="3832352"/>
                  </a:lnTo>
                  <a:lnTo>
                    <a:pt x="732955" y="3832352"/>
                  </a:lnTo>
                  <a:lnTo>
                    <a:pt x="732955" y="2136063"/>
                  </a:lnTo>
                  <a:close/>
                </a:path>
                <a:path w="4408805" h="3832859">
                  <a:moveTo>
                    <a:pt x="2575839" y="1026147"/>
                  </a:moveTo>
                  <a:lnTo>
                    <a:pt x="1842871" y="1026147"/>
                  </a:lnTo>
                  <a:lnTo>
                    <a:pt x="1842871" y="3832352"/>
                  </a:lnTo>
                  <a:lnTo>
                    <a:pt x="2575839" y="3832352"/>
                  </a:lnTo>
                  <a:lnTo>
                    <a:pt x="2575839" y="1026147"/>
                  </a:lnTo>
                  <a:close/>
                </a:path>
                <a:path w="4408805" h="3832859">
                  <a:moveTo>
                    <a:pt x="4408233" y="0"/>
                  </a:moveTo>
                  <a:lnTo>
                    <a:pt x="3675278" y="0"/>
                  </a:lnTo>
                  <a:lnTo>
                    <a:pt x="3675278" y="3832352"/>
                  </a:lnTo>
                  <a:lnTo>
                    <a:pt x="4408233" y="3832352"/>
                  </a:lnTo>
                  <a:lnTo>
                    <a:pt x="4408233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2437182" y="8311653"/>
            <a:ext cx="67627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114">
                <a:latin typeface="Trebuchet MS"/>
                <a:cs typeface="Trebuchet MS"/>
              </a:rPr>
              <a:t>Q1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-145">
                <a:latin typeface="Trebuchet MS"/>
                <a:cs typeface="Trebuchet MS"/>
              </a:rPr>
              <a:t>17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248646" y="8311653"/>
            <a:ext cx="256095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44675" algn="l"/>
              </a:tabLst>
            </a:pPr>
            <a:r>
              <a:rPr dirty="0" sz="2300" spc="95">
                <a:latin typeface="Trebuchet MS"/>
                <a:cs typeface="Trebuchet MS"/>
              </a:rPr>
              <a:t>Q2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17</a:t>
            </a:r>
            <a:r>
              <a:rPr dirty="0" sz="2300">
                <a:latin typeface="Trebuchet MS"/>
                <a:cs typeface="Trebuchet MS"/>
              </a:rPr>
              <a:t>	</a:t>
            </a:r>
            <a:r>
              <a:rPr dirty="0" sz="2300" spc="95">
                <a:latin typeface="Trebuchet MS"/>
                <a:cs typeface="Trebuchet MS"/>
              </a:rPr>
              <a:t>Q3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145">
                <a:latin typeface="Trebuchet MS"/>
                <a:cs typeface="Trebuchet MS"/>
              </a:rPr>
              <a:t>17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269648" y="2290894"/>
            <a:ext cx="4430395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Delivering</a:t>
            </a:r>
            <a:r>
              <a:rPr dirty="0" sz="2850" spc="-7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above</a:t>
            </a:r>
            <a:r>
              <a:rPr dirty="0" sz="2850" spc="-7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20" b="1">
                <a:solidFill>
                  <a:srgbClr val="53585F"/>
                </a:solidFill>
                <a:latin typeface="Arial"/>
                <a:cs typeface="Arial"/>
              </a:rPr>
              <a:t>capacity</a:t>
            </a:r>
            <a:endParaRPr sz="285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2233386" y="9212431"/>
            <a:ext cx="251460" cy="251460"/>
          </a:xfrm>
          <a:custGeom>
            <a:avLst/>
            <a:gdLst/>
            <a:ahLst/>
            <a:cxnLst/>
            <a:rect l="l" t="t" r="r" b="b"/>
            <a:pathLst>
              <a:path w="251459" h="251459">
                <a:moveTo>
                  <a:pt x="0" y="0"/>
                </a:moveTo>
                <a:lnTo>
                  <a:pt x="251301" y="0"/>
                </a:lnTo>
                <a:lnTo>
                  <a:pt x="251301" y="251301"/>
                </a:lnTo>
                <a:lnTo>
                  <a:pt x="0" y="251301"/>
                </a:lnTo>
                <a:lnTo>
                  <a:pt x="0" y="0"/>
                </a:lnTo>
                <a:close/>
              </a:path>
            </a:pathLst>
          </a:custGeom>
          <a:solidFill>
            <a:srgbClr val="2A9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2583775" y="9107440"/>
            <a:ext cx="1715770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-65">
                <a:solidFill>
                  <a:srgbClr val="353535"/>
                </a:solidFill>
                <a:latin typeface="Lucida Sans Unicode"/>
                <a:cs typeface="Lucida Sans Unicode"/>
              </a:rPr>
              <a:t>Actual</a:t>
            </a:r>
            <a:r>
              <a:rPr dirty="0" sz="2450" spc="-145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55">
                <a:solidFill>
                  <a:srgbClr val="353535"/>
                </a:solidFill>
                <a:latin typeface="Lucida Sans Unicode"/>
                <a:cs typeface="Lucida Sans Unicode"/>
              </a:rPr>
              <a:t>sales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4569766" y="9212431"/>
            <a:ext cx="251460" cy="251460"/>
          </a:xfrm>
          <a:custGeom>
            <a:avLst/>
            <a:gdLst/>
            <a:ahLst/>
            <a:cxnLst/>
            <a:rect l="l" t="t" r="r" b="b"/>
            <a:pathLst>
              <a:path w="251459" h="251459">
                <a:moveTo>
                  <a:pt x="0" y="0"/>
                </a:moveTo>
                <a:lnTo>
                  <a:pt x="251301" y="0"/>
                </a:lnTo>
                <a:lnTo>
                  <a:pt x="251301" y="251301"/>
                </a:lnTo>
                <a:lnTo>
                  <a:pt x="0" y="251301"/>
                </a:lnTo>
                <a:lnTo>
                  <a:pt x="0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4918782" y="9107440"/>
            <a:ext cx="2028189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-45">
                <a:solidFill>
                  <a:srgbClr val="353535"/>
                </a:solidFill>
                <a:latin typeface="Lucida Sans Unicode"/>
                <a:cs typeface="Lucida Sans Unicode"/>
              </a:rPr>
              <a:t>Sales</a:t>
            </a:r>
            <a:r>
              <a:rPr dirty="0" sz="2450" spc="-114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40">
                <a:solidFill>
                  <a:srgbClr val="353535"/>
                </a:solidFill>
                <a:latin typeface="Lucida Sans Unicode"/>
                <a:cs typeface="Lucida Sans Unicode"/>
              </a:rPr>
              <a:t>capacity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74930">
              <a:lnSpc>
                <a:spcPct val="100000"/>
              </a:lnSpc>
              <a:spcBef>
                <a:spcPts val="120"/>
              </a:spcBef>
            </a:pPr>
            <a:r>
              <a:rPr dirty="0" spc="60">
                <a:solidFill>
                  <a:srgbClr val="53585F"/>
                </a:solidFill>
              </a:rPr>
              <a:t>Building</a:t>
            </a:r>
            <a:r>
              <a:rPr dirty="0" spc="-105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a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90">
                <a:solidFill>
                  <a:srgbClr val="53585F"/>
                </a:solidFill>
              </a:rPr>
              <a:t>predictable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-65">
                <a:solidFill>
                  <a:srgbClr val="53585F"/>
                </a:solidFill>
              </a:rPr>
              <a:t>sales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70">
                <a:solidFill>
                  <a:srgbClr val="53585F"/>
                </a:solidFill>
              </a:rPr>
              <a:t>organization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275">
                <a:solidFill>
                  <a:srgbClr val="53585F"/>
                </a:solidFill>
              </a:rPr>
              <a:t>(1/2)</a:t>
            </a:r>
          </a:p>
        </p:txBody>
      </p:sp>
      <p:sp>
        <p:nvSpPr>
          <p:cNvPr id="38" name="object 38"/>
          <p:cNvSpPr/>
          <p:nvPr/>
        </p:nvSpPr>
        <p:spPr>
          <a:xfrm>
            <a:off x="9528505" y="5402017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376951" y="0"/>
                </a:moveTo>
                <a:lnTo>
                  <a:pt x="376951" y="356010"/>
                </a:lnTo>
                <a:lnTo>
                  <a:pt x="0" y="356010"/>
                </a:lnTo>
                <a:lnTo>
                  <a:pt x="0" y="691078"/>
                </a:lnTo>
                <a:lnTo>
                  <a:pt x="376951" y="691078"/>
                </a:lnTo>
                <a:lnTo>
                  <a:pt x="376951" y="1047088"/>
                </a:lnTo>
                <a:lnTo>
                  <a:pt x="1047088" y="523544"/>
                </a:lnTo>
                <a:lnTo>
                  <a:pt x="376951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74930">
              <a:lnSpc>
                <a:spcPct val="100000"/>
              </a:lnSpc>
              <a:spcBef>
                <a:spcPts val="120"/>
              </a:spcBef>
            </a:pPr>
            <a:r>
              <a:rPr dirty="0" spc="60">
                <a:solidFill>
                  <a:srgbClr val="53585F"/>
                </a:solidFill>
              </a:rPr>
              <a:t>Building</a:t>
            </a:r>
            <a:r>
              <a:rPr dirty="0" spc="-105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a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90">
                <a:solidFill>
                  <a:srgbClr val="53585F"/>
                </a:solidFill>
              </a:rPr>
              <a:t>predictable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-65">
                <a:solidFill>
                  <a:srgbClr val="53585F"/>
                </a:solidFill>
              </a:rPr>
              <a:t>sales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70">
                <a:solidFill>
                  <a:srgbClr val="53585F"/>
                </a:solidFill>
              </a:rPr>
              <a:t>organization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270">
                <a:solidFill>
                  <a:srgbClr val="53585F"/>
                </a:solidFill>
              </a:rPr>
              <a:t>(2/2)</a:t>
            </a:r>
          </a:p>
        </p:txBody>
      </p:sp>
      <p:sp>
        <p:nvSpPr>
          <p:cNvPr id="3" name="object 3"/>
          <p:cNvSpPr/>
          <p:nvPr/>
        </p:nvSpPr>
        <p:spPr>
          <a:xfrm>
            <a:off x="4230237" y="5680455"/>
            <a:ext cx="4178300" cy="0"/>
          </a:xfrm>
          <a:custGeom>
            <a:avLst/>
            <a:gdLst/>
            <a:ahLst/>
            <a:cxnLst/>
            <a:rect l="l" t="t" r="r" b="b"/>
            <a:pathLst>
              <a:path w="4178300" h="0">
                <a:moveTo>
                  <a:pt x="0" y="0"/>
                </a:moveTo>
                <a:lnTo>
                  <a:pt x="4177883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4128587" y="3259053"/>
            <a:ext cx="4386580" cy="1797050"/>
            <a:chOff x="4128587" y="3259053"/>
            <a:chExt cx="4386580" cy="1797050"/>
          </a:xfrm>
        </p:grpSpPr>
        <p:sp>
          <p:nvSpPr>
            <p:cNvPr id="5" name="object 5"/>
            <p:cNvSpPr/>
            <p:nvPr/>
          </p:nvSpPr>
          <p:spPr>
            <a:xfrm>
              <a:off x="4230237" y="3272152"/>
              <a:ext cx="4178300" cy="1602105"/>
            </a:xfrm>
            <a:custGeom>
              <a:avLst/>
              <a:gdLst/>
              <a:ahLst/>
              <a:cxnLst/>
              <a:rect l="l" t="t" r="r" b="b"/>
              <a:pathLst>
                <a:path w="4178300" h="1602104">
                  <a:moveTo>
                    <a:pt x="0" y="1602045"/>
                  </a:moveTo>
                  <a:lnTo>
                    <a:pt x="4177883" y="1602045"/>
                  </a:lnTo>
                </a:path>
                <a:path w="4178300" h="1602104">
                  <a:moveTo>
                    <a:pt x="0" y="806257"/>
                  </a:moveTo>
                  <a:lnTo>
                    <a:pt x="4177883" y="806257"/>
                  </a:lnTo>
                </a:path>
                <a:path w="4178300" h="1602104">
                  <a:moveTo>
                    <a:pt x="0" y="0"/>
                  </a:moveTo>
                  <a:lnTo>
                    <a:pt x="4177883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233296" y="3363762"/>
              <a:ext cx="4177029" cy="1587500"/>
            </a:xfrm>
            <a:custGeom>
              <a:avLst/>
              <a:gdLst/>
              <a:ahLst/>
              <a:cxnLst/>
              <a:rect l="l" t="t" r="r" b="b"/>
              <a:pathLst>
                <a:path w="4177029" h="1587500">
                  <a:moveTo>
                    <a:pt x="0" y="1587099"/>
                  </a:moveTo>
                  <a:lnTo>
                    <a:pt x="835393" y="1373107"/>
                  </a:lnTo>
                  <a:lnTo>
                    <a:pt x="1670786" y="962958"/>
                  </a:lnTo>
                  <a:lnTo>
                    <a:pt x="2506181" y="962958"/>
                  </a:lnTo>
                  <a:lnTo>
                    <a:pt x="3341574" y="249655"/>
                  </a:lnTo>
                  <a:lnTo>
                    <a:pt x="4176968" y="0"/>
                  </a:lnTo>
                </a:path>
              </a:pathLst>
            </a:custGeom>
            <a:ln w="62825">
              <a:solidFill>
                <a:srgbClr val="2B90E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8587" y="4846153"/>
              <a:ext cx="209417" cy="20941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63980" y="4632161"/>
              <a:ext cx="209417" cy="20941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9374" y="4222012"/>
              <a:ext cx="209417" cy="20941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4768" y="4222012"/>
              <a:ext cx="209417" cy="20941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70162" y="3508709"/>
              <a:ext cx="209417" cy="20941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5555" y="3259053"/>
              <a:ext cx="209417" cy="209417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4235472" y="6486713"/>
            <a:ext cx="4178300" cy="0"/>
          </a:xfrm>
          <a:custGeom>
            <a:avLst/>
            <a:gdLst/>
            <a:ahLst/>
            <a:cxnLst/>
            <a:rect l="l" t="t" r="r" b="b"/>
            <a:pathLst>
              <a:path w="4178300" h="0">
                <a:moveTo>
                  <a:pt x="0" y="0"/>
                </a:moveTo>
                <a:lnTo>
                  <a:pt x="4177883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861527" y="6604899"/>
            <a:ext cx="491680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56510" algn="l"/>
                <a:tab pos="3362960" algn="l"/>
                <a:tab pos="4200525" algn="l"/>
              </a:tabLst>
            </a:pPr>
            <a:r>
              <a:rPr dirty="0" sz="2300" spc="95">
                <a:latin typeface="Trebuchet MS"/>
                <a:cs typeface="Trebuchet MS"/>
              </a:rPr>
              <a:t>Q2</a:t>
            </a:r>
            <a:r>
              <a:rPr dirty="0" sz="2300" spc="-175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16</a:t>
            </a:r>
            <a:r>
              <a:rPr dirty="0" sz="2300" spc="-65">
                <a:latin typeface="Trebuchet MS"/>
                <a:cs typeface="Trebuchet MS"/>
              </a:rPr>
              <a:t> </a:t>
            </a:r>
            <a:r>
              <a:rPr dirty="0" sz="2300" spc="95">
                <a:latin typeface="Trebuchet MS"/>
                <a:cs typeface="Trebuchet MS"/>
              </a:rPr>
              <a:t>Q3</a:t>
            </a:r>
            <a:r>
              <a:rPr dirty="0" sz="2300" spc="-170">
                <a:latin typeface="Trebuchet MS"/>
                <a:cs typeface="Trebuchet MS"/>
              </a:rPr>
              <a:t> </a:t>
            </a:r>
            <a:r>
              <a:rPr dirty="0" sz="2300">
                <a:latin typeface="Trebuchet MS"/>
                <a:cs typeface="Trebuchet MS"/>
              </a:rPr>
              <a:t>16</a:t>
            </a:r>
            <a:r>
              <a:rPr dirty="0" sz="2300" spc="30">
                <a:latin typeface="Trebuchet MS"/>
                <a:cs typeface="Trebuchet MS"/>
              </a:rPr>
              <a:t> </a:t>
            </a:r>
            <a:r>
              <a:rPr dirty="0" sz="2300" spc="165">
                <a:latin typeface="Trebuchet MS"/>
                <a:cs typeface="Trebuchet MS"/>
              </a:rPr>
              <a:t>Q4</a:t>
            </a:r>
            <a:r>
              <a:rPr dirty="0" sz="2300" spc="-170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16</a:t>
            </a:r>
            <a:r>
              <a:rPr dirty="0" sz="2300">
                <a:latin typeface="Trebuchet MS"/>
                <a:cs typeface="Trebuchet MS"/>
              </a:rPr>
              <a:t>	</a:t>
            </a:r>
            <a:r>
              <a:rPr dirty="0" sz="2300" spc="-114">
                <a:latin typeface="Trebuchet MS"/>
                <a:cs typeface="Trebuchet MS"/>
              </a:rPr>
              <a:t>Q1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17</a:t>
            </a:r>
            <a:r>
              <a:rPr dirty="0" sz="2300">
                <a:latin typeface="Trebuchet MS"/>
                <a:cs typeface="Trebuchet MS"/>
              </a:rPr>
              <a:t>	</a:t>
            </a:r>
            <a:r>
              <a:rPr dirty="0" sz="2300" spc="95">
                <a:latin typeface="Trebuchet MS"/>
                <a:cs typeface="Trebuchet MS"/>
              </a:rPr>
              <a:t>Q2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17</a:t>
            </a:r>
            <a:r>
              <a:rPr dirty="0" sz="2300">
                <a:latin typeface="Trebuchet MS"/>
                <a:cs typeface="Trebuchet MS"/>
              </a:rPr>
              <a:t>	</a:t>
            </a:r>
            <a:r>
              <a:rPr dirty="0" sz="2300" spc="95">
                <a:latin typeface="Trebuchet MS"/>
                <a:cs typeface="Trebuchet MS"/>
              </a:rPr>
              <a:t>Q3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145">
                <a:latin typeface="Trebuchet MS"/>
                <a:cs typeface="Trebuchet MS"/>
              </a:rPr>
              <a:t>17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47897" y="2290894"/>
            <a:ext cx="3612515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145" b="1">
                <a:solidFill>
                  <a:srgbClr val="53585F"/>
                </a:solidFill>
                <a:latin typeface="Arial"/>
                <a:cs typeface="Arial"/>
              </a:rPr>
              <a:t>ASP</a:t>
            </a:r>
            <a:r>
              <a:rPr dirty="0" sz="2850" spc="-7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up</a:t>
            </a:r>
            <a:r>
              <a:rPr dirty="0" sz="2850" spc="-12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53585F"/>
                </a:solidFill>
                <a:latin typeface="Arial"/>
                <a:cs typeface="Arial"/>
              </a:rPr>
              <a:t>every</a:t>
            </a:r>
            <a:r>
              <a:rPr dirty="0" sz="2850" spc="-10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53585F"/>
                </a:solidFill>
                <a:latin typeface="Arial"/>
                <a:cs typeface="Arial"/>
              </a:rPr>
              <a:t>quarter</a:t>
            </a:r>
            <a:endParaRPr sz="28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861223" y="8248828"/>
            <a:ext cx="1913889" cy="20027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2850" spc="-65" b="1">
                <a:solidFill>
                  <a:srgbClr val="53585F"/>
                </a:solidFill>
                <a:latin typeface="Arial"/>
                <a:cs typeface="Arial"/>
              </a:rPr>
              <a:t>customer</a:t>
            </a:r>
            <a:r>
              <a:rPr dirty="0" sz="2850" spc="-7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105" b="1">
                <a:solidFill>
                  <a:srgbClr val="53585F"/>
                </a:solidFill>
                <a:latin typeface="Arial"/>
                <a:cs typeface="Arial"/>
              </a:rPr>
              <a:t>3</a:t>
            </a:r>
            <a:endParaRPr sz="2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60"/>
              </a:spcBef>
            </a:pPr>
            <a:r>
              <a:rPr dirty="0" sz="1950" spc="-10">
                <a:solidFill>
                  <a:srgbClr val="737572"/>
                </a:solidFill>
                <a:latin typeface="Lucida Sans Unicode"/>
                <a:cs typeface="Lucida Sans Unicode"/>
              </a:rPr>
              <a:t>Online</a:t>
            </a:r>
            <a:r>
              <a:rPr dirty="0" sz="1950" spc="-130">
                <a:solidFill>
                  <a:srgbClr val="737572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10">
                <a:solidFill>
                  <a:srgbClr val="737572"/>
                </a:solidFill>
                <a:latin typeface="Lucida Sans Unicode"/>
                <a:cs typeface="Lucida Sans Unicode"/>
              </a:rPr>
              <a:t>Retail</a:t>
            </a:r>
            <a:endParaRPr sz="1950">
              <a:latin typeface="Lucida Sans Unicode"/>
              <a:cs typeface="Lucida Sans Unicode"/>
            </a:endParaRPr>
          </a:p>
          <a:p>
            <a:pPr algn="ctr" marL="494030" marR="487045">
              <a:lnSpc>
                <a:spcPct val="158600"/>
              </a:lnSpc>
              <a:spcBef>
                <a:spcPts val="85"/>
              </a:spcBef>
            </a:pPr>
            <a:r>
              <a:rPr dirty="0" sz="1950" spc="-200">
                <a:solidFill>
                  <a:srgbClr val="737572"/>
                </a:solidFill>
                <a:latin typeface="Lucida Sans Unicode"/>
                <a:cs typeface="Lucida Sans Unicode"/>
              </a:rPr>
              <a:t>$xx</a:t>
            </a:r>
            <a:r>
              <a:rPr dirty="0" sz="1950" spc="-145">
                <a:solidFill>
                  <a:srgbClr val="737572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35">
                <a:solidFill>
                  <a:srgbClr val="737572"/>
                </a:solidFill>
                <a:latin typeface="Lucida Sans Unicode"/>
                <a:cs typeface="Lucida Sans Unicode"/>
              </a:rPr>
              <a:t>ARR </a:t>
            </a:r>
            <a:r>
              <a:rPr dirty="0" sz="1950" spc="-254">
                <a:solidFill>
                  <a:srgbClr val="737572"/>
                </a:solidFill>
                <a:latin typeface="Lucida Sans Unicode"/>
                <a:cs typeface="Lucida Sans Unicode"/>
              </a:rPr>
              <a:t>xx</a:t>
            </a:r>
            <a:r>
              <a:rPr dirty="0" sz="1950" spc="-120">
                <a:solidFill>
                  <a:srgbClr val="737572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10">
                <a:solidFill>
                  <a:srgbClr val="737572"/>
                </a:solidFill>
                <a:latin typeface="Lucida Sans Unicode"/>
                <a:cs typeface="Lucida Sans Unicode"/>
              </a:rPr>
              <a:t>seats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94367" y="8248828"/>
            <a:ext cx="2908935" cy="20027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9525">
              <a:lnSpc>
                <a:spcPct val="100000"/>
              </a:lnSpc>
              <a:spcBef>
                <a:spcPts val="135"/>
              </a:spcBef>
            </a:pPr>
            <a:r>
              <a:rPr dirty="0" sz="2850" spc="-65" b="1">
                <a:solidFill>
                  <a:srgbClr val="53585F"/>
                </a:solidFill>
                <a:latin typeface="Arial"/>
                <a:cs typeface="Arial"/>
              </a:rPr>
              <a:t>customer</a:t>
            </a:r>
            <a:r>
              <a:rPr dirty="0" sz="2850" spc="-7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105" b="1">
                <a:solidFill>
                  <a:srgbClr val="53585F"/>
                </a:solidFill>
                <a:latin typeface="Arial"/>
                <a:cs typeface="Arial"/>
              </a:rPr>
              <a:t>2</a:t>
            </a:r>
            <a:endParaRPr sz="2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60"/>
              </a:spcBef>
            </a:pPr>
            <a:r>
              <a:rPr dirty="0" sz="1950" spc="-35">
                <a:solidFill>
                  <a:srgbClr val="737572"/>
                </a:solidFill>
                <a:latin typeface="Lucida Sans Unicode"/>
                <a:cs typeface="Lucida Sans Unicode"/>
              </a:rPr>
              <a:t>Operations</a:t>
            </a:r>
            <a:r>
              <a:rPr dirty="0" sz="1950" spc="-80">
                <a:solidFill>
                  <a:srgbClr val="737572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10">
                <a:solidFill>
                  <a:srgbClr val="737572"/>
                </a:solidFill>
                <a:latin typeface="Lucida Sans Unicode"/>
                <a:cs typeface="Lucida Sans Unicode"/>
              </a:rPr>
              <a:t>Management</a:t>
            </a:r>
            <a:endParaRPr sz="1950">
              <a:latin typeface="Lucida Sans Unicode"/>
              <a:cs typeface="Lucida Sans Unicode"/>
            </a:endParaRPr>
          </a:p>
          <a:p>
            <a:pPr algn="ctr" marL="996950" marR="979805">
              <a:lnSpc>
                <a:spcPct val="158600"/>
              </a:lnSpc>
              <a:spcBef>
                <a:spcPts val="85"/>
              </a:spcBef>
            </a:pPr>
            <a:r>
              <a:rPr dirty="0" sz="1950" spc="-200">
                <a:solidFill>
                  <a:srgbClr val="737572"/>
                </a:solidFill>
                <a:latin typeface="Lucida Sans Unicode"/>
                <a:cs typeface="Lucida Sans Unicode"/>
              </a:rPr>
              <a:t>$xx</a:t>
            </a:r>
            <a:r>
              <a:rPr dirty="0" sz="1950" spc="-145">
                <a:solidFill>
                  <a:srgbClr val="737572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40">
                <a:solidFill>
                  <a:srgbClr val="737572"/>
                </a:solidFill>
                <a:latin typeface="Lucida Sans Unicode"/>
                <a:cs typeface="Lucida Sans Unicode"/>
              </a:rPr>
              <a:t>ARR </a:t>
            </a:r>
            <a:r>
              <a:rPr dirty="0" sz="1950" spc="-254">
                <a:solidFill>
                  <a:srgbClr val="737572"/>
                </a:solidFill>
                <a:latin typeface="Lucida Sans Unicode"/>
                <a:cs typeface="Lucida Sans Unicode"/>
              </a:rPr>
              <a:t>xx</a:t>
            </a:r>
            <a:r>
              <a:rPr dirty="0" sz="1950" spc="-120">
                <a:solidFill>
                  <a:srgbClr val="737572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10">
                <a:solidFill>
                  <a:srgbClr val="737572"/>
                </a:solidFill>
                <a:latin typeface="Lucida Sans Unicode"/>
                <a:cs typeface="Lucida Sans Unicode"/>
              </a:rPr>
              <a:t>seats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38479" y="8248828"/>
            <a:ext cx="1913889" cy="20027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2850" spc="-65" b="1">
                <a:solidFill>
                  <a:srgbClr val="53585F"/>
                </a:solidFill>
                <a:latin typeface="Arial"/>
                <a:cs typeface="Arial"/>
              </a:rPr>
              <a:t>customer</a:t>
            </a:r>
            <a:r>
              <a:rPr dirty="0" sz="2850" spc="-7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105" b="1">
                <a:solidFill>
                  <a:srgbClr val="53585F"/>
                </a:solidFill>
                <a:latin typeface="Arial"/>
                <a:cs typeface="Arial"/>
              </a:rPr>
              <a:t>1</a:t>
            </a:r>
            <a:endParaRPr sz="2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60"/>
              </a:spcBef>
            </a:pPr>
            <a:r>
              <a:rPr dirty="0" sz="1950" spc="-10">
                <a:solidFill>
                  <a:srgbClr val="737572"/>
                </a:solidFill>
                <a:latin typeface="Lucida Sans Unicode"/>
                <a:cs typeface="Lucida Sans Unicode"/>
              </a:rPr>
              <a:t>Transportation</a:t>
            </a:r>
            <a:endParaRPr sz="1950">
              <a:latin typeface="Lucida Sans Unicode"/>
              <a:cs typeface="Lucida Sans Unicode"/>
            </a:endParaRPr>
          </a:p>
          <a:p>
            <a:pPr algn="ctr" marL="494030" marR="487045">
              <a:lnSpc>
                <a:spcPct val="158600"/>
              </a:lnSpc>
              <a:spcBef>
                <a:spcPts val="85"/>
              </a:spcBef>
            </a:pPr>
            <a:r>
              <a:rPr dirty="0" sz="1950" spc="-200">
                <a:solidFill>
                  <a:srgbClr val="737572"/>
                </a:solidFill>
                <a:latin typeface="Lucida Sans Unicode"/>
                <a:cs typeface="Lucida Sans Unicode"/>
              </a:rPr>
              <a:t>$xx</a:t>
            </a:r>
            <a:r>
              <a:rPr dirty="0" sz="1950" spc="-145">
                <a:solidFill>
                  <a:srgbClr val="737572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35">
                <a:solidFill>
                  <a:srgbClr val="737572"/>
                </a:solidFill>
                <a:latin typeface="Lucida Sans Unicode"/>
                <a:cs typeface="Lucida Sans Unicode"/>
              </a:rPr>
              <a:t>ARR </a:t>
            </a:r>
            <a:r>
              <a:rPr dirty="0" sz="1950" spc="-254">
                <a:solidFill>
                  <a:srgbClr val="737572"/>
                </a:solidFill>
                <a:latin typeface="Lucida Sans Unicode"/>
                <a:cs typeface="Lucida Sans Unicode"/>
              </a:rPr>
              <a:t>xx</a:t>
            </a:r>
            <a:r>
              <a:rPr dirty="0" sz="1950" spc="-120">
                <a:solidFill>
                  <a:srgbClr val="737572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10">
                <a:solidFill>
                  <a:srgbClr val="737572"/>
                </a:solidFill>
                <a:latin typeface="Lucida Sans Unicode"/>
                <a:cs typeface="Lucida Sans Unicode"/>
              </a:rPr>
              <a:t>seats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52103" y="8751944"/>
            <a:ext cx="0" cy="1050925"/>
          </a:xfrm>
          <a:custGeom>
            <a:avLst/>
            <a:gdLst/>
            <a:ahLst/>
            <a:cxnLst/>
            <a:rect l="l" t="t" r="r" b="b"/>
            <a:pathLst>
              <a:path w="0" h="1050925">
                <a:moveTo>
                  <a:pt x="0" y="1050519"/>
                </a:moveTo>
                <a:lnTo>
                  <a:pt x="0" y="0"/>
                </a:lnTo>
              </a:path>
            </a:pathLst>
          </a:custGeom>
          <a:ln w="20941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751234" y="8751944"/>
            <a:ext cx="0" cy="1050925"/>
          </a:xfrm>
          <a:custGeom>
            <a:avLst/>
            <a:gdLst/>
            <a:ahLst/>
            <a:cxnLst/>
            <a:rect l="l" t="t" r="r" b="b"/>
            <a:pathLst>
              <a:path w="0" h="1050925">
                <a:moveTo>
                  <a:pt x="0" y="1050519"/>
                </a:moveTo>
                <a:lnTo>
                  <a:pt x="0" y="0"/>
                </a:lnTo>
              </a:path>
            </a:pathLst>
          </a:custGeom>
          <a:ln w="20941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11884456" y="3266916"/>
            <a:ext cx="4507865" cy="3225165"/>
            <a:chOff x="11884456" y="3266916"/>
            <a:chExt cx="4507865" cy="3225165"/>
          </a:xfrm>
        </p:grpSpPr>
        <p:sp>
          <p:nvSpPr>
            <p:cNvPr id="22" name="object 22"/>
            <p:cNvSpPr/>
            <p:nvPr/>
          </p:nvSpPr>
          <p:spPr>
            <a:xfrm>
              <a:off x="11884456" y="4874196"/>
              <a:ext cx="4502785" cy="0"/>
            </a:xfrm>
            <a:custGeom>
              <a:avLst/>
              <a:gdLst/>
              <a:ahLst/>
              <a:cxnLst/>
              <a:rect l="l" t="t" r="r" b="b"/>
              <a:pathLst>
                <a:path w="4502784" h="0">
                  <a:moveTo>
                    <a:pt x="0" y="0"/>
                  </a:moveTo>
                  <a:lnTo>
                    <a:pt x="3863754" y="0"/>
                  </a:lnTo>
                </a:path>
                <a:path w="4502784" h="0">
                  <a:moveTo>
                    <a:pt x="4104585" y="0"/>
                  </a:moveTo>
                  <a:lnTo>
                    <a:pt x="4209293" y="0"/>
                  </a:lnTo>
                </a:path>
                <a:path w="4502784" h="0">
                  <a:moveTo>
                    <a:pt x="4460595" y="0"/>
                  </a:moveTo>
                  <a:lnTo>
                    <a:pt x="4502480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884456" y="3272151"/>
              <a:ext cx="4502785" cy="0"/>
            </a:xfrm>
            <a:custGeom>
              <a:avLst/>
              <a:gdLst/>
              <a:ahLst/>
              <a:cxnLst/>
              <a:rect l="l" t="t" r="r" b="b"/>
              <a:pathLst>
                <a:path w="4502784" h="0">
                  <a:moveTo>
                    <a:pt x="0" y="0"/>
                  </a:moveTo>
                  <a:lnTo>
                    <a:pt x="4502480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889692" y="6486713"/>
              <a:ext cx="4502785" cy="0"/>
            </a:xfrm>
            <a:custGeom>
              <a:avLst/>
              <a:gdLst/>
              <a:ahLst/>
              <a:cxnLst/>
              <a:rect l="l" t="t" r="r" b="b"/>
              <a:pathLst>
                <a:path w="4502784" h="0">
                  <a:moveTo>
                    <a:pt x="0" y="0"/>
                  </a:moveTo>
                  <a:lnTo>
                    <a:pt x="450248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2627877" y="3277393"/>
              <a:ext cx="3717290" cy="3204210"/>
            </a:xfrm>
            <a:custGeom>
              <a:avLst/>
              <a:gdLst/>
              <a:ahLst/>
              <a:cxnLst/>
              <a:rect l="l" t="t" r="r" b="b"/>
              <a:pathLst>
                <a:path w="3717290" h="3204210">
                  <a:moveTo>
                    <a:pt x="251307" y="2889961"/>
                  </a:moveTo>
                  <a:lnTo>
                    <a:pt x="0" y="2889961"/>
                  </a:lnTo>
                  <a:lnTo>
                    <a:pt x="0" y="3204095"/>
                  </a:lnTo>
                  <a:lnTo>
                    <a:pt x="251307" y="3204095"/>
                  </a:lnTo>
                  <a:lnTo>
                    <a:pt x="251307" y="2889961"/>
                  </a:lnTo>
                  <a:close/>
                </a:path>
                <a:path w="3717290" h="3204210">
                  <a:moveTo>
                    <a:pt x="1633461" y="2889961"/>
                  </a:moveTo>
                  <a:lnTo>
                    <a:pt x="1382166" y="2889961"/>
                  </a:lnTo>
                  <a:lnTo>
                    <a:pt x="1382166" y="3204095"/>
                  </a:lnTo>
                  <a:lnTo>
                    <a:pt x="1633461" y="3204095"/>
                  </a:lnTo>
                  <a:lnTo>
                    <a:pt x="1633461" y="2889961"/>
                  </a:lnTo>
                  <a:close/>
                </a:path>
                <a:path w="3717290" h="3204210">
                  <a:moveTo>
                    <a:pt x="1979002" y="2565362"/>
                  </a:moveTo>
                  <a:lnTo>
                    <a:pt x="1738172" y="2565362"/>
                  </a:lnTo>
                  <a:lnTo>
                    <a:pt x="1738172" y="3204095"/>
                  </a:lnTo>
                  <a:lnTo>
                    <a:pt x="1979002" y="3204095"/>
                  </a:lnTo>
                  <a:lnTo>
                    <a:pt x="1979002" y="2565362"/>
                  </a:lnTo>
                  <a:close/>
                </a:path>
                <a:path w="3717290" h="3204210">
                  <a:moveTo>
                    <a:pt x="2324544" y="2240775"/>
                  </a:moveTo>
                  <a:lnTo>
                    <a:pt x="2083714" y="2240775"/>
                  </a:lnTo>
                  <a:lnTo>
                    <a:pt x="2083714" y="3204095"/>
                  </a:lnTo>
                  <a:lnTo>
                    <a:pt x="2324544" y="3204095"/>
                  </a:lnTo>
                  <a:lnTo>
                    <a:pt x="2324544" y="2240775"/>
                  </a:lnTo>
                  <a:close/>
                </a:path>
                <a:path w="3717290" h="3204210">
                  <a:moveTo>
                    <a:pt x="2670086" y="1602041"/>
                  </a:moveTo>
                  <a:lnTo>
                    <a:pt x="2429256" y="1602041"/>
                  </a:lnTo>
                  <a:lnTo>
                    <a:pt x="2429256" y="3204095"/>
                  </a:lnTo>
                  <a:lnTo>
                    <a:pt x="2670086" y="3204095"/>
                  </a:lnTo>
                  <a:lnTo>
                    <a:pt x="2670086" y="1602041"/>
                  </a:lnTo>
                  <a:close/>
                </a:path>
                <a:path w="3717290" h="3204210">
                  <a:moveTo>
                    <a:pt x="3015615" y="2240775"/>
                  </a:moveTo>
                  <a:lnTo>
                    <a:pt x="2774785" y="2240775"/>
                  </a:lnTo>
                  <a:lnTo>
                    <a:pt x="2774785" y="3204095"/>
                  </a:lnTo>
                  <a:lnTo>
                    <a:pt x="3015615" y="3204095"/>
                  </a:lnTo>
                  <a:lnTo>
                    <a:pt x="3015615" y="2240775"/>
                  </a:lnTo>
                  <a:close/>
                </a:path>
                <a:path w="3717290" h="3204210">
                  <a:moveTo>
                    <a:pt x="3361156" y="963320"/>
                  </a:moveTo>
                  <a:lnTo>
                    <a:pt x="3120326" y="963320"/>
                  </a:lnTo>
                  <a:lnTo>
                    <a:pt x="3120326" y="3204095"/>
                  </a:lnTo>
                  <a:lnTo>
                    <a:pt x="3361156" y="3204095"/>
                  </a:lnTo>
                  <a:lnTo>
                    <a:pt x="3361156" y="963320"/>
                  </a:lnTo>
                  <a:close/>
                </a:path>
                <a:path w="3717290" h="3204210">
                  <a:moveTo>
                    <a:pt x="3717175" y="0"/>
                  </a:moveTo>
                  <a:lnTo>
                    <a:pt x="3465868" y="0"/>
                  </a:lnTo>
                  <a:lnTo>
                    <a:pt x="3465868" y="3204095"/>
                  </a:lnTo>
                  <a:lnTo>
                    <a:pt x="3717175" y="3204095"/>
                  </a:lnTo>
                  <a:lnTo>
                    <a:pt x="3717175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1473861" y="6290772"/>
            <a:ext cx="20574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150">
                <a:latin typeface="Trebuchet MS"/>
                <a:cs typeface="Trebuchet MS"/>
              </a:rPr>
              <a:t>0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494803" y="4678256"/>
            <a:ext cx="18415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50">
                <a:latin typeface="Trebuchet MS"/>
                <a:cs typeface="Trebuchet MS"/>
              </a:rPr>
              <a:t>5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369152" y="3076211"/>
            <a:ext cx="30924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65">
                <a:latin typeface="Trebuchet MS"/>
                <a:cs typeface="Trebuchet MS"/>
              </a:rPr>
              <a:t>10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683279" y="6604899"/>
            <a:ext cx="74612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95">
                <a:latin typeface="Trebuchet MS"/>
                <a:cs typeface="Trebuchet MS"/>
              </a:rPr>
              <a:t>Q3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70">
                <a:latin typeface="Trebuchet MS"/>
                <a:cs typeface="Trebuchet MS"/>
              </a:rPr>
              <a:t>14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075907" y="6604899"/>
            <a:ext cx="73025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95">
                <a:latin typeface="Trebuchet MS"/>
                <a:cs typeface="Trebuchet MS"/>
              </a:rPr>
              <a:t>Q3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140">
                <a:latin typeface="Trebuchet MS"/>
                <a:cs typeface="Trebuchet MS"/>
              </a:rPr>
              <a:t>15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458063" y="6604899"/>
            <a:ext cx="73914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95">
                <a:latin typeface="Trebuchet MS"/>
                <a:cs typeface="Trebuchet MS"/>
              </a:rPr>
              <a:t>Q3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105">
                <a:latin typeface="Trebuchet MS"/>
                <a:cs typeface="Trebuchet MS"/>
              </a:rPr>
              <a:t>16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850691" y="6604899"/>
            <a:ext cx="72834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95">
                <a:latin typeface="Trebuchet MS"/>
                <a:cs typeface="Trebuchet MS"/>
              </a:rPr>
              <a:t>Q3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140">
                <a:latin typeface="Trebuchet MS"/>
                <a:cs typeface="Trebuchet MS"/>
              </a:rPr>
              <a:t>17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657071" y="2290894"/>
            <a:ext cx="2878455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50" b="1">
                <a:solidFill>
                  <a:srgbClr val="53585F"/>
                </a:solidFill>
                <a:latin typeface="Arial"/>
                <a:cs typeface="Arial"/>
              </a:rPr>
              <a:t>More</a:t>
            </a:r>
            <a:r>
              <a:rPr dirty="0" sz="2850" spc="-8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large</a:t>
            </a:r>
            <a:r>
              <a:rPr dirty="0" sz="2850" spc="-8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53585F"/>
                </a:solidFill>
                <a:latin typeface="Arial"/>
                <a:cs typeface="Arial"/>
              </a:rPr>
              <a:t>deals</a:t>
            </a:r>
            <a:endParaRPr sz="285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202985" y="2238866"/>
            <a:ext cx="9698355" cy="5231765"/>
            <a:chOff x="5202985" y="2238866"/>
            <a:chExt cx="9698355" cy="5231765"/>
          </a:xfrm>
        </p:grpSpPr>
        <p:sp>
          <p:nvSpPr>
            <p:cNvPr id="35" name="object 35"/>
            <p:cNvSpPr/>
            <p:nvPr/>
          </p:nvSpPr>
          <p:spPr>
            <a:xfrm>
              <a:off x="10052050" y="2238866"/>
              <a:ext cx="0" cy="5216525"/>
            </a:xfrm>
            <a:custGeom>
              <a:avLst/>
              <a:gdLst/>
              <a:ahLst/>
              <a:cxnLst/>
              <a:rect l="l" t="t" r="r" b="b"/>
              <a:pathLst>
                <a:path w="0" h="5216525">
                  <a:moveTo>
                    <a:pt x="0" y="0"/>
                  </a:moveTo>
                  <a:lnTo>
                    <a:pt x="0" y="5216403"/>
                  </a:lnTo>
                </a:path>
              </a:pathLst>
            </a:custGeom>
            <a:ln w="20941">
              <a:solidFill>
                <a:srgbClr val="D6D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202985" y="7459770"/>
              <a:ext cx="9698355" cy="0"/>
            </a:xfrm>
            <a:custGeom>
              <a:avLst/>
              <a:gdLst/>
              <a:ahLst/>
              <a:cxnLst/>
              <a:rect l="l" t="t" r="r" b="b"/>
              <a:pathLst>
                <a:path w="9698355" h="0">
                  <a:moveTo>
                    <a:pt x="0" y="0"/>
                  </a:moveTo>
                  <a:lnTo>
                    <a:pt x="9698128" y="0"/>
                  </a:lnTo>
                </a:path>
              </a:pathLst>
            </a:custGeom>
            <a:ln w="20941">
              <a:solidFill>
                <a:srgbClr val="D6D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60">
                <a:solidFill>
                  <a:srgbClr val="53585F"/>
                </a:solidFill>
              </a:rPr>
              <a:t>Building</a:t>
            </a:r>
            <a:r>
              <a:rPr dirty="0" spc="-90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a</a:t>
            </a:r>
            <a:r>
              <a:rPr dirty="0" spc="-90">
                <a:solidFill>
                  <a:srgbClr val="53585F"/>
                </a:solidFill>
              </a:rPr>
              <a:t> </a:t>
            </a:r>
            <a:r>
              <a:rPr dirty="0" spc="110">
                <a:solidFill>
                  <a:srgbClr val="53585F"/>
                </a:solidFill>
              </a:rPr>
              <a:t>lead</a:t>
            </a:r>
            <a:r>
              <a:rPr dirty="0" spc="-85">
                <a:solidFill>
                  <a:srgbClr val="53585F"/>
                </a:solidFill>
              </a:rPr>
              <a:t> </a:t>
            </a:r>
            <a:r>
              <a:rPr dirty="0" spc="85">
                <a:solidFill>
                  <a:srgbClr val="53585F"/>
                </a:solidFill>
              </a:rPr>
              <a:t>generation</a:t>
            </a:r>
            <a:r>
              <a:rPr dirty="0" spc="-90">
                <a:solidFill>
                  <a:srgbClr val="53585F"/>
                </a:solidFill>
              </a:rPr>
              <a:t> </a:t>
            </a:r>
            <a:r>
              <a:rPr dirty="0" spc="105">
                <a:solidFill>
                  <a:srgbClr val="53585F"/>
                </a:solidFill>
              </a:rPr>
              <a:t>engine</a:t>
            </a:r>
            <a:r>
              <a:rPr dirty="0" spc="-90">
                <a:solidFill>
                  <a:srgbClr val="53585F"/>
                </a:solidFill>
              </a:rPr>
              <a:t> </a:t>
            </a:r>
            <a:r>
              <a:rPr dirty="0" spc="75">
                <a:solidFill>
                  <a:srgbClr val="53585F"/>
                </a:solidFill>
              </a:rPr>
              <a:t>from</a:t>
            </a:r>
            <a:r>
              <a:rPr dirty="0" spc="-85">
                <a:solidFill>
                  <a:srgbClr val="53585F"/>
                </a:solidFill>
              </a:rPr>
              <a:t> </a:t>
            </a:r>
            <a:r>
              <a:rPr dirty="0" spc="-20">
                <a:solidFill>
                  <a:srgbClr val="53585F"/>
                </a:solidFill>
              </a:rPr>
              <a:t>scratch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56414" y="3245974"/>
            <a:ext cx="3581400" cy="2230755"/>
            <a:chOff x="4256414" y="3245974"/>
            <a:chExt cx="3581400" cy="2230755"/>
          </a:xfrm>
        </p:grpSpPr>
        <p:sp>
          <p:nvSpPr>
            <p:cNvPr id="4" name="object 4"/>
            <p:cNvSpPr/>
            <p:nvPr/>
          </p:nvSpPr>
          <p:spPr>
            <a:xfrm>
              <a:off x="4261650" y="3764283"/>
              <a:ext cx="3570604" cy="1130935"/>
            </a:xfrm>
            <a:custGeom>
              <a:avLst/>
              <a:gdLst/>
              <a:ahLst/>
              <a:cxnLst/>
              <a:rect l="l" t="t" r="r" b="b"/>
              <a:pathLst>
                <a:path w="3570604" h="1130935">
                  <a:moveTo>
                    <a:pt x="0" y="1130855"/>
                  </a:moveTo>
                  <a:lnTo>
                    <a:pt x="167534" y="1130855"/>
                  </a:lnTo>
                </a:path>
                <a:path w="3570604" h="1130935">
                  <a:moveTo>
                    <a:pt x="1015675" y="1130855"/>
                  </a:moveTo>
                  <a:lnTo>
                    <a:pt x="1361215" y="1130855"/>
                  </a:lnTo>
                </a:path>
                <a:path w="3570604" h="1130935">
                  <a:moveTo>
                    <a:pt x="2209356" y="1130855"/>
                  </a:moveTo>
                  <a:lnTo>
                    <a:pt x="2554896" y="1130855"/>
                  </a:lnTo>
                </a:path>
                <a:path w="3570604" h="1130935">
                  <a:moveTo>
                    <a:pt x="3403037" y="1130855"/>
                  </a:moveTo>
                  <a:lnTo>
                    <a:pt x="3570571" y="1130855"/>
                  </a:lnTo>
                </a:path>
                <a:path w="3570604" h="1130935">
                  <a:moveTo>
                    <a:pt x="0" y="565427"/>
                  </a:moveTo>
                  <a:lnTo>
                    <a:pt x="167534" y="565427"/>
                  </a:lnTo>
                </a:path>
                <a:path w="3570604" h="1130935">
                  <a:moveTo>
                    <a:pt x="1015675" y="565427"/>
                  </a:moveTo>
                  <a:lnTo>
                    <a:pt x="1361215" y="565427"/>
                  </a:lnTo>
                </a:path>
                <a:path w="3570604" h="1130935">
                  <a:moveTo>
                    <a:pt x="2209356" y="565427"/>
                  </a:moveTo>
                  <a:lnTo>
                    <a:pt x="2554896" y="565427"/>
                  </a:lnTo>
                </a:path>
                <a:path w="3570604" h="1130935">
                  <a:moveTo>
                    <a:pt x="3403037" y="565427"/>
                  </a:moveTo>
                  <a:lnTo>
                    <a:pt x="3570571" y="565427"/>
                  </a:lnTo>
                </a:path>
                <a:path w="3570604" h="1130935">
                  <a:moveTo>
                    <a:pt x="0" y="0"/>
                  </a:moveTo>
                  <a:lnTo>
                    <a:pt x="1361215" y="0"/>
                  </a:lnTo>
                </a:path>
                <a:path w="3570604" h="1130935">
                  <a:moveTo>
                    <a:pt x="2209356" y="0"/>
                  </a:moveTo>
                  <a:lnTo>
                    <a:pt x="2554896" y="0"/>
                  </a:lnTo>
                </a:path>
                <a:path w="3570604" h="1130935">
                  <a:moveTo>
                    <a:pt x="3403037" y="0"/>
                  </a:moveTo>
                  <a:lnTo>
                    <a:pt x="3570571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256414" y="5471037"/>
              <a:ext cx="3581400" cy="0"/>
            </a:xfrm>
            <a:custGeom>
              <a:avLst/>
              <a:gdLst/>
              <a:ahLst/>
              <a:cxnLst/>
              <a:rect l="l" t="t" r="r" b="b"/>
              <a:pathLst>
                <a:path w="3581400" h="0">
                  <a:moveTo>
                    <a:pt x="0" y="0"/>
                  </a:moveTo>
                  <a:lnTo>
                    <a:pt x="3581042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429176" y="3245986"/>
              <a:ext cx="3235960" cy="2219960"/>
            </a:xfrm>
            <a:custGeom>
              <a:avLst/>
              <a:gdLst/>
              <a:ahLst/>
              <a:cxnLst/>
              <a:rect l="l" t="t" r="r" b="b"/>
              <a:pathLst>
                <a:path w="3235959" h="2219960">
                  <a:moveTo>
                    <a:pt x="848144" y="910958"/>
                  </a:moveTo>
                  <a:lnTo>
                    <a:pt x="0" y="910958"/>
                  </a:lnTo>
                  <a:lnTo>
                    <a:pt x="0" y="2219820"/>
                  </a:lnTo>
                  <a:lnTo>
                    <a:pt x="848144" y="2219820"/>
                  </a:lnTo>
                  <a:lnTo>
                    <a:pt x="848144" y="910958"/>
                  </a:lnTo>
                  <a:close/>
                </a:path>
                <a:path w="3235959" h="2219960">
                  <a:moveTo>
                    <a:pt x="2041829" y="397891"/>
                  </a:moveTo>
                  <a:lnTo>
                    <a:pt x="1193685" y="397891"/>
                  </a:lnTo>
                  <a:lnTo>
                    <a:pt x="1193685" y="2219820"/>
                  </a:lnTo>
                  <a:lnTo>
                    <a:pt x="2041829" y="2219820"/>
                  </a:lnTo>
                  <a:lnTo>
                    <a:pt x="2041829" y="397891"/>
                  </a:lnTo>
                  <a:close/>
                </a:path>
                <a:path w="3235959" h="2219960">
                  <a:moveTo>
                    <a:pt x="3235502" y="0"/>
                  </a:moveTo>
                  <a:lnTo>
                    <a:pt x="2387358" y="0"/>
                  </a:lnTo>
                  <a:lnTo>
                    <a:pt x="2387358" y="2219820"/>
                  </a:lnTo>
                  <a:lnTo>
                    <a:pt x="3235502" y="2219820"/>
                  </a:lnTo>
                  <a:lnTo>
                    <a:pt x="3235502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4261650" y="3188385"/>
            <a:ext cx="3570604" cy="0"/>
          </a:xfrm>
          <a:custGeom>
            <a:avLst/>
            <a:gdLst/>
            <a:ahLst/>
            <a:cxnLst/>
            <a:rect l="l" t="t" r="r" b="b"/>
            <a:pathLst>
              <a:path w="3570604" h="0">
                <a:moveTo>
                  <a:pt x="0" y="0"/>
                </a:moveTo>
                <a:lnTo>
                  <a:pt x="3570571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521193" y="5589223"/>
            <a:ext cx="67627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114">
                <a:latin typeface="Trebuchet MS"/>
                <a:cs typeface="Trebuchet MS"/>
              </a:rPr>
              <a:t>Q1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-145">
                <a:latin typeface="Trebuchet MS"/>
                <a:cs typeface="Trebuchet MS"/>
              </a:rPr>
              <a:t>17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83461" y="5589223"/>
            <a:ext cx="73025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95">
                <a:latin typeface="Trebuchet MS"/>
                <a:cs typeface="Trebuchet MS"/>
              </a:rPr>
              <a:t>Q2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140">
                <a:latin typeface="Trebuchet MS"/>
                <a:cs typeface="Trebuchet MS"/>
              </a:rPr>
              <a:t>17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77142" y="5589223"/>
            <a:ext cx="72834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95">
                <a:latin typeface="Trebuchet MS"/>
                <a:cs typeface="Trebuchet MS"/>
              </a:rPr>
              <a:t>Q3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140">
                <a:latin typeface="Trebuchet MS"/>
                <a:cs typeface="Trebuchet MS"/>
              </a:rPr>
              <a:t>17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02358" y="1997710"/>
            <a:ext cx="11390630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247505" algn="l"/>
              </a:tabLst>
            </a:pPr>
            <a:r>
              <a:rPr dirty="0" sz="2850" spc="50" b="1">
                <a:solidFill>
                  <a:srgbClr val="53585F"/>
                </a:solidFill>
                <a:latin typeface="Arial"/>
                <a:cs typeface="Arial"/>
              </a:rPr>
              <a:t>More</a:t>
            </a:r>
            <a:r>
              <a:rPr dirty="0" sz="2850" spc="-9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marketing</a:t>
            </a:r>
            <a:r>
              <a:rPr dirty="0" sz="2850" spc="-9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53585F"/>
                </a:solidFill>
                <a:latin typeface="Arial"/>
                <a:cs typeface="Arial"/>
              </a:rPr>
              <a:t>spend</a:t>
            </a: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	</a:t>
            </a:r>
            <a:r>
              <a:rPr dirty="0" sz="2850" spc="-35" b="1">
                <a:solidFill>
                  <a:srgbClr val="53585F"/>
                </a:solidFill>
                <a:latin typeface="Arial"/>
                <a:cs typeface="Arial"/>
              </a:rPr>
              <a:t>Lead</a:t>
            </a:r>
            <a:r>
              <a:rPr dirty="0" sz="2850" spc="-16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53585F"/>
                </a:solidFill>
                <a:latin typeface="Arial"/>
                <a:cs typeface="Arial"/>
              </a:rPr>
              <a:t>growth</a:t>
            </a:r>
            <a:endParaRPr sz="285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79359" y="7672671"/>
            <a:ext cx="659050" cy="65904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3588979" y="8353537"/>
            <a:ext cx="205422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solidFill>
                  <a:srgbClr val="353535"/>
                </a:solidFill>
                <a:latin typeface="Tahoma"/>
                <a:cs typeface="Tahoma"/>
              </a:rPr>
              <a:t>joined</a:t>
            </a:r>
            <a:r>
              <a:rPr dirty="0" sz="1700" spc="75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353535"/>
                </a:solidFill>
                <a:latin typeface="Tahoma"/>
                <a:cs typeface="Tahoma"/>
              </a:rPr>
              <a:t>6</a:t>
            </a:r>
            <a:r>
              <a:rPr dirty="0" sz="1700" spc="75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353535"/>
                </a:solidFill>
                <a:latin typeface="Tahoma"/>
                <a:cs typeface="Tahoma"/>
              </a:rPr>
              <a:t>months</a:t>
            </a:r>
            <a:r>
              <a:rPr dirty="0" sz="1700" spc="75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1700" spc="45">
                <a:solidFill>
                  <a:srgbClr val="353535"/>
                </a:solidFill>
                <a:latin typeface="Tahoma"/>
                <a:cs typeface="Tahoma"/>
              </a:rPr>
              <a:t>ago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825199" y="8884858"/>
            <a:ext cx="5523230" cy="242570"/>
            <a:chOff x="11825199" y="8884858"/>
            <a:chExt cx="5523230" cy="242570"/>
          </a:xfrm>
        </p:grpSpPr>
        <p:sp>
          <p:nvSpPr>
            <p:cNvPr id="15" name="object 15"/>
            <p:cNvSpPr/>
            <p:nvPr/>
          </p:nvSpPr>
          <p:spPr>
            <a:xfrm>
              <a:off x="11825199" y="8900564"/>
              <a:ext cx="5523230" cy="0"/>
            </a:xfrm>
            <a:custGeom>
              <a:avLst/>
              <a:gdLst/>
              <a:ahLst/>
              <a:cxnLst/>
              <a:rect l="l" t="t" r="r" b="b"/>
              <a:pathLst>
                <a:path w="5523230" h="0">
                  <a:moveTo>
                    <a:pt x="0" y="0"/>
                  </a:moveTo>
                  <a:lnTo>
                    <a:pt x="5522686" y="0"/>
                  </a:lnTo>
                </a:path>
              </a:pathLst>
            </a:custGeom>
            <a:ln w="31412">
              <a:solidFill>
                <a:srgbClr val="2A90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845461" y="8900564"/>
              <a:ext cx="0" cy="226695"/>
            </a:xfrm>
            <a:custGeom>
              <a:avLst/>
              <a:gdLst/>
              <a:ahLst/>
              <a:cxnLst/>
              <a:rect l="l" t="t" r="r" b="b"/>
              <a:pathLst>
                <a:path w="0" h="226695">
                  <a:moveTo>
                    <a:pt x="0" y="0"/>
                  </a:moveTo>
                  <a:lnTo>
                    <a:pt x="0" y="226555"/>
                  </a:lnTo>
                </a:path>
              </a:pathLst>
            </a:custGeom>
            <a:ln w="31412">
              <a:solidFill>
                <a:srgbClr val="2A90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5500239" y="8900564"/>
              <a:ext cx="0" cy="226695"/>
            </a:xfrm>
            <a:custGeom>
              <a:avLst/>
              <a:gdLst/>
              <a:ahLst/>
              <a:cxnLst/>
              <a:rect l="l" t="t" r="r" b="b"/>
              <a:pathLst>
                <a:path w="0" h="226695">
                  <a:moveTo>
                    <a:pt x="0" y="0"/>
                  </a:moveTo>
                  <a:lnTo>
                    <a:pt x="0" y="226555"/>
                  </a:lnTo>
                </a:path>
              </a:pathLst>
            </a:custGeom>
            <a:ln w="31412">
              <a:solidFill>
                <a:srgbClr val="2A90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3672850" y="8911035"/>
              <a:ext cx="0" cy="216535"/>
            </a:xfrm>
            <a:custGeom>
              <a:avLst/>
              <a:gdLst/>
              <a:ahLst/>
              <a:cxnLst/>
              <a:rect l="l" t="t" r="r" b="b"/>
              <a:pathLst>
                <a:path w="0" h="216534">
                  <a:moveTo>
                    <a:pt x="0" y="0"/>
                  </a:moveTo>
                  <a:lnTo>
                    <a:pt x="0" y="216084"/>
                  </a:lnTo>
                </a:path>
              </a:pathLst>
            </a:custGeom>
            <a:ln w="31412">
              <a:solidFill>
                <a:srgbClr val="2A90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7327629" y="8900564"/>
              <a:ext cx="0" cy="226695"/>
            </a:xfrm>
            <a:custGeom>
              <a:avLst/>
              <a:gdLst/>
              <a:ahLst/>
              <a:cxnLst/>
              <a:rect l="l" t="t" r="r" b="b"/>
              <a:pathLst>
                <a:path w="0" h="226695">
                  <a:moveTo>
                    <a:pt x="0" y="0"/>
                  </a:moveTo>
                  <a:lnTo>
                    <a:pt x="0" y="226555"/>
                  </a:lnTo>
                </a:path>
              </a:pathLst>
            </a:custGeom>
            <a:ln w="31412">
              <a:solidFill>
                <a:srgbClr val="2A90E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47450" y="9362119"/>
            <a:ext cx="659050" cy="65904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15935" y="9362119"/>
            <a:ext cx="659050" cy="65904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176177" y="9362119"/>
            <a:ext cx="659043" cy="65904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002680" y="9362119"/>
            <a:ext cx="659050" cy="659048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2939785" y="10049820"/>
            <a:ext cx="150050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solidFill>
                  <a:srgbClr val="353535"/>
                </a:solidFill>
                <a:latin typeface="Tahoma"/>
                <a:cs typeface="Tahoma"/>
              </a:rPr>
              <a:t>10</a:t>
            </a:r>
            <a:r>
              <a:rPr dirty="0" sz="1700" spc="40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353535"/>
                </a:solidFill>
                <a:latin typeface="Tahoma"/>
                <a:cs typeface="Tahoma"/>
              </a:rPr>
              <a:t>months</a:t>
            </a:r>
            <a:r>
              <a:rPr dirty="0" sz="1700" spc="45">
                <a:solidFill>
                  <a:srgbClr val="353535"/>
                </a:solidFill>
                <a:latin typeface="Tahoma"/>
                <a:cs typeface="Tahoma"/>
              </a:rPr>
              <a:t> ago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803603" y="10049820"/>
            <a:ext cx="137795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solidFill>
                  <a:srgbClr val="353535"/>
                </a:solidFill>
                <a:latin typeface="Tahoma"/>
                <a:cs typeface="Tahoma"/>
              </a:rPr>
              <a:t>2</a:t>
            </a:r>
            <a:r>
              <a:rPr dirty="0" sz="1700" spc="20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353535"/>
                </a:solidFill>
                <a:latin typeface="Tahoma"/>
                <a:cs typeface="Tahoma"/>
              </a:rPr>
              <a:t>months</a:t>
            </a:r>
            <a:r>
              <a:rPr dirty="0" sz="1700" spc="25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1700" spc="45">
                <a:solidFill>
                  <a:srgbClr val="353535"/>
                </a:solidFill>
                <a:latin typeface="Tahoma"/>
                <a:cs typeface="Tahoma"/>
              </a:rPr>
              <a:t>ago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233030" y="10049820"/>
            <a:ext cx="125222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solidFill>
                  <a:srgbClr val="353535"/>
                </a:solidFill>
                <a:latin typeface="Tahoma"/>
                <a:cs typeface="Tahoma"/>
              </a:rPr>
              <a:t>2</a:t>
            </a:r>
            <a:r>
              <a:rPr dirty="0" sz="1700" spc="-10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353535"/>
                </a:solidFill>
                <a:latin typeface="Tahoma"/>
                <a:cs typeface="Tahoma"/>
              </a:rPr>
              <a:t>weeks</a:t>
            </a:r>
            <a:r>
              <a:rPr dirty="0" sz="1700" spc="-10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1700" spc="45">
                <a:solidFill>
                  <a:srgbClr val="353535"/>
                </a:solidFill>
                <a:latin typeface="Tahoma"/>
                <a:cs typeface="Tahoma"/>
              </a:rPr>
              <a:t>ago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604595" y="10049820"/>
            <a:ext cx="150050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solidFill>
                  <a:srgbClr val="353535"/>
                </a:solidFill>
                <a:latin typeface="Tahoma"/>
                <a:cs typeface="Tahoma"/>
              </a:rPr>
              <a:t>10</a:t>
            </a:r>
            <a:r>
              <a:rPr dirty="0" sz="1700" spc="40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353535"/>
                </a:solidFill>
                <a:latin typeface="Tahoma"/>
                <a:cs typeface="Tahoma"/>
              </a:rPr>
              <a:t>months</a:t>
            </a:r>
            <a:r>
              <a:rPr dirty="0" sz="1700" spc="45">
                <a:solidFill>
                  <a:srgbClr val="353535"/>
                </a:solidFill>
                <a:latin typeface="Tahoma"/>
                <a:cs typeface="Tahoma"/>
              </a:rPr>
              <a:t> ago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217293" y="6856200"/>
            <a:ext cx="4600575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20" b="1">
                <a:solidFill>
                  <a:srgbClr val="53585F"/>
                </a:solidFill>
                <a:latin typeface="Arial"/>
                <a:cs typeface="Arial"/>
              </a:rPr>
              <a:t>The</a:t>
            </a:r>
            <a:r>
              <a:rPr dirty="0" sz="2850" spc="-11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team</a:t>
            </a:r>
            <a:r>
              <a:rPr dirty="0" sz="2850" spc="-10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75" b="1">
                <a:solidFill>
                  <a:srgbClr val="53585F"/>
                </a:solidFill>
                <a:latin typeface="Arial"/>
                <a:cs typeface="Arial"/>
              </a:rPr>
              <a:t>isn’t</a:t>
            </a:r>
            <a:r>
              <a:rPr dirty="0" sz="2850" spc="-11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one</a:t>
            </a:r>
            <a:r>
              <a:rPr dirty="0" sz="2850" spc="-10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20" b="1">
                <a:solidFill>
                  <a:srgbClr val="53585F"/>
                </a:solidFill>
                <a:latin typeface="Arial"/>
                <a:cs typeface="Arial"/>
              </a:rPr>
              <a:t>year</a:t>
            </a:r>
            <a:r>
              <a:rPr dirty="0" sz="2850" spc="-11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25" b="1">
                <a:solidFill>
                  <a:srgbClr val="53585F"/>
                </a:solidFill>
                <a:latin typeface="Arial"/>
                <a:cs typeface="Arial"/>
              </a:rPr>
              <a:t>old</a:t>
            </a:r>
            <a:endParaRPr sz="28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82530" y="8594367"/>
            <a:ext cx="1736089" cy="7588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9525">
              <a:lnSpc>
                <a:spcPts val="2870"/>
              </a:lnSpc>
              <a:spcBef>
                <a:spcPts val="120"/>
              </a:spcBef>
            </a:pPr>
            <a:r>
              <a:rPr dirty="0" sz="2450" spc="-45">
                <a:solidFill>
                  <a:srgbClr val="53585F"/>
                </a:solidFill>
                <a:latin typeface="Trebuchet MS"/>
                <a:cs typeface="Trebuchet MS"/>
              </a:rPr>
              <a:t>Spend</a:t>
            </a:r>
            <a:r>
              <a:rPr dirty="0" sz="2450" spc="-15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25">
                <a:solidFill>
                  <a:srgbClr val="53585F"/>
                </a:solidFill>
                <a:latin typeface="Trebuchet MS"/>
                <a:cs typeface="Trebuchet MS"/>
              </a:rPr>
              <a:t>as</a:t>
            </a:r>
            <a:endParaRPr sz="2450">
              <a:latin typeface="Trebuchet MS"/>
              <a:cs typeface="Trebuchet MS"/>
            </a:endParaRPr>
          </a:p>
          <a:p>
            <a:pPr algn="ctr">
              <a:lnSpc>
                <a:spcPts val="2870"/>
              </a:lnSpc>
            </a:pPr>
            <a:r>
              <a:rPr dirty="0" sz="2450" spc="690">
                <a:solidFill>
                  <a:srgbClr val="53585F"/>
                </a:solidFill>
                <a:latin typeface="Trebuchet MS"/>
                <a:cs typeface="Trebuchet MS"/>
              </a:rPr>
              <a:t>%</a:t>
            </a:r>
            <a:r>
              <a:rPr dirty="0" sz="2450" spc="-17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105">
                <a:solidFill>
                  <a:srgbClr val="53585F"/>
                </a:solidFill>
                <a:latin typeface="Trebuchet MS"/>
                <a:cs typeface="Trebuchet MS"/>
              </a:rPr>
              <a:t>of</a:t>
            </a:r>
            <a:r>
              <a:rPr dirty="0" sz="2450" spc="-17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80">
                <a:solidFill>
                  <a:srgbClr val="53585F"/>
                </a:solidFill>
                <a:latin typeface="Trebuchet MS"/>
                <a:cs typeface="Trebuchet MS"/>
              </a:rPr>
              <a:t>revenue</a:t>
            </a:r>
            <a:endParaRPr sz="245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29122" y="9892757"/>
            <a:ext cx="1451610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-45">
                <a:solidFill>
                  <a:srgbClr val="53585F"/>
                </a:solidFill>
                <a:latin typeface="Trebuchet MS"/>
                <a:cs typeface="Trebuchet MS"/>
              </a:rPr>
              <a:t>LTV</a:t>
            </a:r>
            <a:r>
              <a:rPr dirty="0" sz="2450" spc="-17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20">
                <a:solidFill>
                  <a:srgbClr val="53585F"/>
                </a:solidFill>
                <a:latin typeface="Trebuchet MS"/>
                <a:cs typeface="Trebuchet MS"/>
              </a:rPr>
              <a:t>/</a:t>
            </a:r>
            <a:r>
              <a:rPr dirty="0" sz="2450" spc="-16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110">
                <a:solidFill>
                  <a:srgbClr val="53585F"/>
                </a:solidFill>
                <a:latin typeface="Trebuchet MS"/>
                <a:cs typeface="Trebuchet MS"/>
              </a:rPr>
              <a:t>CAC</a:t>
            </a:r>
            <a:endParaRPr sz="2450">
              <a:latin typeface="Trebuchet MS"/>
              <a:cs typeface="Trebuchet M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794988" y="7711304"/>
            <a:ext cx="7693659" cy="2987675"/>
            <a:chOff x="1794988" y="7711304"/>
            <a:chExt cx="7693659" cy="2987675"/>
          </a:xfrm>
        </p:grpSpPr>
        <p:sp>
          <p:nvSpPr>
            <p:cNvPr id="32" name="object 32"/>
            <p:cNvSpPr/>
            <p:nvPr/>
          </p:nvSpPr>
          <p:spPr>
            <a:xfrm>
              <a:off x="1794988" y="7711304"/>
              <a:ext cx="7693659" cy="2987675"/>
            </a:xfrm>
            <a:custGeom>
              <a:avLst/>
              <a:gdLst/>
              <a:ahLst/>
              <a:cxnLst/>
              <a:rect l="l" t="t" r="r" b="b"/>
              <a:pathLst>
                <a:path w="7693659" h="2987675">
                  <a:moveTo>
                    <a:pt x="1927342" y="0"/>
                  </a:moveTo>
                  <a:lnTo>
                    <a:pt x="1927342" y="2987602"/>
                  </a:lnTo>
                </a:path>
                <a:path w="7693659" h="2987675">
                  <a:moveTo>
                    <a:pt x="0" y="729786"/>
                  </a:moveTo>
                  <a:lnTo>
                    <a:pt x="7693663" y="729786"/>
                  </a:lnTo>
                </a:path>
              </a:pathLst>
            </a:custGeom>
            <a:ln w="31412">
              <a:solidFill>
                <a:srgbClr val="2B90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794988" y="7711304"/>
              <a:ext cx="1943100" cy="745490"/>
            </a:xfrm>
            <a:custGeom>
              <a:avLst/>
              <a:gdLst/>
              <a:ahLst/>
              <a:cxnLst/>
              <a:rect l="l" t="t" r="r" b="b"/>
              <a:pathLst>
                <a:path w="1943100" h="745490">
                  <a:moveTo>
                    <a:pt x="5235" y="0"/>
                  </a:moveTo>
                  <a:lnTo>
                    <a:pt x="5235" y="745493"/>
                  </a:lnTo>
                </a:path>
                <a:path w="1943100" h="745490">
                  <a:moveTo>
                    <a:pt x="0" y="5235"/>
                  </a:moveTo>
                  <a:lnTo>
                    <a:pt x="1943048" y="5235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3662580" y="6856200"/>
            <a:ext cx="5332095" cy="3472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75" b="1">
                <a:solidFill>
                  <a:srgbClr val="53585F"/>
                </a:solidFill>
                <a:latin typeface="Arial"/>
                <a:cs typeface="Arial"/>
              </a:rPr>
              <a:t>On</a:t>
            </a:r>
            <a:r>
              <a:rPr dirty="0" sz="2850" spc="-9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a</a:t>
            </a:r>
            <a:r>
              <a:rPr dirty="0" sz="2850" spc="-9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50" b="1">
                <a:solidFill>
                  <a:srgbClr val="53585F"/>
                </a:solidFill>
                <a:latin typeface="Arial"/>
                <a:cs typeface="Arial"/>
              </a:rPr>
              <a:t>sustainable</a:t>
            </a:r>
            <a:r>
              <a:rPr dirty="0" sz="2850" spc="-9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53585F"/>
                </a:solidFill>
                <a:latin typeface="Arial"/>
                <a:cs typeface="Arial"/>
              </a:rPr>
              <a:t>trajectory</a:t>
            </a:r>
            <a:endParaRPr sz="2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2850">
              <a:latin typeface="Arial"/>
              <a:cs typeface="Arial"/>
            </a:endParaRPr>
          </a:p>
          <a:p>
            <a:pPr marL="608965">
              <a:lnSpc>
                <a:spcPct val="100000"/>
              </a:lnSpc>
              <a:tabLst>
                <a:tab pos="2493645" algn="l"/>
                <a:tab pos="4420870" algn="l"/>
              </a:tabLst>
            </a:pPr>
            <a:r>
              <a:rPr dirty="0" sz="2950" spc="-150">
                <a:solidFill>
                  <a:srgbClr val="53585F"/>
                </a:solidFill>
                <a:latin typeface="Trebuchet MS"/>
                <a:cs typeface="Trebuchet MS"/>
              </a:rPr>
              <a:t>Q1</a:t>
            </a:r>
            <a:r>
              <a:rPr dirty="0" sz="2950" spc="-204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950" spc="-25">
                <a:solidFill>
                  <a:srgbClr val="53585F"/>
                </a:solidFill>
                <a:latin typeface="Trebuchet MS"/>
                <a:cs typeface="Trebuchet MS"/>
              </a:rPr>
              <a:t>17</a:t>
            </a:r>
            <a:r>
              <a:rPr dirty="0" sz="2950">
                <a:solidFill>
                  <a:srgbClr val="53585F"/>
                </a:solidFill>
                <a:latin typeface="Trebuchet MS"/>
                <a:cs typeface="Trebuchet MS"/>
              </a:rPr>
              <a:t>	</a:t>
            </a:r>
            <a:r>
              <a:rPr dirty="0" sz="2950" spc="120">
                <a:solidFill>
                  <a:srgbClr val="53585F"/>
                </a:solidFill>
                <a:latin typeface="Trebuchet MS"/>
                <a:cs typeface="Trebuchet MS"/>
              </a:rPr>
              <a:t>Q2</a:t>
            </a:r>
            <a:r>
              <a:rPr dirty="0" sz="2950" spc="-21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950" spc="-25">
                <a:solidFill>
                  <a:srgbClr val="53585F"/>
                </a:solidFill>
                <a:latin typeface="Trebuchet MS"/>
                <a:cs typeface="Trebuchet MS"/>
              </a:rPr>
              <a:t>17</a:t>
            </a:r>
            <a:r>
              <a:rPr dirty="0" sz="2950">
                <a:solidFill>
                  <a:srgbClr val="53585F"/>
                </a:solidFill>
                <a:latin typeface="Trebuchet MS"/>
                <a:cs typeface="Trebuchet MS"/>
              </a:rPr>
              <a:t>	</a:t>
            </a:r>
            <a:r>
              <a:rPr dirty="0" sz="2950" spc="105">
                <a:solidFill>
                  <a:srgbClr val="53585F"/>
                </a:solidFill>
                <a:latin typeface="Trebuchet MS"/>
                <a:cs typeface="Trebuchet MS"/>
              </a:rPr>
              <a:t>Q3</a:t>
            </a:r>
            <a:r>
              <a:rPr dirty="0" sz="2950" spc="-22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950" spc="-204">
                <a:solidFill>
                  <a:srgbClr val="53585F"/>
                </a:solidFill>
                <a:latin typeface="Trebuchet MS"/>
                <a:cs typeface="Trebuchet MS"/>
              </a:rPr>
              <a:t>17</a:t>
            </a:r>
            <a:endParaRPr sz="2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950">
              <a:latin typeface="Trebuchet MS"/>
              <a:cs typeface="Trebuchet MS"/>
            </a:endParaRPr>
          </a:p>
          <a:p>
            <a:pPr marL="671830">
              <a:lnSpc>
                <a:spcPct val="100000"/>
              </a:lnSpc>
              <a:tabLst>
                <a:tab pos="2588260" algn="l"/>
                <a:tab pos="4514850" algn="l"/>
              </a:tabLst>
            </a:pPr>
            <a:r>
              <a:rPr dirty="0" sz="2950" spc="-610" b="1">
                <a:solidFill>
                  <a:srgbClr val="2A90EE"/>
                </a:solidFill>
                <a:latin typeface="Tahoma"/>
                <a:cs typeface="Tahoma"/>
              </a:rPr>
              <a:t>18%</a:t>
            </a:r>
            <a:r>
              <a:rPr dirty="0" sz="2950" b="1">
                <a:solidFill>
                  <a:srgbClr val="2A90EE"/>
                </a:solidFill>
                <a:latin typeface="Tahoma"/>
                <a:cs typeface="Tahoma"/>
              </a:rPr>
              <a:t>	</a:t>
            </a:r>
            <a:r>
              <a:rPr dirty="0" sz="2950" spc="-610" b="1">
                <a:solidFill>
                  <a:srgbClr val="2A90EE"/>
                </a:solidFill>
                <a:latin typeface="Tahoma"/>
                <a:cs typeface="Tahoma"/>
              </a:rPr>
              <a:t>18%</a:t>
            </a:r>
            <a:r>
              <a:rPr dirty="0" sz="2950" b="1">
                <a:solidFill>
                  <a:srgbClr val="2A90EE"/>
                </a:solidFill>
                <a:latin typeface="Tahoma"/>
                <a:cs typeface="Tahoma"/>
              </a:rPr>
              <a:t>	</a:t>
            </a:r>
            <a:r>
              <a:rPr dirty="0" sz="2950" spc="-610" b="1">
                <a:solidFill>
                  <a:srgbClr val="2A90EE"/>
                </a:solidFill>
                <a:latin typeface="Tahoma"/>
                <a:cs typeface="Tahoma"/>
              </a:rPr>
              <a:t>19%</a:t>
            </a:r>
            <a:endParaRPr sz="2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950">
              <a:latin typeface="Tahoma"/>
              <a:cs typeface="Tahoma"/>
            </a:endParaRPr>
          </a:p>
          <a:p>
            <a:pPr marL="766445">
              <a:lnSpc>
                <a:spcPct val="100000"/>
              </a:lnSpc>
              <a:spcBef>
                <a:spcPts val="5"/>
              </a:spcBef>
              <a:tabLst>
                <a:tab pos="2682240" algn="l"/>
                <a:tab pos="4587875" algn="l"/>
              </a:tabLst>
            </a:pPr>
            <a:r>
              <a:rPr dirty="0" sz="2950" spc="-25" b="1">
                <a:solidFill>
                  <a:srgbClr val="2A90EE"/>
                </a:solidFill>
                <a:latin typeface="Tahoma"/>
                <a:cs typeface="Tahoma"/>
              </a:rPr>
              <a:t>2.5</a:t>
            </a:r>
            <a:r>
              <a:rPr dirty="0" sz="2950" b="1">
                <a:solidFill>
                  <a:srgbClr val="2A90EE"/>
                </a:solidFill>
                <a:latin typeface="Tahoma"/>
                <a:cs typeface="Tahoma"/>
              </a:rPr>
              <a:t>	</a:t>
            </a:r>
            <a:r>
              <a:rPr dirty="0" sz="2950" spc="-25" b="1">
                <a:solidFill>
                  <a:srgbClr val="2A90EE"/>
                </a:solidFill>
                <a:latin typeface="Tahoma"/>
                <a:cs typeface="Tahoma"/>
              </a:rPr>
              <a:t>2.6</a:t>
            </a:r>
            <a:r>
              <a:rPr dirty="0" sz="2950" b="1">
                <a:solidFill>
                  <a:srgbClr val="2A90EE"/>
                </a:solidFill>
                <a:latin typeface="Tahoma"/>
                <a:cs typeface="Tahoma"/>
              </a:rPr>
              <a:t>	</a:t>
            </a:r>
            <a:r>
              <a:rPr dirty="0" sz="2950" spc="-25" b="1">
                <a:solidFill>
                  <a:srgbClr val="2A90EE"/>
                </a:solidFill>
                <a:latin typeface="Tahoma"/>
                <a:cs typeface="Tahoma"/>
              </a:rPr>
              <a:t>4.4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202985" y="6402211"/>
            <a:ext cx="9698355" cy="0"/>
          </a:xfrm>
          <a:custGeom>
            <a:avLst/>
            <a:gdLst/>
            <a:ahLst/>
            <a:cxnLst/>
            <a:rect l="l" t="t" r="r" b="b"/>
            <a:pathLst>
              <a:path w="9698355" h="0">
                <a:moveTo>
                  <a:pt x="0" y="0"/>
                </a:moveTo>
                <a:lnTo>
                  <a:pt x="9698128" y="0"/>
                </a:lnTo>
              </a:path>
            </a:pathLst>
          </a:custGeom>
          <a:ln w="20941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6" name="object 36"/>
          <p:cNvGrpSpPr/>
          <p:nvPr/>
        </p:nvGrpSpPr>
        <p:grpSpPr>
          <a:xfrm>
            <a:off x="12591241" y="3371625"/>
            <a:ext cx="3660140" cy="2094230"/>
            <a:chOff x="12591241" y="3371625"/>
            <a:chExt cx="3660140" cy="2094230"/>
          </a:xfrm>
        </p:grpSpPr>
        <p:sp>
          <p:nvSpPr>
            <p:cNvPr id="37" name="object 37"/>
            <p:cNvSpPr/>
            <p:nvPr/>
          </p:nvSpPr>
          <p:spPr>
            <a:xfrm>
              <a:off x="12596476" y="3701458"/>
              <a:ext cx="3654425" cy="1172845"/>
            </a:xfrm>
            <a:custGeom>
              <a:avLst/>
              <a:gdLst/>
              <a:ahLst/>
              <a:cxnLst/>
              <a:rect l="l" t="t" r="r" b="b"/>
              <a:pathLst>
                <a:path w="3654425" h="1172845">
                  <a:moveTo>
                    <a:pt x="0" y="1172738"/>
                  </a:moveTo>
                  <a:lnTo>
                    <a:pt x="167532" y="1172738"/>
                  </a:lnTo>
                </a:path>
                <a:path w="3654425" h="1172845">
                  <a:moveTo>
                    <a:pt x="1036615" y="1172738"/>
                  </a:moveTo>
                  <a:lnTo>
                    <a:pt x="1392625" y="1172738"/>
                  </a:lnTo>
                </a:path>
                <a:path w="3654425" h="1172845">
                  <a:moveTo>
                    <a:pt x="2261709" y="1172738"/>
                  </a:moveTo>
                  <a:lnTo>
                    <a:pt x="2607248" y="1172738"/>
                  </a:lnTo>
                </a:path>
                <a:path w="3654425" h="1172845">
                  <a:moveTo>
                    <a:pt x="3476331" y="1172738"/>
                  </a:moveTo>
                  <a:lnTo>
                    <a:pt x="3654339" y="1172738"/>
                  </a:lnTo>
                </a:path>
                <a:path w="3654425" h="1172845">
                  <a:moveTo>
                    <a:pt x="0" y="586369"/>
                  </a:moveTo>
                  <a:lnTo>
                    <a:pt x="167532" y="586369"/>
                  </a:lnTo>
                </a:path>
                <a:path w="3654425" h="1172845">
                  <a:moveTo>
                    <a:pt x="1036615" y="586369"/>
                  </a:moveTo>
                  <a:lnTo>
                    <a:pt x="1392625" y="586369"/>
                  </a:lnTo>
                </a:path>
                <a:path w="3654425" h="1172845">
                  <a:moveTo>
                    <a:pt x="2261709" y="586369"/>
                  </a:moveTo>
                  <a:lnTo>
                    <a:pt x="2607248" y="586369"/>
                  </a:lnTo>
                </a:path>
                <a:path w="3654425" h="1172845">
                  <a:moveTo>
                    <a:pt x="3476331" y="586369"/>
                  </a:moveTo>
                  <a:lnTo>
                    <a:pt x="3654339" y="586369"/>
                  </a:lnTo>
                </a:path>
                <a:path w="3654425" h="1172845">
                  <a:moveTo>
                    <a:pt x="0" y="0"/>
                  </a:moveTo>
                  <a:lnTo>
                    <a:pt x="2607248" y="0"/>
                  </a:lnTo>
                </a:path>
                <a:path w="3654425" h="1172845">
                  <a:moveTo>
                    <a:pt x="3476331" y="0"/>
                  </a:moveTo>
                  <a:lnTo>
                    <a:pt x="3654339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2591241" y="5460566"/>
              <a:ext cx="3654425" cy="0"/>
            </a:xfrm>
            <a:custGeom>
              <a:avLst/>
              <a:gdLst/>
              <a:ahLst/>
              <a:cxnLst/>
              <a:rect l="l" t="t" r="r" b="b"/>
              <a:pathLst>
                <a:path w="3654425" h="0">
                  <a:moveTo>
                    <a:pt x="0" y="0"/>
                  </a:moveTo>
                  <a:lnTo>
                    <a:pt x="3654339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2764008" y="3371627"/>
              <a:ext cx="3308985" cy="1916430"/>
            </a:xfrm>
            <a:custGeom>
              <a:avLst/>
              <a:gdLst/>
              <a:ahLst/>
              <a:cxnLst/>
              <a:rect l="l" t="t" r="r" b="b"/>
              <a:pathLst>
                <a:path w="3308984" h="1916429">
                  <a:moveTo>
                    <a:pt x="869073" y="492137"/>
                  </a:moveTo>
                  <a:lnTo>
                    <a:pt x="0" y="492137"/>
                  </a:lnTo>
                  <a:lnTo>
                    <a:pt x="0" y="1916176"/>
                  </a:lnTo>
                  <a:lnTo>
                    <a:pt x="869073" y="1916176"/>
                  </a:lnTo>
                  <a:lnTo>
                    <a:pt x="869073" y="492137"/>
                  </a:lnTo>
                  <a:close/>
                </a:path>
                <a:path w="3308984" h="1916429">
                  <a:moveTo>
                    <a:pt x="2094166" y="460717"/>
                  </a:moveTo>
                  <a:lnTo>
                    <a:pt x="1225092" y="460717"/>
                  </a:lnTo>
                  <a:lnTo>
                    <a:pt x="1225092" y="1780057"/>
                  </a:lnTo>
                  <a:lnTo>
                    <a:pt x="2094166" y="1780057"/>
                  </a:lnTo>
                  <a:lnTo>
                    <a:pt x="2094166" y="460717"/>
                  </a:lnTo>
                  <a:close/>
                </a:path>
                <a:path w="3308984" h="1916429">
                  <a:moveTo>
                    <a:pt x="3308794" y="0"/>
                  </a:moveTo>
                  <a:lnTo>
                    <a:pt x="2439708" y="0"/>
                  </a:lnTo>
                  <a:lnTo>
                    <a:pt x="2439708" y="1444980"/>
                  </a:lnTo>
                  <a:lnTo>
                    <a:pt x="3308794" y="1444980"/>
                  </a:lnTo>
                  <a:lnTo>
                    <a:pt x="3308794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2764008" y="4816608"/>
              <a:ext cx="3308985" cy="638810"/>
            </a:xfrm>
            <a:custGeom>
              <a:avLst/>
              <a:gdLst/>
              <a:ahLst/>
              <a:cxnLst/>
              <a:rect l="l" t="t" r="r" b="b"/>
              <a:pathLst>
                <a:path w="3308984" h="638810">
                  <a:moveTo>
                    <a:pt x="869073" y="471195"/>
                  </a:moveTo>
                  <a:lnTo>
                    <a:pt x="0" y="471195"/>
                  </a:lnTo>
                  <a:lnTo>
                    <a:pt x="0" y="638733"/>
                  </a:lnTo>
                  <a:lnTo>
                    <a:pt x="869073" y="638733"/>
                  </a:lnTo>
                  <a:lnTo>
                    <a:pt x="869073" y="471195"/>
                  </a:lnTo>
                  <a:close/>
                </a:path>
                <a:path w="3308984" h="638810">
                  <a:moveTo>
                    <a:pt x="2094166" y="335076"/>
                  </a:moveTo>
                  <a:lnTo>
                    <a:pt x="1225092" y="335076"/>
                  </a:lnTo>
                  <a:lnTo>
                    <a:pt x="1225092" y="638733"/>
                  </a:lnTo>
                  <a:lnTo>
                    <a:pt x="2094166" y="638733"/>
                  </a:lnTo>
                  <a:lnTo>
                    <a:pt x="2094166" y="335076"/>
                  </a:lnTo>
                  <a:close/>
                </a:path>
                <a:path w="3308984" h="638810">
                  <a:moveTo>
                    <a:pt x="3308794" y="0"/>
                  </a:moveTo>
                  <a:lnTo>
                    <a:pt x="2439708" y="0"/>
                  </a:lnTo>
                  <a:lnTo>
                    <a:pt x="2439708" y="638733"/>
                  </a:lnTo>
                  <a:lnTo>
                    <a:pt x="3308794" y="638733"/>
                  </a:lnTo>
                  <a:lnTo>
                    <a:pt x="3308794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/>
          <p:nvPr/>
        </p:nvSpPr>
        <p:spPr>
          <a:xfrm>
            <a:off x="12596476" y="3125559"/>
            <a:ext cx="3654425" cy="0"/>
          </a:xfrm>
          <a:custGeom>
            <a:avLst/>
            <a:gdLst/>
            <a:ahLst/>
            <a:cxnLst/>
            <a:rect l="l" t="t" r="r" b="b"/>
            <a:pathLst>
              <a:path w="3654425" h="0">
                <a:moveTo>
                  <a:pt x="0" y="0"/>
                </a:moveTo>
                <a:lnTo>
                  <a:pt x="3654339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2866489" y="5589223"/>
            <a:ext cx="67627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114">
                <a:latin typeface="Trebuchet MS"/>
                <a:cs typeface="Trebuchet MS"/>
              </a:rPr>
              <a:t>Q1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-145">
                <a:latin typeface="Trebuchet MS"/>
                <a:cs typeface="Trebuchet MS"/>
              </a:rPr>
              <a:t>17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060169" y="5589223"/>
            <a:ext cx="73025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95">
                <a:latin typeface="Trebuchet MS"/>
                <a:cs typeface="Trebuchet MS"/>
              </a:rPr>
              <a:t>Q2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140">
                <a:latin typeface="Trebuchet MS"/>
                <a:cs typeface="Trebuchet MS"/>
              </a:rPr>
              <a:t>17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274793" y="5589223"/>
            <a:ext cx="72834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95">
                <a:latin typeface="Trebuchet MS"/>
                <a:cs typeface="Trebuchet MS"/>
              </a:rPr>
              <a:t>Q3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140">
                <a:latin typeface="Trebuchet MS"/>
                <a:cs typeface="Trebuchet MS"/>
              </a:rPr>
              <a:t>17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7245296" y="4440349"/>
            <a:ext cx="251460" cy="251460"/>
          </a:xfrm>
          <a:custGeom>
            <a:avLst/>
            <a:gdLst/>
            <a:ahLst/>
            <a:cxnLst/>
            <a:rect l="l" t="t" r="r" b="b"/>
            <a:pathLst>
              <a:path w="251459" h="251460">
                <a:moveTo>
                  <a:pt x="0" y="0"/>
                </a:moveTo>
                <a:lnTo>
                  <a:pt x="251301" y="0"/>
                </a:lnTo>
                <a:lnTo>
                  <a:pt x="251301" y="251301"/>
                </a:lnTo>
                <a:lnTo>
                  <a:pt x="0" y="251301"/>
                </a:lnTo>
                <a:lnTo>
                  <a:pt x="0" y="0"/>
                </a:lnTo>
                <a:close/>
              </a:path>
            </a:pathLst>
          </a:custGeom>
          <a:solidFill>
            <a:srgbClr val="2A9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7609799" y="3610226"/>
            <a:ext cx="1076960" cy="11353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8600"/>
              </a:lnSpc>
              <a:spcBef>
                <a:spcPts val="95"/>
              </a:spcBef>
            </a:pPr>
            <a:r>
              <a:rPr dirty="0" sz="2450" spc="-30">
                <a:solidFill>
                  <a:srgbClr val="353535"/>
                </a:solidFill>
                <a:latin typeface="Lucida Sans Unicode"/>
                <a:cs typeface="Lucida Sans Unicode"/>
              </a:rPr>
              <a:t>Unpaid </a:t>
            </a:r>
            <a:r>
              <a:rPr dirty="0" sz="2450" spc="-20">
                <a:solidFill>
                  <a:srgbClr val="353535"/>
                </a:solidFill>
                <a:latin typeface="Lucida Sans Unicode"/>
                <a:cs typeface="Lucida Sans Unicode"/>
              </a:rPr>
              <a:t>Paid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7245296" y="3893246"/>
            <a:ext cx="251460" cy="251460"/>
          </a:xfrm>
          <a:custGeom>
            <a:avLst/>
            <a:gdLst/>
            <a:ahLst/>
            <a:cxnLst/>
            <a:rect l="l" t="t" r="r" b="b"/>
            <a:pathLst>
              <a:path w="251459" h="251460">
                <a:moveTo>
                  <a:pt x="0" y="0"/>
                </a:moveTo>
                <a:lnTo>
                  <a:pt x="251301" y="0"/>
                </a:lnTo>
                <a:lnTo>
                  <a:pt x="251301" y="251301"/>
                </a:lnTo>
                <a:lnTo>
                  <a:pt x="0" y="251301"/>
                </a:lnTo>
                <a:lnTo>
                  <a:pt x="0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9528505" y="3711843"/>
            <a:ext cx="1047115" cy="1047115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376951" y="0"/>
                </a:moveTo>
                <a:lnTo>
                  <a:pt x="376951" y="356010"/>
                </a:lnTo>
                <a:lnTo>
                  <a:pt x="0" y="356010"/>
                </a:lnTo>
                <a:lnTo>
                  <a:pt x="0" y="691078"/>
                </a:lnTo>
                <a:lnTo>
                  <a:pt x="376951" y="691078"/>
                </a:lnTo>
                <a:lnTo>
                  <a:pt x="376951" y="1047088"/>
                </a:lnTo>
                <a:lnTo>
                  <a:pt x="1047088" y="523544"/>
                </a:lnTo>
                <a:lnTo>
                  <a:pt x="376951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892175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53585F"/>
                </a:solidFill>
              </a:rPr>
              <a:t>Cohorts</a:t>
            </a:r>
            <a:r>
              <a:rPr dirty="0" spc="-140">
                <a:solidFill>
                  <a:srgbClr val="53585F"/>
                </a:solidFill>
              </a:rPr>
              <a:t> </a:t>
            </a:r>
            <a:r>
              <a:rPr dirty="0" spc="160">
                <a:solidFill>
                  <a:srgbClr val="53585F"/>
                </a:solidFill>
              </a:rPr>
              <a:t>keep</a:t>
            </a:r>
            <a:r>
              <a:rPr dirty="0" spc="-140">
                <a:solidFill>
                  <a:srgbClr val="53585F"/>
                </a:solidFill>
              </a:rPr>
              <a:t> </a:t>
            </a:r>
            <a:r>
              <a:rPr dirty="0" spc="135">
                <a:solidFill>
                  <a:srgbClr val="53585F"/>
                </a:solidFill>
              </a:rPr>
              <a:t>growing</a:t>
            </a:r>
            <a:r>
              <a:rPr dirty="0" spc="-140">
                <a:solidFill>
                  <a:srgbClr val="53585F"/>
                </a:solidFill>
              </a:rPr>
              <a:t> </a:t>
            </a:r>
            <a:r>
              <a:rPr dirty="0" spc="-120">
                <a:solidFill>
                  <a:srgbClr val="53585F"/>
                </a:solidFill>
              </a:rPr>
              <a:t>across</a:t>
            </a:r>
            <a:r>
              <a:rPr dirty="0" spc="-140">
                <a:solidFill>
                  <a:srgbClr val="53585F"/>
                </a:solidFill>
              </a:rPr>
              <a:t> </a:t>
            </a:r>
            <a:r>
              <a:rPr dirty="0" spc="75">
                <a:solidFill>
                  <a:srgbClr val="53585F"/>
                </a:solidFill>
              </a:rPr>
              <a:t>all</a:t>
            </a:r>
            <a:r>
              <a:rPr dirty="0" spc="-140">
                <a:solidFill>
                  <a:srgbClr val="53585F"/>
                </a:solidFill>
              </a:rPr>
              <a:t> </a:t>
            </a:r>
            <a:r>
              <a:rPr dirty="0" spc="-10">
                <a:solidFill>
                  <a:srgbClr val="53585F"/>
                </a:solidFill>
              </a:rPr>
              <a:t>metrics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6227" y="4376739"/>
            <a:ext cx="6508115" cy="5706745"/>
            <a:chOff x="1806227" y="4376739"/>
            <a:chExt cx="6508115" cy="5706745"/>
          </a:xfrm>
        </p:grpSpPr>
        <p:sp>
          <p:nvSpPr>
            <p:cNvPr id="4" name="object 4"/>
            <p:cNvSpPr/>
            <p:nvPr/>
          </p:nvSpPr>
          <p:spPr>
            <a:xfrm>
              <a:off x="1811462" y="4622895"/>
              <a:ext cx="6503034" cy="3633470"/>
            </a:xfrm>
            <a:custGeom>
              <a:avLst/>
              <a:gdLst/>
              <a:ahLst/>
              <a:cxnLst/>
              <a:rect l="l" t="t" r="r" b="b"/>
              <a:pathLst>
                <a:path w="6503034" h="3633470">
                  <a:moveTo>
                    <a:pt x="0" y="3633397"/>
                  </a:moveTo>
                  <a:lnTo>
                    <a:pt x="6502420" y="3633397"/>
                  </a:lnTo>
                </a:path>
                <a:path w="6503034" h="3633470">
                  <a:moveTo>
                    <a:pt x="0" y="1821934"/>
                  </a:moveTo>
                  <a:lnTo>
                    <a:pt x="6502420" y="1821934"/>
                  </a:lnTo>
                </a:path>
                <a:path w="6503034" h="3633470">
                  <a:moveTo>
                    <a:pt x="0" y="0"/>
                  </a:moveTo>
                  <a:lnTo>
                    <a:pt x="6502420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806227" y="10078227"/>
              <a:ext cx="6503034" cy="0"/>
            </a:xfrm>
            <a:custGeom>
              <a:avLst/>
              <a:gdLst/>
              <a:ahLst/>
              <a:cxnLst/>
              <a:rect l="l" t="t" r="r" b="b"/>
              <a:pathLst>
                <a:path w="6503034" h="0">
                  <a:moveTo>
                    <a:pt x="0" y="0"/>
                  </a:moveTo>
                  <a:lnTo>
                    <a:pt x="650242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811463" y="4376739"/>
              <a:ext cx="6503034" cy="4832350"/>
            </a:xfrm>
            <a:custGeom>
              <a:avLst/>
              <a:gdLst/>
              <a:ahLst/>
              <a:cxnLst/>
              <a:rect l="l" t="t" r="r" b="b"/>
              <a:pathLst>
                <a:path w="6503034" h="4832350">
                  <a:moveTo>
                    <a:pt x="6502419" y="0"/>
                  </a:moveTo>
                  <a:lnTo>
                    <a:pt x="5573502" y="1399213"/>
                  </a:lnTo>
                  <a:lnTo>
                    <a:pt x="4644585" y="2430423"/>
                  </a:lnTo>
                  <a:lnTo>
                    <a:pt x="3715668" y="3095942"/>
                  </a:lnTo>
                  <a:lnTo>
                    <a:pt x="2786751" y="3742034"/>
                  </a:lnTo>
                  <a:lnTo>
                    <a:pt x="1857834" y="4160869"/>
                  </a:lnTo>
                  <a:lnTo>
                    <a:pt x="928917" y="4553785"/>
                  </a:lnTo>
                  <a:lnTo>
                    <a:pt x="0" y="4826933"/>
                  </a:lnTo>
                  <a:lnTo>
                    <a:pt x="0" y="4832169"/>
                  </a:lnTo>
                  <a:lnTo>
                    <a:pt x="928917" y="4559021"/>
                  </a:lnTo>
                  <a:lnTo>
                    <a:pt x="1857834" y="4166104"/>
                  </a:lnTo>
                  <a:lnTo>
                    <a:pt x="2786751" y="3747270"/>
                  </a:lnTo>
                  <a:lnTo>
                    <a:pt x="3715668" y="3101177"/>
                  </a:lnTo>
                  <a:lnTo>
                    <a:pt x="4644585" y="2435658"/>
                  </a:lnTo>
                  <a:lnTo>
                    <a:pt x="5573502" y="1404449"/>
                  </a:lnTo>
                  <a:lnTo>
                    <a:pt x="6502419" y="856627"/>
                  </a:lnTo>
                  <a:lnTo>
                    <a:pt x="6502419" y="0"/>
                  </a:lnTo>
                  <a:close/>
                </a:path>
              </a:pathLst>
            </a:custGeom>
            <a:solidFill>
              <a:srgbClr val="89C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11463" y="5228130"/>
              <a:ext cx="6503034" cy="3980815"/>
            </a:xfrm>
            <a:custGeom>
              <a:avLst/>
              <a:gdLst/>
              <a:ahLst/>
              <a:cxnLst/>
              <a:rect l="l" t="t" r="r" b="b"/>
              <a:pathLst>
                <a:path w="6503034" h="3980815">
                  <a:moveTo>
                    <a:pt x="6502419" y="0"/>
                  </a:moveTo>
                  <a:lnTo>
                    <a:pt x="5573502" y="547822"/>
                  </a:lnTo>
                  <a:lnTo>
                    <a:pt x="4644585" y="1579031"/>
                  </a:lnTo>
                  <a:lnTo>
                    <a:pt x="3715668" y="2244550"/>
                  </a:lnTo>
                  <a:lnTo>
                    <a:pt x="2786751" y="2890642"/>
                  </a:lnTo>
                  <a:lnTo>
                    <a:pt x="1857834" y="3309477"/>
                  </a:lnTo>
                  <a:lnTo>
                    <a:pt x="928917" y="3702394"/>
                  </a:lnTo>
                  <a:lnTo>
                    <a:pt x="0" y="3975541"/>
                  </a:lnTo>
                  <a:lnTo>
                    <a:pt x="0" y="3980777"/>
                  </a:lnTo>
                  <a:lnTo>
                    <a:pt x="928917" y="3707629"/>
                  </a:lnTo>
                  <a:lnTo>
                    <a:pt x="1857834" y="3314712"/>
                  </a:lnTo>
                  <a:lnTo>
                    <a:pt x="2786751" y="2895878"/>
                  </a:lnTo>
                  <a:lnTo>
                    <a:pt x="3715668" y="2249785"/>
                  </a:lnTo>
                  <a:lnTo>
                    <a:pt x="4644585" y="1584266"/>
                  </a:lnTo>
                  <a:lnTo>
                    <a:pt x="5573502" y="1248136"/>
                  </a:lnTo>
                  <a:lnTo>
                    <a:pt x="6502419" y="855917"/>
                  </a:lnTo>
                  <a:lnTo>
                    <a:pt x="6502419" y="0"/>
                  </a:lnTo>
                  <a:close/>
                </a:path>
              </a:pathLst>
            </a:custGeom>
            <a:solidFill>
              <a:srgbClr val="45B4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811463" y="6078812"/>
              <a:ext cx="6503034" cy="3130550"/>
            </a:xfrm>
            <a:custGeom>
              <a:avLst/>
              <a:gdLst/>
              <a:ahLst/>
              <a:cxnLst/>
              <a:rect l="l" t="t" r="r" b="b"/>
              <a:pathLst>
                <a:path w="6503034" h="3130550">
                  <a:moveTo>
                    <a:pt x="6502419" y="0"/>
                  </a:moveTo>
                  <a:lnTo>
                    <a:pt x="5573502" y="392219"/>
                  </a:lnTo>
                  <a:lnTo>
                    <a:pt x="4644585" y="728349"/>
                  </a:lnTo>
                  <a:lnTo>
                    <a:pt x="3715668" y="1393868"/>
                  </a:lnTo>
                  <a:lnTo>
                    <a:pt x="2786751" y="2039960"/>
                  </a:lnTo>
                  <a:lnTo>
                    <a:pt x="1857834" y="2458795"/>
                  </a:lnTo>
                  <a:lnTo>
                    <a:pt x="928917" y="2851712"/>
                  </a:lnTo>
                  <a:lnTo>
                    <a:pt x="0" y="3124859"/>
                  </a:lnTo>
                  <a:lnTo>
                    <a:pt x="0" y="3130095"/>
                  </a:lnTo>
                  <a:lnTo>
                    <a:pt x="928917" y="2856947"/>
                  </a:lnTo>
                  <a:lnTo>
                    <a:pt x="1857834" y="2464030"/>
                  </a:lnTo>
                  <a:lnTo>
                    <a:pt x="2786751" y="2045196"/>
                  </a:lnTo>
                  <a:lnTo>
                    <a:pt x="3715668" y="1399103"/>
                  </a:lnTo>
                  <a:lnTo>
                    <a:pt x="4644585" y="1221380"/>
                  </a:lnTo>
                  <a:lnTo>
                    <a:pt x="5573502" y="887584"/>
                  </a:lnTo>
                  <a:lnTo>
                    <a:pt x="6502419" y="543251"/>
                  </a:lnTo>
                  <a:lnTo>
                    <a:pt x="6502419" y="0"/>
                  </a:lnTo>
                  <a:close/>
                </a:path>
              </a:pathLst>
            </a:custGeom>
            <a:solidFill>
              <a:srgbClr val="154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11463" y="6616828"/>
              <a:ext cx="6503034" cy="2592705"/>
            </a:xfrm>
            <a:custGeom>
              <a:avLst/>
              <a:gdLst/>
              <a:ahLst/>
              <a:cxnLst/>
              <a:rect l="l" t="t" r="r" b="b"/>
              <a:pathLst>
                <a:path w="6503034" h="2592704">
                  <a:moveTo>
                    <a:pt x="6502419" y="0"/>
                  </a:moveTo>
                  <a:lnTo>
                    <a:pt x="5573502" y="344332"/>
                  </a:lnTo>
                  <a:lnTo>
                    <a:pt x="4644585" y="678129"/>
                  </a:lnTo>
                  <a:lnTo>
                    <a:pt x="3715668" y="855852"/>
                  </a:lnTo>
                  <a:lnTo>
                    <a:pt x="2786751" y="1501944"/>
                  </a:lnTo>
                  <a:lnTo>
                    <a:pt x="1857834" y="1920779"/>
                  </a:lnTo>
                  <a:lnTo>
                    <a:pt x="928917" y="2313696"/>
                  </a:lnTo>
                  <a:lnTo>
                    <a:pt x="0" y="2586843"/>
                  </a:lnTo>
                  <a:lnTo>
                    <a:pt x="0" y="2592079"/>
                  </a:lnTo>
                  <a:lnTo>
                    <a:pt x="928917" y="2318931"/>
                  </a:lnTo>
                  <a:lnTo>
                    <a:pt x="1857834" y="1926014"/>
                  </a:lnTo>
                  <a:lnTo>
                    <a:pt x="2786751" y="1507180"/>
                  </a:lnTo>
                  <a:lnTo>
                    <a:pt x="3715668" y="1314446"/>
                  </a:lnTo>
                  <a:lnTo>
                    <a:pt x="4644585" y="1192975"/>
                  </a:lnTo>
                  <a:lnTo>
                    <a:pt x="5573502" y="886678"/>
                  </a:lnTo>
                  <a:lnTo>
                    <a:pt x="6502419" y="575135"/>
                  </a:lnTo>
                  <a:lnTo>
                    <a:pt x="6502419" y="0"/>
                  </a:lnTo>
                  <a:close/>
                </a:path>
              </a:pathLst>
            </a:custGeom>
            <a:solidFill>
              <a:srgbClr val="2A64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811463" y="7186728"/>
              <a:ext cx="6503034" cy="2022475"/>
            </a:xfrm>
            <a:custGeom>
              <a:avLst/>
              <a:gdLst/>
              <a:ahLst/>
              <a:cxnLst/>
              <a:rect l="l" t="t" r="r" b="b"/>
              <a:pathLst>
                <a:path w="6503034" h="2022475">
                  <a:moveTo>
                    <a:pt x="6502419" y="0"/>
                  </a:moveTo>
                  <a:lnTo>
                    <a:pt x="5573502" y="311543"/>
                  </a:lnTo>
                  <a:lnTo>
                    <a:pt x="4644585" y="617839"/>
                  </a:lnTo>
                  <a:lnTo>
                    <a:pt x="3715668" y="739311"/>
                  </a:lnTo>
                  <a:lnTo>
                    <a:pt x="2786751" y="932044"/>
                  </a:lnTo>
                  <a:lnTo>
                    <a:pt x="1857834" y="1350879"/>
                  </a:lnTo>
                  <a:lnTo>
                    <a:pt x="928917" y="1743796"/>
                  </a:lnTo>
                  <a:lnTo>
                    <a:pt x="0" y="2016943"/>
                  </a:lnTo>
                  <a:lnTo>
                    <a:pt x="0" y="2022179"/>
                  </a:lnTo>
                  <a:lnTo>
                    <a:pt x="928917" y="1749031"/>
                  </a:lnTo>
                  <a:lnTo>
                    <a:pt x="1857834" y="1356114"/>
                  </a:lnTo>
                  <a:lnTo>
                    <a:pt x="2786751" y="1318875"/>
                  </a:lnTo>
                  <a:lnTo>
                    <a:pt x="3715668" y="1236399"/>
                  </a:lnTo>
                  <a:lnTo>
                    <a:pt x="4644585" y="1172532"/>
                  </a:lnTo>
                  <a:lnTo>
                    <a:pt x="5573502" y="970843"/>
                  </a:lnTo>
                  <a:lnTo>
                    <a:pt x="6502419" y="814936"/>
                  </a:lnTo>
                  <a:lnTo>
                    <a:pt x="6502419" y="0"/>
                  </a:lnTo>
                  <a:close/>
                </a:path>
              </a:pathLst>
            </a:custGeom>
            <a:solidFill>
              <a:srgbClr val="2A97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11463" y="7996429"/>
              <a:ext cx="6503034" cy="1212850"/>
            </a:xfrm>
            <a:custGeom>
              <a:avLst/>
              <a:gdLst/>
              <a:ahLst/>
              <a:cxnLst/>
              <a:rect l="l" t="t" r="r" b="b"/>
              <a:pathLst>
                <a:path w="6503034" h="1212850">
                  <a:moveTo>
                    <a:pt x="6502419" y="0"/>
                  </a:moveTo>
                  <a:lnTo>
                    <a:pt x="5573502" y="155907"/>
                  </a:lnTo>
                  <a:lnTo>
                    <a:pt x="4644585" y="357596"/>
                  </a:lnTo>
                  <a:lnTo>
                    <a:pt x="3715668" y="421462"/>
                  </a:lnTo>
                  <a:lnTo>
                    <a:pt x="2786751" y="503938"/>
                  </a:lnTo>
                  <a:lnTo>
                    <a:pt x="1857834" y="541178"/>
                  </a:lnTo>
                  <a:lnTo>
                    <a:pt x="928917" y="934095"/>
                  </a:lnTo>
                  <a:lnTo>
                    <a:pt x="0" y="1207242"/>
                  </a:lnTo>
                  <a:lnTo>
                    <a:pt x="0" y="1212478"/>
                  </a:lnTo>
                  <a:lnTo>
                    <a:pt x="928917" y="939330"/>
                  </a:lnTo>
                  <a:lnTo>
                    <a:pt x="1857834" y="830730"/>
                  </a:lnTo>
                  <a:lnTo>
                    <a:pt x="2786751" y="797232"/>
                  </a:lnTo>
                  <a:lnTo>
                    <a:pt x="3715668" y="714429"/>
                  </a:lnTo>
                  <a:lnTo>
                    <a:pt x="4644585" y="650400"/>
                  </a:lnTo>
                  <a:lnTo>
                    <a:pt x="5573502" y="478107"/>
                  </a:lnTo>
                  <a:lnTo>
                    <a:pt x="6502419" y="360683"/>
                  </a:lnTo>
                  <a:lnTo>
                    <a:pt x="6502419" y="0"/>
                  </a:lnTo>
                  <a:close/>
                </a:path>
              </a:pathLst>
            </a:custGeom>
            <a:solidFill>
              <a:srgbClr val="2A7D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11463" y="8351877"/>
              <a:ext cx="6503034" cy="857250"/>
            </a:xfrm>
            <a:custGeom>
              <a:avLst/>
              <a:gdLst/>
              <a:ahLst/>
              <a:cxnLst/>
              <a:rect l="l" t="t" r="r" b="b"/>
              <a:pathLst>
                <a:path w="6503034" h="857250">
                  <a:moveTo>
                    <a:pt x="6502419" y="0"/>
                  </a:moveTo>
                  <a:lnTo>
                    <a:pt x="5573502" y="117424"/>
                  </a:lnTo>
                  <a:lnTo>
                    <a:pt x="4644585" y="289716"/>
                  </a:lnTo>
                  <a:lnTo>
                    <a:pt x="3715668" y="353746"/>
                  </a:lnTo>
                  <a:lnTo>
                    <a:pt x="2786751" y="436549"/>
                  </a:lnTo>
                  <a:lnTo>
                    <a:pt x="1857834" y="470047"/>
                  </a:lnTo>
                  <a:lnTo>
                    <a:pt x="928917" y="578647"/>
                  </a:lnTo>
                  <a:lnTo>
                    <a:pt x="0" y="851795"/>
                  </a:lnTo>
                  <a:lnTo>
                    <a:pt x="0" y="857030"/>
                  </a:lnTo>
                  <a:lnTo>
                    <a:pt x="928917" y="795268"/>
                  </a:lnTo>
                  <a:lnTo>
                    <a:pt x="1857834" y="689713"/>
                  </a:lnTo>
                  <a:lnTo>
                    <a:pt x="2786751" y="693530"/>
                  </a:lnTo>
                  <a:lnTo>
                    <a:pt x="3715668" y="669030"/>
                  </a:lnTo>
                  <a:lnTo>
                    <a:pt x="4644585" y="612723"/>
                  </a:lnTo>
                  <a:lnTo>
                    <a:pt x="5573502" y="511225"/>
                  </a:lnTo>
                  <a:lnTo>
                    <a:pt x="6502419" y="409365"/>
                  </a:lnTo>
                  <a:lnTo>
                    <a:pt x="6502419" y="0"/>
                  </a:lnTo>
                  <a:close/>
                </a:path>
              </a:pathLst>
            </a:custGeom>
            <a:solidFill>
              <a:srgbClr val="6EB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11463" y="8756007"/>
              <a:ext cx="6503034" cy="1316990"/>
            </a:xfrm>
            <a:custGeom>
              <a:avLst/>
              <a:gdLst/>
              <a:ahLst/>
              <a:cxnLst/>
              <a:rect l="l" t="t" r="r" b="b"/>
              <a:pathLst>
                <a:path w="6503034" h="1316990">
                  <a:moveTo>
                    <a:pt x="1857834" y="280347"/>
                  </a:moveTo>
                  <a:lnTo>
                    <a:pt x="928917" y="385903"/>
                  </a:lnTo>
                  <a:lnTo>
                    <a:pt x="0" y="447664"/>
                  </a:lnTo>
                  <a:lnTo>
                    <a:pt x="0" y="1316983"/>
                  </a:lnTo>
                  <a:lnTo>
                    <a:pt x="6502419" y="1316983"/>
                  </a:lnTo>
                  <a:lnTo>
                    <a:pt x="6502419" y="284165"/>
                  </a:lnTo>
                  <a:lnTo>
                    <a:pt x="2786751" y="284165"/>
                  </a:lnTo>
                  <a:lnTo>
                    <a:pt x="1857834" y="280347"/>
                  </a:lnTo>
                  <a:close/>
                </a:path>
                <a:path w="6503034" h="1316990">
                  <a:moveTo>
                    <a:pt x="6502419" y="0"/>
                  </a:moveTo>
                  <a:lnTo>
                    <a:pt x="4644585" y="203358"/>
                  </a:lnTo>
                  <a:lnTo>
                    <a:pt x="3715668" y="259665"/>
                  </a:lnTo>
                  <a:lnTo>
                    <a:pt x="2786751" y="284165"/>
                  </a:lnTo>
                  <a:lnTo>
                    <a:pt x="6502419" y="284165"/>
                  </a:lnTo>
                  <a:lnTo>
                    <a:pt x="6502419" y="0"/>
                  </a:lnTo>
                  <a:close/>
                </a:path>
              </a:pathLst>
            </a:custGeom>
            <a:solidFill>
              <a:srgbClr val="2AA9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400869" y="10196413"/>
            <a:ext cx="820419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45">
                <a:latin typeface="Trebuchet MS"/>
                <a:cs typeface="Trebuchet MS"/>
              </a:rPr>
              <a:t>EOY15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96099" y="10196413"/>
            <a:ext cx="74104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95">
                <a:latin typeface="Trebuchet MS"/>
                <a:cs typeface="Trebuchet MS"/>
              </a:rPr>
              <a:t>Q2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90">
                <a:latin typeface="Trebuchet MS"/>
                <a:cs typeface="Trebuchet MS"/>
              </a:rPr>
              <a:t>16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38975" y="10196413"/>
            <a:ext cx="75819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165">
                <a:latin typeface="Trebuchet MS"/>
                <a:cs typeface="Trebuchet MS"/>
              </a:rPr>
              <a:t>Q4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100">
                <a:latin typeface="Trebuchet MS"/>
                <a:cs typeface="Trebuchet MS"/>
              </a:rPr>
              <a:t>16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13264" y="10196413"/>
            <a:ext cx="73025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95">
                <a:latin typeface="Trebuchet MS"/>
                <a:cs typeface="Trebuchet MS"/>
              </a:rPr>
              <a:t>Q2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140">
                <a:latin typeface="Trebuchet MS"/>
                <a:cs typeface="Trebuchet MS"/>
              </a:rPr>
              <a:t>17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45173" y="10196413"/>
            <a:ext cx="72834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95">
                <a:latin typeface="Trebuchet MS"/>
                <a:cs typeface="Trebuchet MS"/>
              </a:rPr>
              <a:t>Q3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140">
                <a:latin typeface="Trebuchet MS"/>
                <a:cs typeface="Trebuchet MS"/>
              </a:rPr>
              <a:t>17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648832" y="5104556"/>
            <a:ext cx="4377055" cy="0"/>
          </a:xfrm>
          <a:custGeom>
            <a:avLst/>
            <a:gdLst/>
            <a:ahLst/>
            <a:cxnLst/>
            <a:rect l="l" t="t" r="r" b="b"/>
            <a:pathLst>
              <a:path w="4377055" h="0">
                <a:moveTo>
                  <a:pt x="0" y="0"/>
                </a:moveTo>
                <a:lnTo>
                  <a:pt x="4376830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12544801" y="3131670"/>
            <a:ext cx="4589145" cy="1425575"/>
            <a:chOff x="12544801" y="3131670"/>
            <a:chExt cx="4589145" cy="1425575"/>
          </a:xfrm>
        </p:grpSpPr>
        <p:sp>
          <p:nvSpPr>
            <p:cNvPr id="21" name="object 21"/>
            <p:cNvSpPr/>
            <p:nvPr/>
          </p:nvSpPr>
          <p:spPr>
            <a:xfrm>
              <a:off x="12648833" y="3198855"/>
              <a:ext cx="4377055" cy="1267460"/>
            </a:xfrm>
            <a:custGeom>
              <a:avLst/>
              <a:gdLst/>
              <a:ahLst/>
              <a:cxnLst/>
              <a:rect l="l" t="t" r="r" b="b"/>
              <a:pathLst>
                <a:path w="4377055" h="1267460">
                  <a:moveTo>
                    <a:pt x="0" y="1266977"/>
                  </a:moveTo>
                  <a:lnTo>
                    <a:pt x="4376830" y="1266977"/>
                  </a:lnTo>
                </a:path>
                <a:path w="4377055" h="1267460">
                  <a:moveTo>
                    <a:pt x="0" y="638724"/>
                  </a:moveTo>
                  <a:lnTo>
                    <a:pt x="4376830" y="638724"/>
                  </a:lnTo>
                </a:path>
                <a:path w="4377055" h="1267460">
                  <a:moveTo>
                    <a:pt x="0" y="0"/>
                  </a:moveTo>
                  <a:lnTo>
                    <a:pt x="4376830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2649510" y="3236379"/>
              <a:ext cx="4379595" cy="1216025"/>
            </a:xfrm>
            <a:custGeom>
              <a:avLst/>
              <a:gdLst/>
              <a:ahLst/>
              <a:cxnLst/>
              <a:rect l="l" t="t" r="r" b="b"/>
              <a:pathLst>
                <a:path w="4379594" h="1216025">
                  <a:moveTo>
                    <a:pt x="0" y="1215812"/>
                  </a:moveTo>
                  <a:lnTo>
                    <a:pt x="875903" y="1122745"/>
                  </a:lnTo>
                  <a:lnTo>
                    <a:pt x="1751807" y="886373"/>
                  </a:lnTo>
                  <a:lnTo>
                    <a:pt x="2627710" y="690554"/>
                  </a:lnTo>
                  <a:lnTo>
                    <a:pt x="3503613" y="370610"/>
                  </a:lnTo>
                  <a:lnTo>
                    <a:pt x="4379517" y="0"/>
                  </a:lnTo>
                </a:path>
              </a:pathLst>
            </a:custGeom>
            <a:ln w="62825">
              <a:solidFill>
                <a:srgbClr val="2B90E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44801" y="4347482"/>
              <a:ext cx="209417" cy="20941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20704" y="4254416"/>
              <a:ext cx="209417" cy="20941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96609" y="4018044"/>
              <a:ext cx="209417" cy="20941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2512" y="3822225"/>
              <a:ext cx="209417" cy="20941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48415" y="3502280"/>
              <a:ext cx="209417" cy="20941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24319" y="3131670"/>
              <a:ext cx="209417" cy="209417"/>
            </a:xfrm>
            <a:prstGeom prst="rect">
              <a:avLst/>
            </a:prstGeom>
          </p:spPr>
        </p:pic>
      </p:grpSp>
      <p:sp>
        <p:nvSpPr>
          <p:cNvPr id="29" name="object 29"/>
          <p:cNvSpPr/>
          <p:nvPr/>
        </p:nvSpPr>
        <p:spPr>
          <a:xfrm>
            <a:off x="12654067" y="5732809"/>
            <a:ext cx="4377055" cy="0"/>
          </a:xfrm>
          <a:custGeom>
            <a:avLst/>
            <a:gdLst/>
            <a:ahLst/>
            <a:cxnLst/>
            <a:rect l="l" t="t" r="r" b="b"/>
            <a:pathLst>
              <a:path w="4377055" h="0">
                <a:moveTo>
                  <a:pt x="0" y="0"/>
                </a:moveTo>
                <a:lnTo>
                  <a:pt x="4376830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2280119" y="5861466"/>
            <a:ext cx="508000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92175" algn="l"/>
                <a:tab pos="1750695" algn="l"/>
                <a:tab pos="2672080" algn="l"/>
                <a:tab pos="3519804" algn="l"/>
                <a:tab pos="4431030" algn="l"/>
              </a:tabLst>
            </a:pPr>
            <a:r>
              <a:rPr dirty="0" sz="2300" spc="95">
                <a:latin typeface="Trebuchet MS"/>
                <a:cs typeface="Trebuchet MS"/>
              </a:rPr>
              <a:t>Q2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16</a:t>
            </a:r>
            <a:r>
              <a:rPr dirty="0" sz="2300">
                <a:latin typeface="Trebuchet MS"/>
                <a:cs typeface="Trebuchet MS"/>
              </a:rPr>
              <a:t>	</a:t>
            </a:r>
            <a:r>
              <a:rPr dirty="0" sz="2300" spc="95">
                <a:latin typeface="Trebuchet MS"/>
                <a:cs typeface="Trebuchet MS"/>
              </a:rPr>
              <a:t>Q3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16</a:t>
            </a:r>
            <a:r>
              <a:rPr dirty="0" sz="2300">
                <a:latin typeface="Trebuchet MS"/>
                <a:cs typeface="Trebuchet MS"/>
              </a:rPr>
              <a:t>	</a:t>
            </a:r>
            <a:r>
              <a:rPr dirty="0" sz="2300" spc="165">
                <a:latin typeface="Trebuchet MS"/>
                <a:cs typeface="Trebuchet MS"/>
              </a:rPr>
              <a:t>Q4</a:t>
            </a:r>
            <a:r>
              <a:rPr dirty="0" sz="2300" spc="-17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16</a:t>
            </a:r>
            <a:r>
              <a:rPr dirty="0" sz="2300">
                <a:latin typeface="Trebuchet MS"/>
                <a:cs typeface="Trebuchet MS"/>
              </a:rPr>
              <a:t>	</a:t>
            </a:r>
            <a:r>
              <a:rPr dirty="0" sz="2300" spc="-114">
                <a:latin typeface="Trebuchet MS"/>
                <a:cs typeface="Trebuchet MS"/>
              </a:rPr>
              <a:t>Q1</a:t>
            </a:r>
            <a:r>
              <a:rPr dirty="0" sz="2300" spc="-15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17</a:t>
            </a:r>
            <a:r>
              <a:rPr dirty="0" sz="2300">
                <a:latin typeface="Trebuchet MS"/>
                <a:cs typeface="Trebuchet MS"/>
              </a:rPr>
              <a:t>	</a:t>
            </a:r>
            <a:r>
              <a:rPr dirty="0" sz="2300" spc="95">
                <a:latin typeface="Trebuchet MS"/>
                <a:cs typeface="Trebuchet MS"/>
              </a:rPr>
              <a:t>Q2</a:t>
            </a:r>
            <a:r>
              <a:rPr dirty="0" sz="2300" spc="-165">
                <a:latin typeface="Trebuchet MS"/>
                <a:cs typeface="Trebuchet MS"/>
              </a:rPr>
              <a:t> </a:t>
            </a:r>
            <a:r>
              <a:rPr dirty="0" sz="2300" spc="-25">
                <a:latin typeface="Trebuchet MS"/>
                <a:cs typeface="Trebuchet MS"/>
              </a:rPr>
              <a:t>17</a:t>
            </a:r>
            <a:r>
              <a:rPr dirty="0" sz="2300">
                <a:latin typeface="Trebuchet MS"/>
                <a:cs typeface="Trebuchet MS"/>
              </a:rPr>
              <a:t>	</a:t>
            </a:r>
            <a:r>
              <a:rPr dirty="0" sz="2300" spc="-30">
                <a:latin typeface="Trebuchet MS"/>
                <a:cs typeface="Trebuchet MS"/>
              </a:rPr>
              <a:t>Q317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052049" y="2245531"/>
            <a:ext cx="0" cy="7952105"/>
          </a:xfrm>
          <a:custGeom>
            <a:avLst/>
            <a:gdLst/>
            <a:ahLst/>
            <a:cxnLst/>
            <a:rect l="l" t="t" r="r" b="b"/>
            <a:pathLst>
              <a:path w="0" h="7952105">
                <a:moveTo>
                  <a:pt x="0" y="0"/>
                </a:moveTo>
                <a:lnTo>
                  <a:pt x="0" y="7951654"/>
                </a:lnTo>
              </a:path>
            </a:pathLst>
          </a:custGeom>
          <a:ln w="20941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510783" y="1924414"/>
            <a:ext cx="14629130" cy="20154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19760">
              <a:lnSpc>
                <a:spcPct val="100000"/>
              </a:lnSpc>
              <a:spcBef>
                <a:spcPts val="135"/>
              </a:spcBef>
              <a:tabLst>
                <a:tab pos="10043160" algn="l"/>
              </a:tabLst>
            </a:pP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All</a:t>
            </a:r>
            <a:r>
              <a:rPr dirty="0" sz="2850" spc="-6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90" b="1">
                <a:solidFill>
                  <a:srgbClr val="53585F"/>
                </a:solidFill>
                <a:latin typeface="Arial"/>
                <a:cs typeface="Arial"/>
              </a:rPr>
              <a:t>cohorts</a:t>
            </a:r>
            <a:r>
              <a:rPr dirty="0" sz="2850" spc="-6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keep</a:t>
            </a:r>
            <a:r>
              <a:rPr dirty="0" sz="2850" spc="-6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53585F"/>
                </a:solidFill>
                <a:latin typeface="Arial"/>
                <a:cs typeface="Arial"/>
              </a:rPr>
              <a:t>growing</a:t>
            </a: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	</a:t>
            </a:r>
            <a:r>
              <a:rPr dirty="0" sz="2850" spc="-60" b="1">
                <a:solidFill>
                  <a:srgbClr val="53585F"/>
                </a:solidFill>
                <a:latin typeface="Arial"/>
                <a:cs typeface="Arial"/>
              </a:rPr>
              <a:t>ACV</a:t>
            </a:r>
            <a:r>
              <a:rPr dirty="0" sz="2850" spc="-9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doubled</a:t>
            </a:r>
            <a:r>
              <a:rPr dirty="0" sz="2850" spc="-3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in</a:t>
            </a:r>
            <a:r>
              <a:rPr dirty="0" sz="2850" spc="-3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155" b="1">
                <a:solidFill>
                  <a:srgbClr val="53585F"/>
                </a:solidFill>
                <a:latin typeface="Arial"/>
                <a:cs typeface="Arial"/>
              </a:rPr>
              <a:t>15</a:t>
            </a:r>
            <a:r>
              <a:rPr dirty="0" sz="2850" spc="-3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25" b="1">
                <a:solidFill>
                  <a:srgbClr val="53585F"/>
                </a:solidFill>
                <a:latin typeface="Arial"/>
                <a:cs typeface="Arial"/>
              </a:rPr>
              <a:t>months</a:t>
            </a:r>
            <a:endParaRPr sz="2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850">
              <a:latin typeface="Arial"/>
              <a:cs typeface="Arial"/>
            </a:endParaRPr>
          </a:p>
          <a:p>
            <a:pPr algn="ctr" marR="9530715">
              <a:lnSpc>
                <a:spcPct val="100000"/>
              </a:lnSpc>
            </a:pPr>
            <a:r>
              <a:rPr dirty="0" sz="2850" spc="215" b="1">
                <a:solidFill>
                  <a:srgbClr val="53585F"/>
                </a:solidFill>
                <a:latin typeface="Arial"/>
                <a:cs typeface="Arial"/>
              </a:rPr>
              <a:t>120%</a:t>
            </a:r>
            <a:r>
              <a:rPr dirty="0" sz="2850" spc="-19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353535"/>
                </a:solidFill>
                <a:latin typeface="Lucida Sans Unicode"/>
                <a:cs typeface="Lucida Sans Unicode"/>
              </a:rPr>
              <a:t>net</a:t>
            </a:r>
            <a:r>
              <a:rPr dirty="0" sz="2300" spc="-13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75">
                <a:solidFill>
                  <a:srgbClr val="353535"/>
                </a:solidFill>
                <a:latin typeface="Lucida Sans Unicode"/>
                <a:cs typeface="Lucida Sans Unicode"/>
              </a:rPr>
              <a:t>retention</a:t>
            </a:r>
            <a:r>
              <a:rPr dirty="0" sz="2300" spc="-13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90">
                <a:solidFill>
                  <a:srgbClr val="353535"/>
                </a:solidFill>
                <a:latin typeface="Lucida Sans Unicode"/>
                <a:cs typeface="Lucida Sans Unicode"/>
              </a:rPr>
              <a:t>rate</a:t>
            </a:r>
            <a:r>
              <a:rPr dirty="0" sz="2300" spc="-13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14">
                <a:solidFill>
                  <a:srgbClr val="353535"/>
                </a:solidFill>
                <a:latin typeface="Lucida Sans Unicode"/>
                <a:cs typeface="Lucida Sans Unicode"/>
              </a:rPr>
              <a:t>at</a:t>
            </a:r>
            <a:r>
              <a:rPr dirty="0" sz="2300" spc="-125">
                <a:solidFill>
                  <a:srgbClr val="353535"/>
                </a:solidFill>
                <a:latin typeface="Lucida Sans Unicode"/>
                <a:cs typeface="Lucida Sans Unicode"/>
              </a:rPr>
              <a:t> 6</a:t>
            </a:r>
            <a:r>
              <a:rPr dirty="0" sz="2300" spc="-13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40">
                <a:solidFill>
                  <a:srgbClr val="353535"/>
                </a:solidFill>
                <a:latin typeface="Lucida Sans Unicode"/>
                <a:cs typeface="Lucida Sans Unicode"/>
              </a:rPr>
              <a:t>months</a:t>
            </a:r>
            <a:endParaRPr sz="2300">
              <a:latin typeface="Lucida Sans Unicode"/>
              <a:cs typeface="Lucida Sans Unicode"/>
            </a:endParaRPr>
          </a:p>
          <a:p>
            <a:pPr algn="ctr" marR="9542780">
              <a:lnSpc>
                <a:spcPct val="100000"/>
              </a:lnSpc>
              <a:spcBef>
                <a:spcPts val="1445"/>
              </a:spcBef>
            </a:pPr>
            <a:r>
              <a:rPr dirty="0" sz="2850" spc="215" b="1">
                <a:solidFill>
                  <a:srgbClr val="53585F"/>
                </a:solidFill>
                <a:latin typeface="Arial"/>
                <a:cs typeface="Arial"/>
              </a:rPr>
              <a:t>150%</a:t>
            </a:r>
            <a:r>
              <a:rPr dirty="0" sz="2850" spc="-19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353535"/>
                </a:solidFill>
                <a:latin typeface="Lucida Sans Unicode"/>
                <a:cs typeface="Lucida Sans Unicode"/>
              </a:rPr>
              <a:t>net</a:t>
            </a:r>
            <a:r>
              <a:rPr dirty="0" sz="2300" spc="-13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75">
                <a:solidFill>
                  <a:srgbClr val="353535"/>
                </a:solidFill>
                <a:latin typeface="Lucida Sans Unicode"/>
                <a:cs typeface="Lucida Sans Unicode"/>
              </a:rPr>
              <a:t>retention</a:t>
            </a:r>
            <a:r>
              <a:rPr dirty="0" sz="2300" spc="-13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90">
                <a:solidFill>
                  <a:srgbClr val="353535"/>
                </a:solidFill>
                <a:latin typeface="Lucida Sans Unicode"/>
                <a:cs typeface="Lucida Sans Unicode"/>
              </a:rPr>
              <a:t>rate</a:t>
            </a:r>
            <a:r>
              <a:rPr dirty="0" sz="2300" spc="-13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14">
                <a:solidFill>
                  <a:srgbClr val="353535"/>
                </a:solidFill>
                <a:latin typeface="Lucida Sans Unicode"/>
                <a:cs typeface="Lucida Sans Unicode"/>
              </a:rPr>
              <a:t>at</a:t>
            </a:r>
            <a:r>
              <a:rPr dirty="0" sz="2300" spc="-125">
                <a:solidFill>
                  <a:srgbClr val="353535"/>
                </a:solidFill>
                <a:latin typeface="Lucida Sans Unicode"/>
                <a:cs typeface="Lucida Sans Unicode"/>
              </a:rPr>
              <a:t> 1</a:t>
            </a:r>
            <a:r>
              <a:rPr dirty="0" sz="2300" spc="-13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0">
                <a:solidFill>
                  <a:srgbClr val="353535"/>
                </a:solidFill>
                <a:latin typeface="Lucida Sans Unicode"/>
                <a:cs typeface="Lucida Sans Unicode"/>
              </a:rPr>
              <a:t>year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062520" y="6967273"/>
            <a:ext cx="8390255" cy="0"/>
          </a:xfrm>
          <a:custGeom>
            <a:avLst/>
            <a:gdLst/>
            <a:ahLst/>
            <a:cxnLst/>
            <a:rect l="l" t="t" r="r" b="b"/>
            <a:pathLst>
              <a:path w="8390255" h="0">
                <a:moveTo>
                  <a:pt x="0" y="0"/>
                </a:moveTo>
                <a:lnTo>
                  <a:pt x="8390169" y="0"/>
                </a:lnTo>
              </a:path>
            </a:pathLst>
          </a:custGeom>
          <a:ln w="20941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1484332" y="7599633"/>
            <a:ext cx="6821805" cy="2193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230504">
              <a:lnSpc>
                <a:spcPct val="100000"/>
              </a:lnSpc>
              <a:spcBef>
                <a:spcPts val="135"/>
              </a:spcBef>
            </a:pPr>
            <a:r>
              <a:rPr dirty="0" sz="2850" spc="-20" b="1">
                <a:solidFill>
                  <a:srgbClr val="53585F"/>
                </a:solidFill>
                <a:latin typeface="Arial"/>
                <a:cs typeface="Arial"/>
              </a:rPr>
              <a:t>Usage</a:t>
            </a:r>
            <a:r>
              <a:rPr dirty="0" sz="2850" spc="-17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60" b="1">
                <a:solidFill>
                  <a:srgbClr val="53585F"/>
                </a:solidFill>
                <a:latin typeface="Arial"/>
                <a:cs typeface="Arial"/>
              </a:rPr>
              <a:t>intensifies</a:t>
            </a:r>
            <a:r>
              <a:rPr dirty="0" sz="2850" spc="-13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over</a:t>
            </a:r>
            <a:r>
              <a:rPr dirty="0" sz="2850" spc="-15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20" b="1">
                <a:solidFill>
                  <a:srgbClr val="53585F"/>
                </a:solidFill>
                <a:latin typeface="Arial"/>
                <a:cs typeface="Arial"/>
              </a:rPr>
              <a:t>time</a:t>
            </a:r>
            <a:endParaRPr sz="2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850">
              <a:latin typeface="Arial"/>
              <a:cs typeface="Arial"/>
            </a:endParaRPr>
          </a:p>
          <a:p>
            <a:pPr marL="64769">
              <a:lnSpc>
                <a:spcPct val="100000"/>
              </a:lnSpc>
            </a:pPr>
            <a:r>
              <a:rPr dirty="0" sz="2850" spc="175" b="1">
                <a:solidFill>
                  <a:srgbClr val="53585F"/>
                </a:solidFill>
                <a:latin typeface="Arial"/>
                <a:cs typeface="Arial"/>
              </a:rPr>
              <a:t>3.9x</a:t>
            </a:r>
            <a:r>
              <a:rPr dirty="0" sz="2850" spc="-20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300" spc="-70">
                <a:solidFill>
                  <a:srgbClr val="353535"/>
                </a:solidFill>
                <a:latin typeface="Lucida Sans Unicode"/>
                <a:cs typeface="Lucida Sans Unicode"/>
              </a:rPr>
              <a:t>more</a:t>
            </a:r>
            <a:r>
              <a:rPr dirty="0" sz="2300" spc="-14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75">
                <a:solidFill>
                  <a:srgbClr val="353535"/>
                </a:solidFill>
                <a:latin typeface="Lucida Sans Unicode"/>
                <a:cs typeface="Lucida Sans Unicode"/>
              </a:rPr>
              <a:t>messages</a:t>
            </a:r>
            <a:r>
              <a:rPr dirty="0" sz="2300" spc="-14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85">
                <a:solidFill>
                  <a:srgbClr val="353535"/>
                </a:solidFill>
                <a:latin typeface="Lucida Sans Unicode"/>
                <a:cs typeface="Lucida Sans Unicode"/>
              </a:rPr>
              <a:t>sent</a:t>
            </a:r>
            <a:r>
              <a:rPr dirty="0" sz="2300" spc="-14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5">
                <a:solidFill>
                  <a:srgbClr val="353535"/>
                </a:solidFill>
                <a:latin typeface="Lucida Sans Unicode"/>
                <a:cs typeface="Lucida Sans Unicode"/>
              </a:rPr>
              <a:t>per</a:t>
            </a:r>
            <a:r>
              <a:rPr dirty="0" sz="2300" spc="-135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85">
                <a:solidFill>
                  <a:srgbClr val="353535"/>
                </a:solidFill>
                <a:latin typeface="Lucida Sans Unicode"/>
                <a:cs typeface="Lucida Sans Unicode"/>
              </a:rPr>
              <a:t>user</a:t>
            </a:r>
            <a:r>
              <a:rPr dirty="0" sz="2300" spc="-14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95">
                <a:solidFill>
                  <a:srgbClr val="353535"/>
                </a:solidFill>
                <a:latin typeface="Lucida Sans Unicode"/>
                <a:cs typeface="Lucida Sans Unicode"/>
              </a:rPr>
              <a:t>after</a:t>
            </a:r>
            <a:r>
              <a:rPr dirty="0" sz="2300" spc="-14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25">
                <a:solidFill>
                  <a:srgbClr val="353535"/>
                </a:solidFill>
                <a:latin typeface="Lucida Sans Unicode"/>
                <a:cs typeface="Lucida Sans Unicode"/>
              </a:rPr>
              <a:t>1</a:t>
            </a:r>
            <a:r>
              <a:rPr dirty="0" sz="2300" spc="-14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0">
                <a:solidFill>
                  <a:srgbClr val="353535"/>
                </a:solidFill>
                <a:latin typeface="Lucida Sans Unicode"/>
                <a:cs typeface="Lucida Sans Unicode"/>
              </a:rPr>
              <a:t>year</a:t>
            </a:r>
            <a:endParaRPr sz="23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930"/>
              </a:spcBef>
            </a:pPr>
            <a:r>
              <a:rPr dirty="0" sz="2850" spc="175" b="1">
                <a:solidFill>
                  <a:srgbClr val="53585F"/>
                </a:solidFill>
                <a:latin typeface="Arial"/>
                <a:cs typeface="Arial"/>
              </a:rPr>
              <a:t>4.9x</a:t>
            </a:r>
            <a:r>
              <a:rPr dirty="0" sz="2850" spc="-20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300" spc="-70">
                <a:solidFill>
                  <a:srgbClr val="353535"/>
                </a:solidFill>
                <a:latin typeface="Lucida Sans Unicode"/>
                <a:cs typeface="Lucida Sans Unicode"/>
              </a:rPr>
              <a:t>more</a:t>
            </a:r>
            <a:r>
              <a:rPr dirty="0" sz="2300" spc="-14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75">
                <a:solidFill>
                  <a:srgbClr val="353535"/>
                </a:solidFill>
                <a:latin typeface="Lucida Sans Unicode"/>
                <a:cs typeface="Lucida Sans Unicode"/>
              </a:rPr>
              <a:t>comments</a:t>
            </a:r>
            <a:r>
              <a:rPr dirty="0" sz="2300" spc="-14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95">
                <a:solidFill>
                  <a:srgbClr val="353535"/>
                </a:solidFill>
                <a:latin typeface="Lucida Sans Unicode"/>
                <a:cs typeface="Lucida Sans Unicode"/>
              </a:rPr>
              <a:t>written</a:t>
            </a:r>
            <a:r>
              <a:rPr dirty="0" sz="2300" spc="-14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5">
                <a:solidFill>
                  <a:srgbClr val="353535"/>
                </a:solidFill>
                <a:latin typeface="Lucida Sans Unicode"/>
                <a:cs typeface="Lucida Sans Unicode"/>
              </a:rPr>
              <a:t>per</a:t>
            </a:r>
            <a:r>
              <a:rPr dirty="0" sz="2300" spc="-14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85">
                <a:solidFill>
                  <a:srgbClr val="353535"/>
                </a:solidFill>
                <a:latin typeface="Lucida Sans Unicode"/>
                <a:cs typeface="Lucida Sans Unicode"/>
              </a:rPr>
              <a:t>user</a:t>
            </a:r>
            <a:r>
              <a:rPr dirty="0" sz="2300" spc="-135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95">
                <a:solidFill>
                  <a:srgbClr val="353535"/>
                </a:solidFill>
                <a:latin typeface="Lucida Sans Unicode"/>
                <a:cs typeface="Lucida Sans Unicode"/>
              </a:rPr>
              <a:t>after</a:t>
            </a:r>
            <a:r>
              <a:rPr dirty="0" sz="2300" spc="-14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25">
                <a:solidFill>
                  <a:srgbClr val="353535"/>
                </a:solidFill>
                <a:latin typeface="Lucida Sans Unicode"/>
                <a:cs typeface="Lucida Sans Unicode"/>
              </a:rPr>
              <a:t>1</a:t>
            </a:r>
            <a:r>
              <a:rPr dirty="0" sz="2300" spc="-140">
                <a:solidFill>
                  <a:srgbClr val="35353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0">
                <a:solidFill>
                  <a:srgbClr val="353535"/>
                </a:solidFill>
                <a:latin typeface="Lucida Sans Unicode"/>
                <a:cs typeface="Lucida Sans Unicode"/>
              </a:rPr>
              <a:t>year</a:t>
            </a:r>
            <a:endParaRPr sz="2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68300">
              <a:lnSpc>
                <a:spcPct val="100000"/>
              </a:lnSpc>
              <a:spcBef>
                <a:spcPts val="120"/>
              </a:spcBef>
            </a:pPr>
            <a:r>
              <a:rPr dirty="0" spc="-20">
                <a:solidFill>
                  <a:srgbClr val="53585F"/>
                </a:solidFill>
              </a:rPr>
              <a:t>Team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130">
                <a:solidFill>
                  <a:srgbClr val="53585F"/>
                </a:solidFill>
              </a:rPr>
              <a:t>growth</a:t>
            </a:r>
            <a:r>
              <a:rPr dirty="0" spc="-100">
                <a:solidFill>
                  <a:srgbClr val="53585F"/>
                </a:solidFill>
              </a:rPr>
              <a:t> is</a:t>
            </a:r>
            <a:r>
              <a:rPr dirty="0" spc="-95">
                <a:solidFill>
                  <a:srgbClr val="53585F"/>
                </a:solidFill>
              </a:rPr>
              <a:t> </a:t>
            </a:r>
            <a:r>
              <a:rPr dirty="0" spc="100">
                <a:solidFill>
                  <a:srgbClr val="53585F"/>
                </a:solidFill>
              </a:rPr>
              <a:t>built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75">
                <a:solidFill>
                  <a:srgbClr val="53585F"/>
                </a:solidFill>
              </a:rPr>
              <a:t>upon</a:t>
            </a:r>
            <a:r>
              <a:rPr dirty="0" spc="-95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solid</a:t>
            </a:r>
            <a:r>
              <a:rPr dirty="0" spc="-100">
                <a:solidFill>
                  <a:srgbClr val="53585F"/>
                </a:solidFill>
              </a:rPr>
              <a:t> </a:t>
            </a:r>
            <a:r>
              <a:rPr dirty="0" spc="-10">
                <a:solidFill>
                  <a:srgbClr val="53585F"/>
                </a:solidFill>
              </a:rPr>
              <a:t>foundations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08273" y="3386257"/>
            <a:ext cx="5125720" cy="2477770"/>
            <a:chOff x="3408273" y="3386257"/>
            <a:chExt cx="5125720" cy="2477770"/>
          </a:xfrm>
        </p:grpSpPr>
        <p:sp>
          <p:nvSpPr>
            <p:cNvPr id="4" name="object 4"/>
            <p:cNvSpPr/>
            <p:nvPr/>
          </p:nvSpPr>
          <p:spPr>
            <a:xfrm>
              <a:off x="3413509" y="3753812"/>
              <a:ext cx="5120640" cy="1403350"/>
            </a:xfrm>
            <a:custGeom>
              <a:avLst/>
              <a:gdLst/>
              <a:ahLst/>
              <a:cxnLst/>
              <a:rect l="l" t="t" r="r" b="b"/>
              <a:pathLst>
                <a:path w="5120640" h="1403350">
                  <a:moveTo>
                    <a:pt x="0" y="1403098"/>
                  </a:moveTo>
                  <a:lnTo>
                    <a:pt x="5120262" y="1403098"/>
                  </a:lnTo>
                </a:path>
                <a:path w="5120640" h="1403350">
                  <a:moveTo>
                    <a:pt x="0" y="701549"/>
                  </a:moveTo>
                  <a:lnTo>
                    <a:pt x="5120262" y="701549"/>
                  </a:lnTo>
                </a:path>
                <a:path w="5120640" h="1403350">
                  <a:moveTo>
                    <a:pt x="0" y="0"/>
                  </a:moveTo>
                  <a:lnTo>
                    <a:pt x="5120262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408273" y="5858460"/>
              <a:ext cx="5120640" cy="0"/>
            </a:xfrm>
            <a:custGeom>
              <a:avLst/>
              <a:gdLst/>
              <a:ahLst/>
              <a:cxnLst/>
              <a:rect l="l" t="t" r="r" b="b"/>
              <a:pathLst>
                <a:path w="5120640" h="0">
                  <a:moveTo>
                    <a:pt x="0" y="0"/>
                  </a:moveTo>
                  <a:lnTo>
                    <a:pt x="5120262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413508" y="3386257"/>
              <a:ext cx="5120640" cy="2467610"/>
            </a:xfrm>
            <a:custGeom>
              <a:avLst/>
              <a:gdLst/>
              <a:ahLst/>
              <a:cxnLst/>
              <a:rect l="l" t="t" r="r" b="b"/>
              <a:pathLst>
                <a:path w="5120640" h="2467610">
                  <a:moveTo>
                    <a:pt x="5120262" y="0"/>
                  </a:moveTo>
                  <a:lnTo>
                    <a:pt x="4960255" y="418964"/>
                  </a:lnTo>
                  <a:lnTo>
                    <a:pt x="4800246" y="512068"/>
                  </a:lnTo>
                  <a:lnTo>
                    <a:pt x="4640237" y="512068"/>
                  </a:lnTo>
                  <a:lnTo>
                    <a:pt x="4480230" y="558619"/>
                  </a:lnTo>
                  <a:lnTo>
                    <a:pt x="4320222" y="558619"/>
                  </a:lnTo>
                  <a:lnTo>
                    <a:pt x="4160213" y="605171"/>
                  </a:lnTo>
                  <a:lnTo>
                    <a:pt x="4000204" y="698274"/>
                  </a:lnTo>
                  <a:lnTo>
                    <a:pt x="3840197" y="744825"/>
                  </a:lnTo>
                  <a:lnTo>
                    <a:pt x="3520180" y="1117239"/>
                  </a:lnTo>
                  <a:lnTo>
                    <a:pt x="3360172" y="1443099"/>
                  </a:lnTo>
                  <a:lnTo>
                    <a:pt x="3200164" y="1443099"/>
                  </a:lnTo>
                  <a:lnTo>
                    <a:pt x="2880147" y="1536203"/>
                  </a:lnTo>
                  <a:lnTo>
                    <a:pt x="2720139" y="1629306"/>
                  </a:lnTo>
                  <a:lnTo>
                    <a:pt x="2560131" y="1675857"/>
                  </a:lnTo>
                  <a:lnTo>
                    <a:pt x="2240115" y="1675857"/>
                  </a:lnTo>
                  <a:lnTo>
                    <a:pt x="1920098" y="1768960"/>
                  </a:lnTo>
                  <a:lnTo>
                    <a:pt x="1760090" y="1768960"/>
                  </a:lnTo>
                  <a:lnTo>
                    <a:pt x="1600082" y="1815513"/>
                  </a:lnTo>
                  <a:lnTo>
                    <a:pt x="1440073" y="1815513"/>
                  </a:lnTo>
                  <a:lnTo>
                    <a:pt x="1280065" y="1862064"/>
                  </a:lnTo>
                  <a:lnTo>
                    <a:pt x="1120058" y="1862064"/>
                  </a:lnTo>
                  <a:lnTo>
                    <a:pt x="960049" y="1908616"/>
                  </a:lnTo>
                  <a:lnTo>
                    <a:pt x="800040" y="1908616"/>
                  </a:lnTo>
                  <a:lnTo>
                    <a:pt x="320016" y="2048270"/>
                  </a:lnTo>
                  <a:lnTo>
                    <a:pt x="160007" y="2048270"/>
                  </a:lnTo>
                  <a:lnTo>
                    <a:pt x="0" y="2094822"/>
                  </a:lnTo>
                  <a:lnTo>
                    <a:pt x="0" y="2467234"/>
                  </a:lnTo>
                  <a:lnTo>
                    <a:pt x="5120262" y="2467234"/>
                  </a:lnTo>
                  <a:lnTo>
                    <a:pt x="5120262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3413509" y="3062733"/>
            <a:ext cx="5120640" cy="0"/>
          </a:xfrm>
          <a:custGeom>
            <a:avLst/>
            <a:gdLst/>
            <a:ahLst/>
            <a:cxnLst/>
            <a:rect l="l" t="t" r="r" b="b"/>
            <a:pathLst>
              <a:path w="5120640" h="0">
                <a:moveTo>
                  <a:pt x="0" y="0"/>
                </a:moveTo>
                <a:lnTo>
                  <a:pt x="5120262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002914" y="5652048"/>
            <a:ext cx="20574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150">
                <a:latin typeface="Trebuchet MS"/>
                <a:cs typeface="Trebuchet MS"/>
              </a:rPr>
              <a:t>0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9147" y="4960970"/>
            <a:ext cx="28765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150">
                <a:latin typeface="Trebuchet MS"/>
                <a:cs typeface="Trebuchet MS"/>
              </a:rPr>
              <a:t>15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45851" y="4259421"/>
            <a:ext cx="36131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95">
                <a:latin typeface="Trebuchet MS"/>
                <a:cs typeface="Trebuchet MS"/>
              </a:rPr>
              <a:t>30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45851" y="3557871"/>
            <a:ext cx="35877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80">
                <a:latin typeface="Trebuchet MS"/>
                <a:cs typeface="Trebuchet MS"/>
              </a:rPr>
              <a:t>45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24909" y="2866793"/>
            <a:ext cx="37338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130">
                <a:latin typeface="Trebuchet MS"/>
                <a:cs typeface="Trebuchet MS"/>
              </a:rPr>
              <a:t>60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34327" y="5955704"/>
            <a:ext cx="75120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20">
                <a:latin typeface="Trebuchet MS"/>
                <a:cs typeface="Trebuchet MS"/>
              </a:rPr>
              <a:t>3/1/15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90833" y="5955704"/>
            <a:ext cx="80010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04">
                <a:latin typeface="Trebuchet MS"/>
                <a:cs typeface="Trebuchet MS"/>
              </a:rPr>
              <a:t>11/1/15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10165" y="5955704"/>
            <a:ext cx="72961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50">
                <a:latin typeface="Trebuchet MS"/>
                <a:cs typeface="Trebuchet MS"/>
              </a:rPr>
              <a:t>7/1/16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77142" y="5955704"/>
            <a:ext cx="74993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25">
                <a:latin typeface="Trebuchet MS"/>
                <a:cs typeface="Trebuchet MS"/>
              </a:rPr>
              <a:t>3/1/17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33648" y="5955704"/>
            <a:ext cx="79883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04">
                <a:latin typeface="Trebuchet MS"/>
                <a:cs typeface="Trebuchet MS"/>
              </a:rPr>
              <a:t>11/1/17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18590" y="2249011"/>
            <a:ext cx="3576954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10" b="1">
                <a:solidFill>
                  <a:srgbClr val="53585F"/>
                </a:solidFill>
                <a:latin typeface="Arial"/>
                <a:cs typeface="Arial"/>
              </a:rPr>
              <a:t>Headcount</a:t>
            </a:r>
            <a:r>
              <a:rPr dirty="0" sz="2850" spc="-12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53585F"/>
                </a:solidFill>
                <a:latin typeface="Arial"/>
                <a:cs typeface="Arial"/>
              </a:rPr>
              <a:t>evolution</a:t>
            </a:r>
            <a:endParaRPr sz="28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570323" y="8162055"/>
            <a:ext cx="5434965" cy="0"/>
          </a:xfrm>
          <a:custGeom>
            <a:avLst/>
            <a:gdLst/>
            <a:ahLst/>
            <a:cxnLst/>
            <a:rect l="l" t="t" r="r" b="b"/>
            <a:pathLst>
              <a:path w="5434965" h="0">
                <a:moveTo>
                  <a:pt x="0" y="0"/>
                </a:moveTo>
                <a:lnTo>
                  <a:pt x="5434389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1570323" y="8612302"/>
          <a:ext cx="5516245" cy="1506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3760"/>
                <a:gridCol w="785495"/>
                <a:gridCol w="303529"/>
                <a:gridCol w="774700"/>
                <a:gridCol w="161925"/>
              </a:tblGrid>
              <a:tr h="502284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929292"/>
                      </a:solidFill>
                      <a:prstDash val="dash"/>
                    </a:lnT>
                    <a:lnB w="12700">
                      <a:solidFill>
                        <a:srgbClr val="929292"/>
                      </a:solidFill>
                      <a:prstDash val="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B9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929292"/>
                      </a:solidFill>
                      <a:prstDash val="dash"/>
                    </a:lnT>
                    <a:lnB w="12700">
                      <a:solidFill>
                        <a:srgbClr val="929292"/>
                      </a:solidFill>
                      <a:prstDash val="dash"/>
                    </a:lnB>
                  </a:tcPr>
                </a:tc>
              </a:tr>
              <a:tr h="502284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929292"/>
                      </a:solidFill>
                      <a:prstDash val="dash"/>
                    </a:lnT>
                    <a:lnB w="12700">
                      <a:solidFill>
                        <a:srgbClr val="929292"/>
                      </a:solidFill>
                      <a:prstDash val="dash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B9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929292"/>
                      </a:solidFill>
                      <a:prstDash val="dash"/>
                    </a:lnT>
                    <a:lnB w="12700">
                      <a:solidFill>
                        <a:srgbClr val="929292"/>
                      </a:solidFill>
                      <a:prstDash val="dash"/>
                    </a:lnB>
                  </a:tcPr>
                </a:tc>
              </a:tr>
              <a:tr h="29781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929292"/>
                      </a:solidFill>
                      <a:prstDash val="dash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B90EE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929292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B9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B90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12700">
                      <a:solidFill>
                        <a:srgbClr val="929292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10981729" y="7815333"/>
            <a:ext cx="383540" cy="253873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algn="r" marR="8255">
              <a:lnSpc>
                <a:spcPct val="100000"/>
              </a:lnSpc>
              <a:spcBef>
                <a:spcPts val="1295"/>
              </a:spcBef>
            </a:pPr>
            <a:r>
              <a:rPr dirty="0" sz="2300" spc="165">
                <a:latin typeface="Trebuchet MS"/>
                <a:cs typeface="Trebuchet MS"/>
              </a:rPr>
              <a:t>40</a:t>
            </a:r>
            <a:endParaRPr sz="2300">
              <a:latin typeface="Trebuchet MS"/>
              <a:cs typeface="Trebuchet MS"/>
            </a:endParaRPr>
          </a:p>
          <a:p>
            <a:pPr algn="r" marR="6350">
              <a:lnSpc>
                <a:spcPct val="100000"/>
              </a:lnSpc>
              <a:spcBef>
                <a:spcPts val="1195"/>
              </a:spcBef>
            </a:pPr>
            <a:r>
              <a:rPr dirty="0" sz="2300" spc="95">
                <a:latin typeface="Trebuchet MS"/>
                <a:cs typeface="Trebuchet MS"/>
              </a:rPr>
              <a:t>30</a:t>
            </a:r>
            <a:endParaRPr sz="23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1200"/>
              </a:spcBef>
            </a:pPr>
            <a:r>
              <a:rPr dirty="0" sz="2300" spc="95">
                <a:latin typeface="Trebuchet MS"/>
                <a:cs typeface="Trebuchet MS"/>
              </a:rPr>
              <a:t>20</a:t>
            </a:r>
            <a:endParaRPr sz="2300">
              <a:latin typeface="Trebuchet MS"/>
              <a:cs typeface="Trebuchet MS"/>
            </a:endParaRPr>
          </a:p>
          <a:p>
            <a:pPr algn="r" marR="5715">
              <a:lnSpc>
                <a:spcPct val="100000"/>
              </a:lnSpc>
              <a:spcBef>
                <a:spcPts val="1195"/>
              </a:spcBef>
            </a:pPr>
            <a:r>
              <a:rPr dirty="0" sz="2300" spc="-25">
                <a:latin typeface="Trebuchet MS"/>
                <a:cs typeface="Trebuchet MS"/>
              </a:rPr>
              <a:t>10</a:t>
            </a:r>
            <a:endParaRPr sz="23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1200"/>
              </a:spcBef>
            </a:pPr>
            <a:r>
              <a:rPr dirty="0" sz="2300" spc="150">
                <a:latin typeface="Trebuchet MS"/>
                <a:cs typeface="Trebuchet MS"/>
              </a:rPr>
              <a:t>0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049759" y="10290650"/>
            <a:ext cx="129539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434">
                <a:latin typeface="Trebuchet MS"/>
                <a:cs typeface="Trebuchet MS"/>
              </a:rPr>
              <a:t>1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107319" y="10290650"/>
            <a:ext cx="18288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50">
                <a:latin typeface="Trebuchet MS"/>
                <a:cs typeface="Trebuchet MS"/>
              </a:rPr>
              <a:t>2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196291" y="10290650"/>
            <a:ext cx="18161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50">
                <a:latin typeface="Trebuchet MS"/>
                <a:cs typeface="Trebuchet MS"/>
              </a:rPr>
              <a:t>3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274793" y="10290650"/>
            <a:ext cx="20066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114">
                <a:latin typeface="Trebuchet MS"/>
                <a:cs typeface="Trebuchet MS"/>
              </a:rPr>
              <a:t>4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374236" y="10290650"/>
            <a:ext cx="18415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50">
                <a:latin typeface="Trebuchet MS"/>
                <a:cs typeface="Trebuchet MS"/>
              </a:rPr>
              <a:t>5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175410" y="7316920"/>
            <a:ext cx="4043679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150" b="1">
                <a:solidFill>
                  <a:srgbClr val="53585F"/>
                </a:solidFill>
                <a:latin typeface="Arial"/>
                <a:cs typeface="Arial"/>
              </a:rPr>
              <a:t>Last</a:t>
            </a:r>
            <a:r>
              <a:rPr dirty="0" sz="2850" spc="-7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53585F"/>
                </a:solidFill>
                <a:latin typeface="Arial"/>
                <a:cs typeface="Arial"/>
              </a:rPr>
              <a:t>team</a:t>
            </a:r>
            <a:r>
              <a:rPr dirty="0" sz="2850" spc="-8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40" b="1">
                <a:solidFill>
                  <a:srgbClr val="53585F"/>
                </a:solidFill>
                <a:latin typeface="Arial"/>
                <a:cs typeface="Arial"/>
              </a:rPr>
              <a:t>offsite</a:t>
            </a:r>
            <a:r>
              <a:rPr dirty="0" sz="2850" spc="-75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25" b="1">
                <a:solidFill>
                  <a:srgbClr val="53585F"/>
                </a:solidFill>
                <a:latin typeface="Arial"/>
                <a:cs typeface="Arial"/>
              </a:rPr>
              <a:t>ratings</a:t>
            </a:r>
            <a:endParaRPr sz="28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028818" y="3097152"/>
            <a:ext cx="4500245" cy="266001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algn="ctr" marR="2540">
              <a:lnSpc>
                <a:spcPct val="100000"/>
              </a:lnSpc>
              <a:spcBef>
                <a:spcPts val="915"/>
              </a:spcBef>
            </a:pPr>
            <a:r>
              <a:rPr dirty="0" sz="11550" spc="-50" b="1">
                <a:solidFill>
                  <a:srgbClr val="2B90EE"/>
                </a:solidFill>
                <a:latin typeface="Courier New"/>
                <a:cs typeface="Courier New"/>
              </a:rPr>
              <a:t>0</a:t>
            </a:r>
            <a:endParaRPr sz="1155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dirty="0" sz="2300">
                <a:solidFill>
                  <a:srgbClr val="2B90EE"/>
                </a:solidFill>
                <a:latin typeface="Tahoma"/>
                <a:cs typeface="Tahoma"/>
              </a:rPr>
              <a:t>voluntary</a:t>
            </a:r>
            <a:r>
              <a:rPr dirty="0" sz="2300" spc="-55">
                <a:solidFill>
                  <a:srgbClr val="2B90EE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2B90EE"/>
                </a:solidFill>
                <a:latin typeface="Tahoma"/>
                <a:cs typeface="Tahoma"/>
              </a:rPr>
              <a:t>departures</a:t>
            </a:r>
            <a:r>
              <a:rPr dirty="0" sz="2300" spc="-50">
                <a:solidFill>
                  <a:srgbClr val="2B90EE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2B90EE"/>
                </a:solidFill>
                <a:latin typeface="Tahoma"/>
                <a:cs typeface="Tahoma"/>
              </a:rPr>
              <a:t>among</a:t>
            </a:r>
            <a:endParaRPr sz="23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dirty="0" sz="2300" spc="60">
                <a:solidFill>
                  <a:srgbClr val="2B90EE"/>
                </a:solidFill>
                <a:latin typeface="Tahoma"/>
                <a:cs typeface="Tahoma"/>
              </a:rPr>
              <a:t>employed</a:t>
            </a:r>
            <a:r>
              <a:rPr dirty="0" sz="2300" spc="-65">
                <a:solidFill>
                  <a:srgbClr val="2B90EE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2B90EE"/>
                </a:solidFill>
                <a:latin typeface="Tahoma"/>
                <a:cs typeface="Tahoma"/>
              </a:rPr>
              <a:t>for</a:t>
            </a:r>
            <a:r>
              <a:rPr dirty="0" sz="2300" spc="-65">
                <a:solidFill>
                  <a:srgbClr val="2B90EE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2B90EE"/>
                </a:solidFill>
                <a:latin typeface="Tahoma"/>
                <a:cs typeface="Tahoma"/>
              </a:rPr>
              <a:t>more</a:t>
            </a:r>
            <a:r>
              <a:rPr dirty="0" sz="2300" spc="-60">
                <a:solidFill>
                  <a:srgbClr val="2B90EE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2B90EE"/>
                </a:solidFill>
                <a:latin typeface="Tahoma"/>
                <a:cs typeface="Tahoma"/>
              </a:rPr>
              <a:t>than</a:t>
            </a:r>
            <a:r>
              <a:rPr dirty="0" sz="2300" spc="-65">
                <a:solidFill>
                  <a:srgbClr val="2B90EE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2B90EE"/>
                </a:solidFill>
                <a:latin typeface="Tahoma"/>
                <a:cs typeface="Tahoma"/>
              </a:rPr>
              <a:t>3</a:t>
            </a:r>
            <a:r>
              <a:rPr dirty="0" sz="2300" spc="-60">
                <a:solidFill>
                  <a:srgbClr val="2B90EE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2B90EE"/>
                </a:solidFill>
                <a:latin typeface="Tahoma"/>
                <a:cs typeface="Tahoma"/>
              </a:rPr>
              <a:t>months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201556" y="2249011"/>
            <a:ext cx="2148840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50" b="1">
                <a:solidFill>
                  <a:srgbClr val="53585F"/>
                </a:solidFill>
                <a:latin typeface="Arial"/>
                <a:cs typeface="Arial"/>
              </a:rPr>
              <a:t>Low</a:t>
            </a:r>
            <a:r>
              <a:rPr dirty="0" sz="2850" spc="-14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53585F"/>
                </a:solidFill>
                <a:latin typeface="Arial"/>
                <a:cs typeface="Arial"/>
              </a:rPr>
              <a:t>attrition</a:t>
            </a:r>
            <a:endParaRPr sz="285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350811" y="2228390"/>
            <a:ext cx="15402560" cy="8004175"/>
            <a:chOff x="2350811" y="2228390"/>
            <a:chExt cx="15402560" cy="8004175"/>
          </a:xfrm>
        </p:grpSpPr>
        <p:sp>
          <p:nvSpPr>
            <p:cNvPr id="31" name="object 31"/>
            <p:cNvSpPr/>
            <p:nvPr/>
          </p:nvSpPr>
          <p:spPr>
            <a:xfrm>
              <a:off x="10052050" y="2238868"/>
              <a:ext cx="0" cy="7931784"/>
            </a:xfrm>
            <a:custGeom>
              <a:avLst/>
              <a:gdLst/>
              <a:ahLst/>
              <a:cxnLst/>
              <a:rect l="l" t="t" r="r" b="b"/>
              <a:pathLst>
                <a:path w="0" h="7931784">
                  <a:moveTo>
                    <a:pt x="0" y="0"/>
                  </a:moveTo>
                  <a:lnTo>
                    <a:pt x="0" y="7931573"/>
                  </a:lnTo>
                </a:path>
              </a:pathLst>
            </a:custGeom>
            <a:ln w="20941">
              <a:solidFill>
                <a:srgbClr val="D6D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361289" y="6852459"/>
              <a:ext cx="15381605" cy="0"/>
            </a:xfrm>
            <a:custGeom>
              <a:avLst/>
              <a:gdLst/>
              <a:ahLst/>
              <a:cxnLst/>
              <a:rect l="l" t="t" r="r" b="b"/>
              <a:pathLst>
                <a:path w="15381605" h="0">
                  <a:moveTo>
                    <a:pt x="0" y="0"/>
                  </a:moveTo>
                  <a:lnTo>
                    <a:pt x="15381521" y="0"/>
                  </a:lnTo>
                </a:path>
              </a:pathLst>
            </a:custGeom>
            <a:ln w="20941">
              <a:solidFill>
                <a:srgbClr val="D6D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422158" y="8638480"/>
              <a:ext cx="366395" cy="365125"/>
            </a:xfrm>
            <a:custGeom>
              <a:avLst/>
              <a:gdLst/>
              <a:ahLst/>
              <a:cxnLst/>
              <a:rect l="l" t="t" r="r" b="b"/>
              <a:pathLst>
                <a:path w="366395" h="365125">
                  <a:moveTo>
                    <a:pt x="339165" y="0"/>
                  </a:moveTo>
                  <a:lnTo>
                    <a:pt x="27133" y="0"/>
                  </a:lnTo>
                  <a:lnTo>
                    <a:pt x="16571" y="2122"/>
                  </a:lnTo>
                  <a:lnTo>
                    <a:pt x="7947" y="7909"/>
                  </a:lnTo>
                  <a:lnTo>
                    <a:pt x="2132" y="16492"/>
                  </a:lnTo>
                  <a:lnTo>
                    <a:pt x="0" y="27003"/>
                  </a:lnTo>
                  <a:lnTo>
                    <a:pt x="0" y="337547"/>
                  </a:lnTo>
                  <a:lnTo>
                    <a:pt x="2132" y="348059"/>
                  </a:lnTo>
                  <a:lnTo>
                    <a:pt x="7947" y="356643"/>
                  </a:lnTo>
                  <a:lnTo>
                    <a:pt x="16571" y="362430"/>
                  </a:lnTo>
                  <a:lnTo>
                    <a:pt x="27133" y="364552"/>
                  </a:lnTo>
                  <a:lnTo>
                    <a:pt x="339165" y="364552"/>
                  </a:lnTo>
                  <a:lnTo>
                    <a:pt x="349726" y="362430"/>
                  </a:lnTo>
                  <a:lnTo>
                    <a:pt x="358351" y="356643"/>
                  </a:lnTo>
                  <a:lnTo>
                    <a:pt x="364166" y="348059"/>
                  </a:lnTo>
                  <a:lnTo>
                    <a:pt x="366298" y="337547"/>
                  </a:lnTo>
                  <a:lnTo>
                    <a:pt x="366298" y="27003"/>
                  </a:lnTo>
                  <a:lnTo>
                    <a:pt x="364166" y="16492"/>
                  </a:lnTo>
                  <a:lnTo>
                    <a:pt x="358351" y="7909"/>
                  </a:lnTo>
                  <a:lnTo>
                    <a:pt x="349726" y="2122"/>
                  </a:lnTo>
                  <a:lnTo>
                    <a:pt x="339165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8616" y="8715847"/>
              <a:ext cx="212696" cy="21475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829157" y="8638480"/>
              <a:ext cx="366395" cy="365125"/>
            </a:xfrm>
            <a:custGeom>
              <a:avLst/>
              <a:gdLst/>
              <a:ahLst/>
              <a:cxnLst/>
              <a:rect l="l" t="t" r="r" b="b"/>
              <a:pathLst>
                <a:path w="366395" h="365125">
                  <a:moveTo>
                    <a:pt x="339165" y="0"/>
                  </a:moveTo>
                  <a:lnTo>
                    <a:pt x="27133" y="0"/>
                  </a:lnTo>
                  <a:lnTo>
                    <a:pt x="16571" y="2122"/>
                  </a:lnTo>
                  <a:lnTo>
                    <a:pt x="7946" y="7909"/>
                  </a:lnTo>
                  <a:lnTo>
                    <a:pt x="2132" y="16492"/>
                  </a:lnTo>
                  <a:lnTo>
                    <a:pt x="0" y="27003"/>
                  </a:lnTo>
                  <a:lnTo>
                    <a:pt x="0" y="337547"/>
                  </a:lnTo>
                  <a:lnTo>
                    <a:pt x="2132" y="348059"/>
                  </a:lnTo>
                  <a:lnTo>
                    <a:pt x="7946" y="356643"/>
                  </a:lnTo>
                  <a:lnTo>
                    <a:pt x="16571" y="362430"/>
                  </a:lnTo>
                  <a:lnTo>
                    <a:pt x="27133" y="364552"/>
                  </a:lnTo>
                  <a:lnTo>
                    <a:pt x="339165" y="364552"/>
                  </a:lnTo>
                  <a:lnTo>
                    <a:pt x="349726" y="362430"/>
                  </a:lnTo>
                  <a:lnTo>
                    <a:pt x="358351" y="356643"/>
                  </a:lnTo>
                  <a:lnTo>
                    <a:pt x="364166" y="348059"/>
                  </a:lnTo>
                  <a:lnTo>
                    <a:pt x="366298" y="337547"/>
                  </a:lnTo>
                  <a:lnTo>
                    <a:pt x="366298" y="27003"/>
                  </a:lnTo>
                  <a:lnTo>
                    <a:pt x="364166" y="16492"/>
                  </a:lnTo>
                  <a:lnTo>
                    <a:pt x="358351" y="7909"/>
                  </a:lnTo>
                  <a:lnTo>
                    <a:pt x="349726" y="2122"/>
                  </a:lnTo>
                  <a:lnTo>
                    <a:pt x="339165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5614" y="8715847"/>
              <a:ext cx="212697" cy="21475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236155" y="8638480"/>
              <a:ext cx="366395" cy="365125"/>
            </a:xfrm>
            <a:custGeom>
              <a:avLst/>
              <a:gdLst/>
              <a:ahLst/>
              <a:cxnLst/>
              <a:rect l="l" t="t" r="r" b="b"/>
              <a:pathLst>
                <a:path w="366395" h="365125">
                  <a:moveTo>
                    <a:pt x="339165" y="0"/>
                  </a:moveTo>
                  <a:lnTo>
                    <a:pt x="27133" y="0"/>
                  </a:lnTo>
                  <a:lnTo>
                    <a:pt x="16571" y="2122"/>
                  </a:lnTo>
                  <a:lnTo>
                    <a:pt x="7946" y="7909"/>
                  </a:lnTo>
                  <a:lnTo>
                    <a:pt x="2132" y="16492"/>
                  </a:lnTo>
                  <a:lnTo>
                    <a:pt x="0" y="27003"/>
                  </a:lnTo>
                  <a:lnTo>
                    <a:pt x="0" y="337547"/>
                  </a:lnTo>
                  <a:lnTo>
                    <a:pt x="2132" y="348059"/>
                  </a:lnTo>
                  <a:lnTo>
                    <a:pt x="7946" y="356643"/>
                  </a:lnTo>
                  <a:lnTo>
                    <a:pt x="16571" y="362430"/>
                  </a:lnTo>
                  <a:lnTo>
                    <a:pt x="27133" y="364552"/>
                  </a:lnTo>
                  <a:lnTo>
                    <a:pt x="339165" y="364552"/>
                  </a:lnTo>
                  <a:lnTo>
                    <a:pt x="349727" y="362430"/>
                  </a:lnTo>
                  <a:lnTo>
                    <a:pt x="358351" y="356643"/>
                  </a:lnTo>
                  <a:lnTo>
                    <a:pt x="364166" y="348059"/>
                  </a:lnTo>
                  <a:lnTo>
                    <a:pt x="366298" y="337547"/>
                  </a:lnTo>
                  <a:lnTo>
                    <a:pt x="366298" y="27003"/>
                  </a:lnTo>
                  <a:lnTo>
                    <a:pt x="364166" y="16492"/>
                  </a:lnTo>
                  <a:lnTo>
                    <a:pt x="358351" y="7909"/>
                  </a:lnTo>
                  <a:lnTo>
                    <a:pt x="349727" y="2122"/>
                  </a:lnTo>
                  <a:lnTo>
                    <a:pt x="339165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2613" y="8715847"/>
              <a:ext cx="212696" cy="21475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643154" y="8638480"/>
              <a:ext cx="366395" cy="365125"/>
            </a:xfrm>
            <a:custGeom>
              <a:avLst/>
              <a:gdLst/>
              <a:ahLst/>
              <a:cxnLst/>
              <a:rect l="l" t="t" r="r" b="b"/>
              <a:pathLst>
                <a:path w="366395" h="365125">
                  <a:moveTo>
                    <a:pt x="339165" y="0"/>
                  </a:moveTo>
                  <a:lnTo>
                    <a:pt x="27133" y="0"/>
                  </a:lnTo>
                  <a:lnTo>
                    <a:pt x="16571" y="2122"/>
                  </a:lnTo>
                  <a:lnTo>
                    <a:pt x="7946" y="7909"/>
                  </a:lnTo>
                  <a:lnTo>
                    <a:pt x="2132" y="16492"/>
                  </a:lnTo>
                  <a:lnTo>
                    <a:pt x="0" y="27003"/>
                  </a:lnTo>
                  <a:lnTo>
                    <a:pt x="0" y="337547"/>
                  </a:lnTo>
                  <a:lnTo>
                    <a:pt x="2132" y="348059"/>
                  </a:lnTo>
                  <a:lnTo>
                    <a:pt x="7946" y="356643"/>
                  </a:lnTo>
                  <a:lnTo>
                    <a:pt x="16571" y="362430"/>
                  </a:lnTo>
                  <a:lnTo>
                    <a:pt x="27133" y="364552"/>
                  </a:lnTo>
                  <a:lnTo>
                    <a:pt x="339165" y="364552"/>
                  </a:lnTo>
                  <a:lnTo>
                    <a:pt x="349727" y="362430"/>
                  </a:lnTo>
                  <a:lnTo>
                    <a:pt x="358351" y="356643"/>
                  </a:lnTo>
                  <a:lnTo>
                    <a:pt x="364166" y="348059"/>
                  </a:lnTo>
                  <a:lnTo>
                    <a:pt x="366298" y="337547"/>
                  </a:lnTo>
                  <a:lnTo>
                    <a:pt x="366298" y="27003"/>
                  </a:lnTo>
                  <a:lnTo>
                    <a:pt x="364166" y="16492"/>
                  </a:lnTo>
                  <a:lnTo>
                    <a:pt x="358351" y="7909"/>
                  </a:lnTo>
                  <a:lnTo>
                    <a:pt x="349727" y="2122"/>
                  </a:lnTo>
                  <a:lnTo>
                    <a:pt x="339165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19612" y="8715847"/>
              <a:ext cx="212696" cy="21475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050153" y="8638480"/>
              <a:ext cx="366395" cy="365125"/>
            </a:xfrm>
            <a:custGeom>
              <a:avLst/>
              <a:gdLst/>
              <a:ahLst/>
              <a:cxnLst/>
              <a:rect l="l" t="t" r="r" b="b"/>
              <a:pathLst>
                <a:path w="366395" h="365125">
                  <a:moveTo>
                    <a:pt x="339166" y="0"/>
                  </a:moveTo>
                  <a:lnTo>
                    <a:pt x="27134" y="0"/>
                  </a:lnTo>
                  <a:lnTo>
                    <a:pt x="16572" y="2122"/>
                  </a:lnTo>
                  <a:lnTo>
                    <a:pt x="7947" y="7909"/>
                  </a:lnTo>
                  <a:lnTo>
                    <a:pt x="2132" y="16492"/>
                  </a:lnTo>
                  <a:lnTo>
                    <a:pt x="0" y="27003"/>
                  </a:lnTo>
                  <a:lnTo>
                    <a:pt x="0" y="337547"/>
                  </a:lnTo>
                  <a:lnTo>
                    <a:pt x="2132" y="348059"/>
                  </a:lnTo>
                  <a:lnTo>
                    <a:pt x="7947" y="356643"/>
                  </a:lnTo>
                  <a:lnTo>
                    <a:pt x="16572" y="362430"/>
                  </a:lnTo>
                  <a:lnTo>
                    <a:pt x="27134" y="364552"/>
                  </a:lnTo>
                  <a:lnTo>
                    <a:pt x="339166" y="364552"/>
                  </a:lnTo>
                  <a:lnTo>
                    <a:pt x="349727" y="362430"/>
                  </a:lnTo>
                  <a:lnTo>
                    <a:pt x="358352" y="356643"/>
                  </a:lnTo>
                  <a:lnTo>
                    <a:pt x="364167" y="348059"/>
                  </a:lnTo>
                  <a:lnTo>
                    <a:pt x="366299" y="337547"/>
                  </a:lnTo>
                  <a:lnTo>
                    <a:pt x="366299" y="27003"/>
                  </a:lnTo>
                  <a:lnTo>
                    <a:pt x="364167" y="16492"/>
                  </a:lnTo>
                  <a:lnTo>
                    <a:pt x="358352" y="7909"/>
                  </a:lnTo>
                  <a:lnTo>
                    <a:pt x="349727" y="2122"/>
                  </a:lnTo>
                  <a:lnTo>
                    <a:pt x="339166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6611" y="8715847"/>
              <a:ext cx="212696" cy="21475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884450" y="9408091"/>
              <a:ext cx="768350" cy="769620"/>
            </a:xfrm>
            <a:custGeom>
              <a:avLst/>
              <a:gdLst/>
              <a:ahLst/>
              <a:cxnLst/>
              <a:rect l="l" t="t" r="r" b="b"/>
              <a:pathLst>
                <a:path w="768350" h="769620">
                  <a:moveTo>
                    <a:pt x="0" y="443348"/>
                  </a:moveTo>
                  <a:lnTo>
                    <a:pt x="21068" y="523884"/>
                  </a:lnTo>
                  <a:lnTo>
                    <a:pt x="40345" y="565703"/>
                  </a:lnTo>
                  <a:lnTo>
                    <a:pt x="64317" y="604652"/>
                  </a:lnTo>
                  <a:lnTo>
                    <a:pt x="92624" y="640369"/>
                  </a:lnTo>
                  <a:lnTo>
                    <a:pt x="124903" y="672494"/>
                  </a:lnTo>
                  <a:lnTo>
                    <a:pt x="160791" y="700665"/>
                  </a:lnTo>
                  <a:lnTo>
                    <a:pt x="199926" y="724524"/>
                  </a:lnTo>
                  <a:lnTo>
                    <a:pt x="241946" y="743708"/>
                  </a:lnTo>
                  <a:lnTo>
                    <a:pt x="286488" y="757857"/>
                  </a:lnTo>
                  <a:lnTo>
                    <a:pt x="333191" y="766611"/>
                  </a:lnTo>
                  <a:lnTo>
                    <a:pt x="381691" y="769610"/>
                  </a:lnTo>
                  <a:lnTo>
                    <a:pt x="430192" y="766611"/>
                  </a:lnTo>
                  <a:lnTo>
                    <a:pt x="476894" y="757857"/>
                  </a:lnTo>
                  <a:lnTo>
                    <a:pt x="521437" y="743708"/>
                  </a:lnTo>
                  <a:lnTo>
                    <a:pt x="563457" y="724524"/>
                  </a:lnTo>
                  <a:lnTo>
                    <a:pt x="602592" y="700666"/>
                  </a:lnTo>
                  <a:lnTo>
                    <a:pt x="638480" y="672494"/>
                  </a:lnTo>
                  <a:lnTo>
                    <a:pt x="670759" y="640369"/>
                  </a:lnTo>
                  <a:lnTo>
                    <a:pt x="699066" y="604652"/>
                  </a:lnTo>
                  <a:lnTo>
                    <a:pt x="723038" y="565704"/>
                  </a:lnTo>
                  <a:lnTo>
                    <a:pt x="742315" y="523884"/>
                  </a:lnTo>
                  <a:lnTo>
                    <a:pt x="756532" y="479554"/>
                  </a:lnTo>
                  <a:lnTo>
                    <a:pt x="765328" y="433074"/>
                  </a:lnTo>
                  <a:lnTo>
                    <a:pt x="768341" y="384805"/>
                  </a:lnTo>
                  <a:lnTo>
                    <a:pt x="765328" y="336535"/>
                  </a:lnTo>
                  <a:lnTo>
                    <a:pt x="756532" y="290055"/>
                  </a:lnTo>
                  <a:lnTo>
                    <a:pt x="742315" y="245725"/>
                  </a:lnTo>
                  <a:lnTo>
                    <a:pt x="723039" y="203906"/>
                  </a:lnTo>
                  <a:lnTo>
                    <a:pt x="699066" y="164957"/>
                  </a:lnTo>
                  <a:lnTo>
                    <a:pt x="670759" y="129240"/>
                  </a:lnTo>
                  <a:lnTo>
                    <a:pt x="638480" y="97115"/>
                  </a:lnTo>
                  <a:lnTo>
                    <a:pt x="602592" y="68944"/>
                  </a:lnTo>
                  <a:lnTo>
                    <a:pt x="563457" y="45085"/>
                  </a:lnTo>
                  <a:lnTo>
                    <a:pt x="521437" y="25901"/>
                  </a:lnTo>
                  <a:lnTo>
                    <a:pt x="476894" y="11752"/>
                  </a:lnTo>
                  <a:lnTo>
                    <a:pt x="430192" y="2998"/>
                  </a:lnTo>
                  <a:lnTo>
                    <a:pt x="381691" y="0"/>
                  </a:lnTo>
                  <a:lnTo>
                    <a:pt x="333191" y="2998"/>
                  </a:lnTo>
                  <a:lnTo>
                    <a:pt x="286488" y="11752"/>
                  </a:lnTo>
                  <a:lnTo>
                    <a:pt x="241946" y="25901"/>
                  </a:lnTo>
                  <a:lnTo>
                    <a:pt x="199926" y="45085"/>
                  </a:lnTo>
                  <a:lnTo>
                    <a:pt x="160791" y="68944"/>
                  </a:lnTo>
                  <a:lnTo>
                    <a:pt x="124903" y="97116"/>
                  </a:lnTo>
                  <a:lnTo>
                    <a:pt x="92624" y="129240"/>
                  </a:lnTo>
                  <a:lnTo>
                    <a:pt x="64317" y="164957"/>
                  </a:lnTo>
                  <a:lnTo>
                    <a:pt x="40345" y="203906"/>
                  </a:lnTo>
                  <a:lnTo>
                    <a:pt x="21068" y="245725"/>
                  </a:lnTo>
                  <a:lnTo>
                    <a:pt x="6851" y="290056"/>
                  </a:lnTo>
                  <a:lnTo>
                    <a:pt x="0" y="326261"/>
                  </a:lnTo>
                </a:path>
              </a:pathLst>
            </a:custGeom>
            <a:ln w="108274">
              <a:solidFill>
                <a:srgbClr val="2B90E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2870388" y="8612278"/>
            <a:ext cx="438784" cy="382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00" spc="-114" b="1">
                <a:solidFill>
                  <a:srgbClr val="2B90EE"/>
                </a:solidFill>
                <a:latin typeface="Tahoma"/>
                <a:cs typeface="Tahoma"/>
              </a:rPr>
              <a:t>5.0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977442" y="9638424"/>
            <a:ext cx="57785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25" b="1">
                <a:solidFill>
                  <a:srgbClr val="2B90EE"/>
                </a:solidFill>
                <a:latin typeface="Tahoma"/>
                <a:cs typeface="Tahoma"/>
              </a:rPr>
              <a:t>100%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782540" y="9570915"/>
            <a:ext cx="1012190" cy="45212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50"/>
              </a:spcBef>
            </a:pPr>
            <a:r>
              <a:rPr dirty="0" sz="1350" spc="-85" b="1">
                <a:solidFill>
                  <a:srgbClr val="737572"/>
                </a:solidFill>
                <a:latin typeface="Tahoma"/>
                <a:cs typeface="Tahoma"/>
              </a:rPr>
              <a:t>Recommend </a:t>
            </a:r>
            <a:r>
              <a:rPr dirty="0" sz="1350" spc="-50" b="1">
                <a:solidFill>
                  <a:srgbClr val="737572"/>
                </a:solidFill>
                <a:latin typeface="Tahoma"/>
                <a:cs typeface="Tahoma"/>
              </a:rPr>
              <a:t>to</a:t>
            </a:r>
            <a:r>
              <a:rPr dirty="0" sz="1350" spc="-120" b="1">
                <a:solidFill>
                  <a:srgbClr val="737572"/>
                </a:solidFill>
                <a:latin typeface="Tahoma"/>
                <a:cs typeface="Tahoma"/>
              </a:rPr>
              <a:t> </a:t>
            </a:r>
            <a:r>
              <a:rPr dirty="0" sz="1350" spc="-95" b="1">
                <a:solidFill>
                  <a:srgbClr val="737572"/>
                </a:solidFill>
                <a:latin typeface="Tahoma"/>
                <a:cs typeface="Tahoma"/>
              </a:rPr>
              <a:t>a</a:t>
            </a:r>
            <a:r>
              <a:rPr dirty="0" sz="1350" spc="-120" b="1">
                <a:solidFill>
                  <a:srgbClr val="737572"/>
                </a:solidFill>
                <a:latin typeface="Tahoma"/>
                <a:cs typeface="Tahoma"/>
              </a:rPr>
              <a:t> </a:t>
            </a:r>
            <a:r>
              <a:rPr dirty="0" sz="1350" spc="-10" b="1">
                <a:solidFill>
                  <a:srgbClr val="737572"/>
                </a:solidFill>
                <a:latin typeface="Tahoma"/>
                <a:cs typeface="Tahoma"/>
              </a:rPr>
              <a:t>friend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321486" y="9408090"/>
            <a:ext cx="773430" cy="769620"/>
          </a:xfrm>
          <a:custGeom>
            <a:avLst/>
            <a:gdLst/>
            <a:ahLst/>
            <a:cxnLst/>
            <a:rect l="l" t="t" r="r" b="b"/>
            <a:pathLst>
              <a:path w="773429" h="769620">
                <a:moveTo>
                  <a:pt x="386648" y="769610"/>
                </a:moveTo>
                <a:lnTo>
                  <a:pt x="435149" y="766611"/>
                </a:lnTo>
                <a:lnTo>
                  <a:pt x="481851" y="757857"/>
                </a:lnTo>
                <a:lnTo>
                  <a:pt x="526394" y="743708"/>
                </a:lnTo>
                <a:lnTo>
                  <a:pt x="568414" y="724524"/>
                </a:lnTo>
                <a:lnTo>
                  <a:pt x="607549" y="700666"/>
                </a:lnTo>
                <a:lnTo>
                  <a:pt x="643437" y="672494"/>
                </a:lnTo>
                <a:lnTo>
                  <a:pt x="675716" y="640369"/>
                </a:lnTo>
                <a:lnTo>
                  <a:pt x="704023" y="604652"/>
                </a:lnTo>
                <a:lnTo>
                  <a:pt x="727995" y="565704"/>
                </a:lnTo>
                <a:lnTo>
                  <a:pt x="747271" y="523884"/>
                </a:lnTo>
                <a:lnTo>
                  <a:pt x="761489" y="479554"/>
                </a:lnTo>
                <a:lnTo>
                  <a:pt x="770285" y="433074"/>
                </a:lnTo>
                <a:lnTo>
                  <a:pt x="773297" y="384805"/>
                </a:lnTo>
                <a:lnTo>
                  <a:pt x="770285" y="336535"/>
                </a:lnTo>
                <a:lnTo>
                  <a:pt x="761489" y="290055"/>
                </a:lnTo>
                <a:lnTo>
                  <a:pt x="747272" y="245725"/>
                </a:lnTo>
                <a:lnTo>
                  <a:pt x="727995" y="203906"/>
                </a:lnTo>
                <a:lnTo>
                  <a:pt x="704023" y="164957"/>
                </a:lnTo>
                <a:lnTo>
                  <a:pt x="675716" y="129240"/>
                </a:lnTo>
                <a:lnTo>
                  <a:pt x="643437" y="97115"/>
                </a:lnTo>
                <a:lnTo>
                  <a:pt x="607549" y="68944"/>
                </a:lnTo>
                <a:lnTo>
                  <a:pt x="568414" y="45085"/>
                </a:lnTo>
                <a:lnTo>
                  <a:pt x="526394" y="25901"/>
                </a:lnTo>
                <a:lnTo>
                  <a:pt x="481851" y="11752"/>
                </a:lnTo>
                <a:lnTo>
                  <a:pt x="435149" y="2998"/>
                </a:lnTo>
                <a:lnTo>
                  <a:pt x="386648" y="0"/>
                </a:lnTo>
                <a:lnTo>
                  <a:pt x="338148" y="2998"/>
                </a:lnTo>
                <a:lnTo>
                  <a:pt x="291445" y="11752"/>
                </a:lnTo>
                <a:lnTo>
                  <a:pt x="246903" y="25901"/>
                </a:lnTo>
                <a:lnTo>
                  <a:pt x="204883" y="45085"/>
                </a:lnTo>
                <a:lnTo>
                  <a:pt x="165748" y="68944"/>
                </a:lnTo>
                <a:lnTo>
                  <a:pt x="129859" y="97116"/>
                </a:lnTo>
                <a:lnTo>
                  <a:pt x="97581" y="129240"/>
                </a:lnTo>
                <a:lnTo>
                  <a:pt x="69274" y="164957"/>
                </a:lnTo>
                <a:lnTo>
                  <a:pt x="45301" y="203906"/>
                </a:lnTo>
                <a:lnTo>
                  <a:pt x="26025" y="245725"/>
                </a:lnTo>
                <a:lnTo>
                  <a:pt x="11808" y="290056"/>
                </a:lnTo>
                <a:lnTo>
                  <a:pt x="3012" y="336535"/>
                </a:lnTo>
                <a:lnTo>
                  <a:pt x="0" y="384805"/>
                </a:lnTo>
                <a:lnTo>
                  <a:pt x="3012" y="433074"/>
                </a:lnTo>
                <a:lnTo>
                  <a:pt x="11808" y="479554"/>
                </a:lnTo>
                <a:lnTo>
                  <a:pt x="26025" y="523884"/>
                </a:lnTo>
                <a:lnTo>
                  <a:pt x="45302" y="565703"/>
                </a:lnTo>
                <a:lnTo>
                  <a:pt x="69274" y="604652"/>
                </a:lnTo>
                <a:lnTo>
                  <a:pt x="97581" y="640369"/>
                </a:lnTo>
                <a:lnTo>
                  <a:pt x="129860" y="672494"/>
                </a:lnTo>
                <a:lnTo>
                  <a:pt x="165748" y="700665"/>
                </a:lnTo>
                <a:lnTo>
                  <a:pt x="204883" y="724524"/>
                </a:lnTo>
                <a:lnTo>
                  <a:pt x="246903" y="743708"/>
                </a:lnTo>
                <a:lnTo>
                  <a:pt x="291445" y="757857"/>
                </a:lnTo>
                <a:lnTo>
                  <a:pt x="338148" y="766611"/>
                </a:lnTo>
                <a:lnTo>
                  <a:pt x="386648" y="769610"/>
                </a:lnTo>
              </a:path>
            </a:pathLst>
          </a:custGeom>
          <a:ln w="108272">
            <a:solidFill>
              <a:srgbClr val="2B90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433002" y="9638424"/>
            <a:ext cx="57785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25" b="1">
                <a:solidFill>
                  <a:srgbClr val="2B90EE"/>
                </a:solidFill>
                <a:latin typeface="Tahoma"/>
                <a:cs typeface="Tahoma"/>
              </a:rPr>
              <a:t>100%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224533" y="9570915"/>
            <a:ext cx="705485" cy="45212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50"/>
              </a:spcBef>
            </a:pPr>
            <a:r>
              <a:rPr dirty="0" sz="1350" spc="-50" b="1">
                <a:solidFill>
                  <a:srgbClr val="737572"/>
                </a:solidFill>
                <a:latin typeface="Tahoma"/>
                <a:cs typeface="Tahoma"/>
              </a:rPr>
              <a:t>Approve of</a:t>
            </a:r>
            <a:r>
              <a:rPr dirty="0" sz="1350" spc="-114" b="1">
                <a:solidFill>
                  <a:srgbClr val="737572"/>
                </a:solidFill>
                <a:latin typeface="Tahoma"/>
                <a:cs typeface="Tahoma"/>
              </a:rPr>
              <a:t> </a:t>
            </a:r>
            <a:r>
              <a:rPr dirty="0" sz="1350" spc="-25" b="1">
                <a:solidFill>
                  <a:srgbClr val="737572"/>
                </a:solidFill>
                <a:latin typeface="Tahoma"/>
                <a:cs typeface="Tahoma"/>
              </a:rPr>
              <a:t>CEO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395193" y="9489903"/>
            <a:ext cx="741680" cy="6197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50"/>
              </a:spcBef>
            </a:pPr>
            <a:r>
              <a:rPr dirty="0" sz="1350" spc="-45" b="1">
                <a:solidFill>
                  <a:srgbClr val="737572"/>
                </a:solidFill>
                <a:latin typeface="Tahoma"/>
                <a:cs typeface="Tahoma"/>
              </a:rPr>
              <a:t>Mathilde </a:t>
            </a:r>
            <a:r>
              <a:rPr dirty="0" sz="1350" spc="-10" b="1">
                <a:solidFill>
                  <a:srgbClr val="737572"/>
                </a:solidFill>
                <a:latin typeface="Tahoma"/>
                <a:cs typeface="Tahoma"/>
              </a:rPr>
              <a:t>Collin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050" spc="-55" b="1">
                <a:solidFill>
                  <a:srgbClr val="A8A8A8"/>
                </a:solidFill>
                <a:latin typeface="Tahoma"/>
                <a:cs typeface="Tahoma"/>
              </a:rPr>
              <a:t>17</a:t>
            </a:r>
            <a:r>
              <a:rPr dirty="0" sz="1050" spc="-90" b="1">
                <a:solidFill>
                  <a:srgbClr val="A8A8A8"/>
                </a:solidFill>
                <a:latin typeface="Tahoma"/>
                <a:cs typeface="Tahoma"/>
              </a:rPr>
              <a:t> </a:t>
            </a:r>
            <a:r>
              <a:rPr dirty="0" sz="1050" spc="-10" b="1">
                <a:solidFill>
                  <a:srgbClr val="A8A8A8"/>
                </a:solidFill>
                <a:latin typeface="Tahoma"/>
                <a:cs typeface="Tahoma"/>
              </a:rPr>
              <a:t>Ratings</a:t>
            </a:r>
            <a:endParaRPr sz="1050">
              <a:latin typeface="Tahoma"/>
              <a:cs typeface="Tahoma"/>
            </a:endParaRPr>
          </a:p>
        </p:txBody>
      </p:sp>
      <p:pic>
        <p:nvPicPr>
          <p:cNvPr id="51" name="object 5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78579" y="9408090"/>
            <a:ext cx="773297" cy="769610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3767289" y="7316920"/>
            <a:ext cx="4476750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20" b="1">
                <a:solidFill>
                  <a:srgbClr val="53585F"/>
                </a:solidFill>
                <a:latin typeface="Arial"/>
                <a:cs typeface="Arial"/>
              </a:rPr>
              <a:t>Highest</a:t>
            </a:r>
            <a:r>
              <a:rPr dirty="0" sz="2850" spc="-10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65" b="1">
                <a:solidFill>
                  <a:srgbClr val="53585F"/>
                </a:solidFill>
                <a:latin typeface="Arial"/>
                <a:cs typeface="Arial"/>
              </a:rPr>
              <a:t>Glassdoor</a:t>
            </a:r>
            <a:r>
              <a:rPr dirty="0" sz="2850" spc="-100" b="1">
                <a:solidFill>
                  <a:srgbClr val="53585F"/>
                </a:solidFill>
                <a:latin typeface="Arial"/>
                <a:cs typeface="Arial"/>
              </a:rPr>
              <a:t> </a:t>
            </a:r>
            <a:r>
              <a:rPr dirty="0" sz="2850" spc="-40" b="1">
                <a:solidFill>
                  <a:srgbClr val="53585F"/>
                </a:solidFill>
                <a:latin typeface="Arial"/>
                <a:cs typeface="Arial"/>
              </a:rPr>
              <a:t>metrics</a:t>
            </a:r>
            <a:endParaRPr sz="2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11775" y="2613356"/>
            <a:ext cx="3442335" cy="3032760"/>
          </a:xfrm>
          <a:prstGeom prst="rect">
            <a:avLst/>
          </a:prstGeom>
        </p:spPr>
        <p:txBody>
          <a:bodyPr wrap="square" lIns="0" tIns="203200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1600"/>
              </a:spcBef>
            </a:pPr>
            <a:r>
              <a:rPr dirty="0" sz="3050">
                <a:solidFill>
                  <a:srgbClr val="53585F"/>
                </a:solidFill>
                <a:latin typeface="Trebuchet MS"/>
                <a:cs typeface="Trebuchet MS"/>
              </a:rPr>
              <a:t>Seed</a:t>
            </a:r>
            <a:r>
              <a:rPr dirty="0" sz="3050" spc="-10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3050" spc="-114">
                <a:solidFill>
                  <a:srgbClr val="53585F"/>
                </a:solidFill>
                <a:latin typeface="Trebuchet MS"/>
                <a:cs typeface="Trebuchet MS"/>
              </a:rPr>
              <a:t>to</a:t>
            </a:r>
            <a:r>
              <a:rPr dirty="0" sz="3050" spc="-10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53585F"/>
                </a:solidFill>
                <a:latin typeface="Trebuchet MS"/>
                <a:cs typeface="Trebuchet MS"/>
              </a:rPr>
              <a:t>Series</a:t>
            </a:r>
            <a:r>
              <a:rPr dirty="0" sz="3050" spc="-10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3050" spc="40">
                <a:solidFill>
                  <a:srgbClr val="53585F"/>
                </a:solidFill>
                <a:latin typeface="Trebuchet MS"/>
                <a:cs typeface="Trebuchet MS"/>
              </a:rPr>
              <a:t>A</a:t>
            </a:r>
            <a:endParaRPr sz="3050">
              <a:latin typeface="Trebuchet MS"/>
              <a:cs typeface="Trebuchet MS"/>
            </a:endParaRPr>
          </a:p>
          <a:p>
            <a:pPr algn="ctr" marL="4445">
              <a:lnSpc>
                <a:spcPct val="100000"/>
              </a:lnSpc>
              <a:spcBef>
                <a:spcPts val="2050"/>
              </a:spcBef>
            </a:pPr>
            <a:r>
              <a:rPr dirty="0" sz="4100" spc="-540" b="1">
                <a:solidFill>
                  <a:srgbClr val="2A90EE"/>
                </a:solidFill>
                <a:latin typeface="Tahoma"/>
                <a:cs typeface="Tahoma"/>
              </a:rPr>
              <a:t>$3.1m</a:t>
            </a:r>
            <a:r>
              <a:rPr dirty="0" sz="4100" spc="-325" b="1">
                <a:solidFill>
                  <a:srgbClr val="2A90EE"/>
                </a:solidFill>
                <a:latin typeface="Tahoma"/>
                <a:cs typeface="Tahoma"/>
              </a:rPr>
              <a:t> </a:t>
            </a:r>
            <a:r>
              <a:rPr dirty="0" sz="4100" spc="-300" b="1">
                <a:solidFill>
                  <a:srgbClr val="2A90EE"/>
                </a:solidFill>
                <a:latin typeface="Tahoma"/>
                <a:cs typeface="Tahoma"/>
              </a:rPr>
              <a:t>raised</a:t>
            </a:r>
            <a:endParaRPr sz="4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dirty="0" sz="4100" spc="-434" b="1">
                <a:solidFill>
                  <a:srgbClr val="2A90EE"/>
                </a:solidFill>
                <a:latin typeface="Tahoma"/>
                <a:cs typeface="Tahoma"/>
              </a:rPr>
              <a:t>$xx</a:t>
            </a:r>
            <a:r>
              <a:rPr dirty="0" sz="4100" spc="-335" b="1">
                <a:solidFill>
                  <a:srgbClr val="2A90EE"/>
                </a:solidFill>
                <a:latin typeface="Tahoma"/>
                <a:cs typeface="Tahoma"/>
              </a:rPr>
              <a:t> </a:t>
            </a:r>
            <a:r>
              <a:rPr dirty="0" sz="4100" spc="-345" b="1">
                <a:solidFill>
                  <a:srgbClr val="2A90EE"/>
                </a:solidFill>
                <a:latin typeface="Tahoma"/>
                <a:cs typeface="Tahoma"/>
              </a:rPr>
              <a:t>spent</a:t>
            </a:r>
            <a:endParaRPr sz="4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4100" spc="-434" b="1">
                <a:solidFill>
                  <a:srgbClr val="2A90EE"/>
                </a:solidFill>
                <a:latin typeface="Tahoma"/>
                <a:cs typeface="Tahoma"/>
              </a:rPr>
              <a:t>$xx</a:t>
            </a:r>
            <a:r>
              <a:rPr dirty="0" sz="4100" spc="-335" b="1">
                <a:solidFill>
                  <a:srgbClr val="2A90EE"/>
                </a:solidFill>
                <a:latin typeface="Tahoma"/>
                <a:cs typeface="Tahoma"/>
              </a:rPr>
              <a:t> </a:t>
            </a:r>
            <a:r>
              <a:rPr dirty="0" sz="4100" spc="-295" b="1">
                <a:solidFill>
                  <a:srgbClr val="2A90EE"/>
                </a:solidFill>
                <a:latin typeface="Tahoma"/>
                <a:cs typeface="Tahoma"/>
              </a:rPr>
              <a:t>ARR</a:t>
            </a:r>
            <a:r>
              <a:rPr dirty="0" sz="4100" spc="-335" b="1">
                <a:solidFill>
                  <a:srgbClr val="2A90EE"/>
                </a:solidFill>
                <a:latin typeface="Tahoma"/>
                <a:cs typeface="Tahoma"/>
              </a:rPr>
              <a:t> </a:t>
            </a:r>
            <a:r>
              <a:rPr dirty="0" sz="4100" spc="-365" b="1">
                <a:solidFill>
                  <a:srgbClr val="2A90EE"/>
                </a:solidFill>
                <a:latin typeface="Tahoma"/>
                <a:cs typeface="Tahoma"/>
              </a:rPr>
              <a:t>added</a:t>
            </a:r>
            <a:endParaRPr sz="41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514984">
              <a:lnSpc>
                <a:spcPct val="100000"/>
              </a:lnSpc>
              <a:spcBef>
                <a:spcPts val="120"/>
              </a:spcBef>
            </a:pPr>
            <a:r>
              <a:rPr dirty="0" spc="175">
                <a:solidFill>
                  <a:srgbClr val="53585F"/>
                </a:solidFill>
              </a:rPr>
              <a:t>We</a:t>
            </a:r>
            <a:r>
              <a:rPr dirty="0" spc="-60">
                <a:solidFill>
                  <a:srgbClr val="53585F"/>
                </a:solidFill>
              </a:rPr>
              <a:t> </a:t>
            </a:r>
            <a:r>
              <a:rPr dirty="0" spc="65">
                <a:solidFill>
                  <a:srgbClr val="53585F"/>
                </a:solidFill>
              </a:rPr>
              <a:t>have</a:t>
            </a:r>
            <a:r>
              <a:rPr dirty="0" spc="-60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a</a:t>
            </a:r>
            <a:r>
              <a:rPr dirty="0" spc="-60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track</a:t>
            </a:r>
            <a:r>
              <a:rPr dirty="0" spc="-60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record</a:t>
            </a:r>
            <a:r>
              <a:rPr dirty="0" spc="-60">
                <a:solidFill>
                  <a:srgbClr val="53585F"/>
                </a:solidFill>
              </a:rPr>
              <a:t> </a:t>
            </a:r>
            <a:r>
              <a:rPr dirty="0" spc="114">
                <a:solidFill>
                  <a:srgbClr val="53585F"/>
                </a:solidFill>
              </a:rPr>
              <a:t>of</a:t>
            </a:r>
            <a:r>
              <a:rPr dirty="0" spc="45">
                <a:solidFill>
                  <a:srgbClr val="53585F"/>
                </a:solidFill>
              </a:rPr>
              <a:t> </a:t>
            </a:r>
            <a:r>
              <a:rPr dirty="0" spc="55">
                <a:solidFill>
                  <a:srgbClr val="53585F"/>
                </a:solidFill>
              </a:rPr>
              <a:t>capital</a:t>
            </a:r>
            <a:r>
              <a:rPr dirty="0" spc="-60">
                <a:solidFill>
                  <a:srgbClr val="53585F"/>
                </a:solidFill>
              </a:rPr>
              <a:t> </a:t>
            </a:r>
            <a:r>
              <a:rPr dirty="0" spc="-10">
                <a:solidFill>
                  <a:srgbClr val="53585F"/>
                </a:solidFill>
              </a:rPr>
              <a:t>efficiency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41638" y="6992322"/>
            <a:ext cx="2360930" cy="490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spc="110">
                <a:solidFill>
                  <a:srgbClr val="53585F"/>
                </a:solidFill>
                <a:latin typeface="Trebuchet MS"/>
                <a:cs typeface="Trebuchet MS"/>
              </a:rPr>
              <a:t>Cash</a:t>
            </a:r>
            <a:r>
              <a:rPr dirty="0" sz="3050" spc="-14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53585F"/>
                </a:solidFill>
                <a:latin typeface="Trebuchet MS"/>
                <a:cs typeface="Trebuchet MS"/>
              </a:rPr>
              <a:t>on</a:t>
            </a:r>
            <a:r>
              <a:rPr dirty="0" sz="3050" spc="-14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3050" spc="-20">
                <a:solidFill>
                  <a:srgbClr val="53585F"/>
                </a:solidFill>
                <a:latin typeface="Trebuchet MS"/>
                <a:cs typeface="Trebuchet MS"/>
              </a:rPr>
              <a:t>hand</a:t>
            </a:r>
            <a:endParaRPr sz="30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33342" y="6992322"/>
            <a:ext cx="1630680" cy="490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050">
                <a:solidFill>
                  <a:srgbClr val="53585F"/>
                </a:solidFill>
                <a:latin typeface="Trebuchet MS"/>
                <a:cs typeface="Trebuchet MS"/>
              </a:rPr>
              <a:t>Runway</a:t>
            </a:r>
            <a:r>
              <a:rPr dirty="0" sz="3050" spc="-15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baseline="22727" sz="3300" spc="120">
                <a:solidFill>
                  <a:srgbClr val="53585F"/>
                </a:solidFill>
                <a:latin typeface="Trebuchet MS"/>
                <a:cs typeface="Trebuchet MS"/>
              </a:rPr>
              <a:t>*</a:t>
            </a:r>
            <a:endParaRPr baseline="22727" sz="3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82416" y="6755220"/>
            <a:ext cx="2825115" cy="2283460"/>
          </a:xfrm>
          <a:prstGeom prst="rect">
            <a:avLst/>
          </a:prstGeom>
        </p:spPr>
        <p:txBody>
          <a:bodyPr wrap="square" lIns="0" tIns="249554" rIns="0" bIns="0" rtlCol="0" vert="horz">
            <a:spAutoFit/>
          </a:bodyPr>
          <a:lstStyle/>
          <a:p>
            <a:pPr marL="257810">
              <a:lnSpc>
                <a:spcPct val="100000"/>
              </a:lnSpc>
              <a:spcBef>
                <a:spcPts val="1964"/>
              </a:spcBef>
            </a:pPr>
            <a:r>
              <a:rPr dirty="0" sz="3050" spc="-160">
                <a:solidFill>
                  <a:srgbClr val="53585F"/>
                </a:solidFill>
                <a:latin typeface="Trebuchet MS"/>
                <a:cs typeface="Trebuchet MS"/>
              </a:rPr>
              <a:t>“Default</a:t>
            </a:r>
            <a:r>
              <a:rPr dirty="0" sz="3050" spc="-14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3050" spc="-220">
                <a:solidFill>
                  <a:srgbClr val="53585F"/>
                </a:solidFill>
                <a:latin typeface="Trebuchet MS"/>
                <a:cs typeface="Trebuchet MS"/>
              </a:rPr>
              <a:t>alive”</a:t>
            </a:r>
            <a:r>
              <a:rPr dirty="0" sz="3050" spc="-39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baseline="22727" sz="3300" spc="225">
                <a:solidFill>
                  <a:srgbClr val="53585F"/>
                </a:solidFill>
                <a:latin typeface="Trebuchet MS"/>
                <a:cs typeface="Trebuchet MS"/>
              </a:rPr>
              <a:t>†</a:t>
            </a:r>
            <a:endParaRPr baseline="22727" sz="3300">
              <a:latin typeface="Trebuchet MS"/>
              <a:cs typeface="Trebuchet MS"/>
            </a:endParaRPr>
          </a:p>
          <a:p>
            <a:pPr marL="236854" marR="30480" indent="-199390">
              <a:lnSpc>
                <a:spcPts val="4780"/>
              </a:lnSpc>
              <a:spcBef>
                <a:spcPts val="2795"/>
              </a:spcBef>
            </a:pPr>
            <a:r>
              <a:rPr dirty="0" sz="4100" spc="-290" b="1">
                <a:solidFill>
                  <a:srgbClr val="2A90EE"/>
                </a:solidFill>
                <a:latin typeface="Tahoma"/>
                <a:cs typeface="Tahoma"/>
              </a:rPr>
              <a:t>Profitable</a:t>
            </a:r>
            <a:r>
              <a:rPr dirty="0" sz="4100" spc="-300" b="1">
                <a:solidFill>
                  <a:srgbClr val="2A90EE"/>
                </a:solidFill>
                <a:latin typeface="Tahoma"/>
                <a:cs typeface="Tahoma"/>
              </a:rPr>
              <a:t> </a:t>
            </a:r>
            <a:r>
              <a:rPr dirty="0" sz="4100" spc="-325" b="1">
                <a:solidFill>
                  <a:srgbClr val="2A90EE"/>
                </a:solidFill>
                <a:latin typeface="Tahoma"/>
                <a:cs typeface="Tahoma"/>
              </a:rPr>
              <a:t>in </a:t>
            </a:r>
            <a:r>
              <a:rPr dirty="0" sz="4100" spc="-475" b="1">
                <a:solidFill>
                  <a:srgbClr val="2A90EE"/>
                </a:solidFill>
                <a:latin typeface="Tahoma"/>
                <a:cs typeface="Tahoma"/>
              </a:rPr>
              <a:t>10</a:t>
            </a:r>
            <a:r>
              <a:rPr dirty="0" sz="4100" spc="-335" b="1">
                <a:solidFill>
                  <a:srgbClr val="2A90EE"/>
                </a:solidFill>
                <a:latin typeface="Tahoma"/>
                <a:cs typeface="Tahoma"/>
              </a:rPr>
              <a:t> </a:t>
            </a:r>
            <a:r>
              <a:rPr dirty="0" sz="4100" spc="-375" b="1">
                <a:solidFill>
                  <a:srgbClr val="2A90EE"/>
                </a:solidFill>
                <a:latin typeface="Tahoma"/>
                <a:cs typeface="Tahoma"/>
              </a:rPr>
              <a:t>months</a:t>
            </a:r>
            <a:endParaRPr sz="4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61527" y="8081294"/>
            <a:ext cx="1905000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00" spc="-459" b="1">
                <a:solidFill>
                  <a:srgbClr val="2A90EE"/>
                </a:solidFill>
                <a:latin typeface="Tahoma"/>
                <a:cs typeface="Tahoma"/>
              </a:rPr>
              <a:t>$7m</a:t>
            </a:r>
            <a:r>
              <a:rPr dirty="0" sz="4100" spc="-335" b="1">
                <a:solidFill>
                  <a:srgbClr val="2A90EE"/>
                </a:solidFill>
                <a:latin typeface="Tahoma"/>
                <a:cs typeface="Tahoma"/>
              </a:rPr>
              <a:t> </a:t>
            </a:r>
            <a:r>
              <a:rPr dirty="0" sz="4100" spc="-185" b="1">
                <a:solidFill>
                  <a:srgbClr val="2A90EE"/>
                </a:solidFill>
                <a:latin typeface="Tahoma"/>
                <a:cs typeface="Tahoma"/>
              </a:rPr>
              <a:t>left</a:t>
            </a:r>
            <a:endParaRPr sz="4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77081" y="8081294"/>
            <a:ext cx="2352040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00" spc="-575" b="1">
                <a:solidFill>
                  <a:srgbClr val="2A90EE"/>
                </a:solidFill>
                <a:latin typeface="Tahoma"/>
                <a:cs typeface="Tahoma"/>
              </a:rPr>
              <a:t>18</a:t>
            </a:r>
            <a:r>
              <a:rPr dirty="0" sz="4100" spc="-340" b="1">
                <a:solidFill>
                  <a:srgbClr val="2A90EE"/>
                </a:solidFill>
                <a:latin typeface="Tahoma"/>
                <a:cs typeface="Tahoma"/>
              </a:rPr>
              <a:t> </a:t>
            </a:r>
            <a:r>
              <a:rPr dirty="0" sz="4100" spc="-375" b="1">
                <a:solidFill>
                  <a:srgbClr val="2A90EE"/>
                </a:solidFill>
                <a:latin typeface="Tahoma"/>
                <a:cs typeface="Tahoma"/>
              </a:rPr>
              <a:t>months</a:t>
            </a:r>
            <a:endParaRPr sz="4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3310" y="10386983"/>
            <a:ext cx="4267200" cy="75882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700" spc="90" i="1">
                <a:solidFill>
                  <a:srgbClr val="53585F"/>
                </a:solidFill>
                <a:latin typeface="Trebuchet MS"/>
                <a:cs typeface="Trebuchet MS"/>
              </a:rPr>
              <a:t>*</a:t>
            </a:r>
            <a:r>
              <a:rPr dirty="0" sz="1700" spc="-25" i="1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1700" i="1">
                <a:solidFill>
                  <a:srgbClr val="53585F"/>
                </a:solidFill>
                <a:latin typeface="Trebuchet MS"/>
                <a:cs typeface="Trebuchet MS"/>
              </a:rPr>
              <a:t>assuming</a:t>
            </a:r>
            <a:r>
              <a:rPr dirty="0" sz="1700" spc="-25" i="1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1700" spc="-70" i="1">
                <a:solidFill>
                  <a:srgbClr val="53585F"/>
                </a:solidFill>
                <a:latin typeface="Trebuchet MS"/>
                <a:cs typeface="Trebuchet MS"/>
              </a:rPr>
              <a:t>current</a:t>
            </a:r>
            <a:r>
              <a:rPr dirty="0" sz="1700" spc="-25" i="1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1700" i="1">
                <a:solidFill>
                  <a:srgbClr val="53585F"/>
                </a:solidFill>
                <a:latin typeface="Trebuchet MS"/>
                <a:cs typeface="Trebuchet MS"/>
              </a:rPr>
              <a:t>spend</a:t>
            </a:r>
            <a:r>
              <a:rPr dirty="0" sz="1700" spc="-20" i="1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1700" i="1">
                <a:solidFill>
                  <a:srgbClr val="53585F"/>
                </a:solidFill>
                <a:latin typeface="Trebuchet MS"/>
                <a:cs typeface="Trebuchet MS"/>
              </a:rPr>
              <a:t>and</a:t>
            </a:r>
            <a:r>
              <a:rPr dirty="0" sz="1700" spc="-25" i="1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1700" spc="125" i="1">
                <a:solidFill>
                  <a:srgbClr val="53585F"/>
                </a:solidFill>
                <a:latin typeface="Trebuchet MS"/>
                <a:cs typeface="Trebuchet MS"/>
              </a:rPr>
              <a:t>0%</a:t>
            </a:r>
            <a:r>
              <a:rPr dirty="0" sz="1700" spc="-25" i="1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1700" spc="-10" i="1">
                <a:solidFill>
                  <a:srgbClr val="53585F"/>
                </a:solidFill>
                <a:latin typeface="Trebuchet MS"/>
                <a:cs typeface="Trebuchet MS"/>
              </a:rPr>
              <a:t>growth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700" spc="155" i="1">
                <a:solidFill>
                  <a:srgbClr val="53585F"/>
                </a:solidFill>
                <a:latin typeface="Trebuchet MS"/>
                <a:cs typeface="Trebuchet MS"/>
              </a:rPr>
              <a:t>†</a:t>
            </a:r>
            <a:r>
              <a:rPr dirty="0" sz="1700" spc="-45" i="1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1700" i="1">
                <a:solidFill>
                  <a:srgbClr val="53585F"/>
                </a:solidFill>
                <a:latin typeface="Trebuchet MS"/>
                <a:cs typeface="Trebuchet MS"/>
              </a:rPr>
              <a:t>assuming</a:t>
            </a:r>
            <a:r>
              <a:rPr dirty="0" sz="1700" spc="-40" i="1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1700" i="1">
                <a:solidFill>
                  <a:srgbClr val="53585F"/>
                </a:solidFill>
                <a:latin typeface="Trebuchet MS"/>
                <a:cs typeface="Trebuchet MS"/>
              </a:rPr>
              <a:t>no</a:t>
            </a:r>
            <a:r>
              <a:rPr dirty="0" sz="1700" spc="-40" i="1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1700" spc="-65" i="1">
                <a:solidFill>
                  <a:srgbClr val="53585F"/>
                </a:solidFill>
                <a:latin typeface="Trebuchet MS"/>
                <a:cs typeface="Trebuchet MS"/>
              </a:rPr>
              <a:t>hiring</a:t>
            </a:r>
            <a:r>
              <a:rPr dirty="0" sz="1700" spc="-40" i="1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1700" i="1">
                <a:solidFill>
                  <a:srgbClr val="53585F"/>
                </a:solidFill>
                <a:latin typeface="Trebuchet MS"/>
                <a:cs typeface="Trebuchet MS"/>
              </a:rPr>
              <a:t>and</a:t>
            </a:r>
            <a:r>
              <a:rPr dirty="0" sz="1700" spc="-45" i="1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1700" spc="125" i="1">
                <a:solidFill>
                  <a:srgbClr val="53585F"/>
                </a:solidFill>
                <a:latin typeface="Trebuchet MS"/>
                <a:cs typeface="Trebuchet MS"/>
              </a:rPr>
              <a:t>5%</a:t>
            </a:r>
            <a:r>
              <a:rPr dirty="0" sz="1700" spc="-40" i="1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1700" spc="-45" i="1">
                <a:solidFill>
                  <a:srgbClr val="53585F"/>
                </a:solidFill>
                <a:latin typeface="Trebuchet MS"/>
                <a:cs typeface="Trebuchet MS"/>
              </a:rPr>
              <a:t>monthly</a:t>
            </a:r>
            <a:r>
              <a:rPr dirty="0" sz="1700" spc="-40" i="1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1700" spc="-10" i="1">
                <a:solidFill>
                  <a:srgbClr val="53585F"/>
                </a:solidFill>
                <a:latin typeface="Trebuchet MS"/>
                <a:cs typeface="Trebuchet MS"/>
              </a:rPr>
              <a:t>growth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39831" y="3607124"/>
            <a:ext cx="11424920" cy="2790825"/>
            <a:chOff x="4339831" y="3607124"/>
            <a:chExt cx="11424920" cy="2790825"/>
          </a:xfrm>
        </p:grpSpPr>
        <p:sp>
          <p:nvSpPr>
            <p:cNvPr id="11" name="object 11"/>
            <p:cNvSpPr/>
            <p:nvPr/>
          </p:nvSpPr>
          <p:spPr>
            <a:xfrm>
              <a:off x="4339831" y="6387240"/>
              <a:ext cx="11424920" cy="0"/>
            </a:xfrm>
            <a:custGeom>
              <a:avLst/>
              <a:gdLst/>
              <a:ahLst/>
              <a:cxnLst/>
              <a:rect l="l" t="t" r="r" b="b"/>
              <a:pathLst>
                <a:path w="11424919" h="0">
                  <a:moveTo>
                    <a:pt x="0" y="0"/>
                  </a:moveTo>
                  <a:lnTo>
                    <a:pt x="11424437" y="0"/>
                  </a:lnTo>
                </a:path>
              </a:pathLst>
            </a:custGeom>
            <a:ln w="20941">
              <a:solidFill>
                <a:srgbClr val="D6D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167229" y="3607124"/>
              <a:ext cx="0" cy="2769870"/>
            </a:xfrm>
            <a:custGeom>
              <a:avLst/>
              <a:gdLst/>
              <a:ahLst/>
              <a:cxnLst/>
              <a:rect l="l" t="t" r="r" b="b"/>
              <a:pathLst>
                <a:path w="0" h="2769870">
                  <a:moveTo>
                    <a:pt x="0" y="2769644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D6D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2395299" y="2613356"/>
            <a:ext cx="3442335" cy="3032760"/>
          </a:xfrm>
          <a:prstGeom prst="rect">
            <a:avLst/>
          </a:prstGeom>
        </p:spPr>
        <p:txBody>
          <a:bodyPr wrap="square" lIns="0" tIns="203200" rIns="0" bIns="0" rtlCol="0" vert="horz">
            <a:spAutoFit/>
          </a:bodyPr>
          <a:lstStyle/>
          <a:p>
            <a:pPr algn="ctr" marL="11430">
              <a:lnSpc>
                <a:spcPct val="100000"/>
              </a:lnSpc>
              <a:spcBef>
                <a:spcPts val="1600"/>
              </a:spcBef>
            </a:pPr>
            <a:r>
              <a:rPr dirty="0" sz="3050">
                <a:solidFill>
                  <a:srgbClr val="53585F"/>
                </a:solidFill>
                <a:latin typeface="Trebuchet MS"/>
                <a:cs typeface="Trebuchet MS"/>
              </a:rPr>
              <a:t>Series</a:t>
            </a:r>
            <a:r>
              <a:rPr dirty="0" sz="3050" spc="-14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3050" spc="90">
                <a:solidFill>
                  <a:srgbClr val="53585F"/>
                </a:solidFill>
                <a:latin typeface="Trebuchet MS"/>
                <a:cs typeface="Trebuchet MS"/>
              </a:rPr>
              <a:t>A</a:t>
            </a:r>
            <a:r>
              <a:rPr dirty="0" sz="3050" spc="-14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3050" spc="-114">
                <a:solidFill>
                  <a:srgbClr val="53585F"/>
                </a:solidFill>
                <a:latin typeface="Trebuchet MS"/>
                <a:cs typeface="Trebuchet MS"/>
              </a:rPr>
              <a:t>to</a:t>
            </a:r>
            <a:r>
              <a:rPr dirty="0" sz="3050" spc="-14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3050" spc="-20">
                <a:solidFill>
                  <a:srgbClr val="53585F"/>
                </a:solidFill>
                <a:latin typeface="Trebuchet MS"/>
                <a:cs typeface="Trebuchet MS"/>
              </a:rPr>
              <a:t>date</a:t>
            </a:r>
            <a:endParaRPr sz="3050">
              <a:latin typeface="Trebuchet MS"/>
              <a:cs typeface="Trebuchet MS"/>
            </a:endParaRPr>
          </a:p>
          <a:p>
            <a:pPr algn="ctr" marL="2540">
              <a:lnSpc>
                <a:spcPct val="100000"/>
              </a:lnSpc>
              <a:spcBef>
                <a:spcPts val="2050"/>
              </a:spcBef>
            </a:pPr>
            <a:r>
              <a:rPr dirty="0" sz="4100" spc="-470" b="1">
                <a:solidFill>
                  <a:srgbClr val="2A90EE"/>
                </a:solidFill>
                <a:latin typeface="Tahoma"/>
                <a:cs typeface="Tahoma"/>
              </a:rPr>
              <a:t>$10m</a:t>
            </a:r>
            <a:r>
              <a:rPr dirty="0" sz="4100" spc="-340" b="1">
                <a:solidFill>
                  <a:srgbClr val="2A90EE"/>
                </a:solidFill>
                <a:latin typeface="Tahoma"/>
                <a:cs typeface="Tahoma"/>
              </a:rPr>
              <a:t> </a:t>
            </a:r>
            <a:r>
              <a:rPr dirty="0" sz="4100" spc="-300" b="1">
                <a:solidFill>
                  <a:srgbClr val="2A90EE"/>
                </a:solidFill>
                <a:latin typeface="Tahoma"/>
                <a:cs typeface="Tahoma"/>
              </a:rPr>
              <a:t>raised</a:t>
            </a:r>
            <a:endParaRPr sz="4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dirty="0" sz="4100" spc="-434" b="1">
                <a:solidFill>
                  <a:srgbClr val="2A90EE"/>
                </a:solidFill>
                <a:latin typeface="Tahoma"/>
                <a:cs typeface="Tahoma"/>
              </a:rPr>
              <a:t>$xx</a:t>
            </a:r>
            <a:r>
              <a:rPr dirty="0" sz="4100" spc="-335" b="1">
                <a:solidFill>
                  <a:srgbClr val="2A90EE"/>
                </a:solidFill>
                <a:latin typeface="Tahoma"/>
                <a:cs typeface="Tahoma"/>
              </a:rPr>
              <a:t> </a:t>
            </a:r>
            <a:r>
              <a:rPr dirty="0" sz="4100" spc="-345" b="1">
                <a:solidFill>
                  <a:srgbClr val="2A90EE"/>
                </a:solidFill>
                <a:latin typeface="Tahoma"/>
                <a:cs typeface="Tahoma"/>
              </a:rPr>
              <a:t>spent</a:t>
            </a:r>
            <a:endParaRPr sz="4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4100" spc="-434" b="1">
                <a:solidFill>
                  <a:srgbClr val="2A90EE"/>
                </a:solidFill>
                <a:latin typeface="Tahoma"/>
                <a:cs typeface="Tahoma"/>
              </a:rPr>
              <a:t>$xx</a:t>
            </a:r>
            <a:r>
              <a:rPr dirty="0" sz="4100" spc="-335" b="1">
                <a:solidFill>
                  <a:srgbClr val="2A90EE"/>
                </a:solidFill>
                <a:latin typeface="Tahoma"/>
                <a:cs typeface="Tahoma"/>
              </a:rPr>
              <a:t> </a:t>
            </a:r>
            <a:r>
              <a:rPr dirty="0" sz="4100" spc="-295" b="1">
                <a:solidFill>
                  <a:srgbClr val="2A90EE"/>
                </a:solidFill>
                <a:latin typeface="Tahoma"/>
                <a:cs typeface="Tahoma"/>
              </a:rPr>
              <a:t>ARR</a:t>
            </a:r>
            <a:r>
              <a:rPr dirty="0" sz="4100" spc="-335" b="1">
                <a:solidFill>
                  <a:srgbClr val="2A90EE"/>
                </a:solidFill>
                <a:latin typeface="Tahoma"/>
                <a:cs typeface="Tahoma"/>
              </a:rPr>
              <a:t> </a:t>
            </a:r>
            <a:r>
              <a:rPr dirty="0" sz="4100" spc="-365" b="1">
                <a:solidFill>
                  <a:srgbClr val="2A90EE"/>
                </a:solidFill>
                <a:latin typeface="Tahoma"/>
                <a:cs typeface="Tahoma"/>
              </a:rPr>
              <a:t>added</a:t>
            </a:r>
            <a:endParaRPr sz="4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913130">
              <a:lnSpc>
                <a:spcPct val="100000"/>
              </a:lnSpc>
              <a:spcBef>
                <a:spcPts val="120"/>
              </a:spcBef>
            </a:pPr>
            <a:r>
              <a:rPr dirty="0" spc="-145">
                <a:solidFill>
                  <a:srgbClr val="53585F"/>
                </a:solidFill>
              </a:rPr>
              <a:t>As</a:t>
            </a:r>
            <a:r>
              <a:rPr dirty="0" spc="-95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a</a:t>
            </a:r>
            <a:r>
              <a:rPr dirty="0" spc="-95">
                <a:solidFill>
                  <a:srgbClr val="53585F"/>
                </a:solidFill>
              </a:rPr>
              <a:t> </a:t>
            </a:r>
            <a:r>
              <a:rPr dirty="0" spc="-45">
                <a:solidFill>
                  <a:srgbClr val="53585F"/>
                </a:solidFill>
              </a:rPr>
              <a:t>business,</a:t>
            </a:r>
            <a:r>
              <a:rPr dirty="0" spc="-220">
                <a:solidFill>
                  <a:srgbClr val="53585F"/>
                </a:solidFill>
              </a:rPr>
              <a:t> </a:t>
            </a:r>
            <a:r>
              <a:rPr dirty="0" spc="270">
                <a:solidFill>
                  <a:srgbClr val="53585F"/>
                </a:solidFill>
              </a:rPr>
              <a:t>we</a:t>
            </a:r>
            <a:r>
              <a:rPr dirty="0" spc="-95">
                <a:solidFill>
                  <a:srgbClr val="53585F"/>
                </a:solidFill>
              </a:rPr>
              <a:t> </a:t>
            </a:r>
            <a:r>
              <a:rPr dirty="0" spc="50">
                <a:solidFill>
                  <a:srgbClr val="53585F"/>
                </a:solidFill>
              </a:rPr>
              <a:t>are</a:t>
            </a:r>
            <a:r>
              <a:rPr dirty="0" spc="-95">
                <a:solidFill>
                  <a:srgbClr val="53585F"/>
                </a:solidFill>
              </a:rPr>
              <a:t> </a:t>
            </a:r>
            <a:r>
              <a:rPr dirty="0" spc="50">
                <a:solidFill>
                  <a:srgbClr val="53585F"/>
                </a:solidFill>
              </a:rPr>
              <a:t>in</a:t>
            </a:r>
            <a:r>
              <a:rPr dirty="0" spc="-95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a</a:t>
            </a:r>
            <a:r>
              <a:rPr dirty="0" spc="-95">
                <a:solidFill>
                  <a:srgbClr val="53585F"/>
                </a:solidFill>
              </a:rPr>
              <a:t> </a:t>
            </a:r>
            <a:r>
              <a:rPr dirty="0" spc="85">
                <a:solidFill>
                  <a:srgbClr val="53585F"/>
                </a:solidFill>
              </a:rPr>
              <a:t>great</a:t>
            </a:r>
            <a:r>
              <a:rPr dirty="0" spc="-95">
                <a:solidFill>
                  <a:srgbClr val="53585F"/>
                </a:solidFill>
              </a:rPr>
              <a:t> </a:t>
            </a:r>
            <a:r>
              <a:rPr dirty="0" spc="-10">
                <a:solidFill>
                  <a:srgbClr val="53585F"/>
                </a:solidFill>
              </a:rPr>
              <a:t>position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52293" y="3685751"/>
            <a:ext cx="5780405" cy="5183505"/>
            <a:chOff x="2052293" y="3685751"/>
            <a:chExt cx="5780405" cy="5183505"/>
          </a:xfrm>
        </p:grpSpPr>
        <p:sp>
          <p:nvSpPr>
            <p:cNvPr id="4" name="object 4"/>
            <p:cNvSpPr/>
            <p:nvPr/>
          </p:nvSpPr>
          <p:spPr>
            <a:xfrm>
              <a:off x="2052293" y="4989376"/>
              <a:ext cx="5780405" cy="2576195"/>
            </a:xfrm>
            <a:custGeom>
              <a:avLst/>
              <a:gdLst/>
              <a:ahLst/>
              <a:cxnLst/>
              <a:rect l="l" t="t" r="r" b="b"/>
              <a:pathLst>
                <a:path w="5780405" h="2576195">
                  <a:moveTo>
                    <a:pt x="0" y="2575837"/>
                  </a:moveTo>
                  <a:lnTo>
                    <a:pt x="41883" y="2575837"/>
                  </a:lnTo>
                </a:path>
                <a:path w="5780405" h="2576195">
                  <a:moveTo>
                    <a:pt x="230359" y="2575837"/>
                  </a:moveTo>
                  <a:lnTo>
                    <a:pt x="251301" y="2575837"/>
                  </a:lnTo>
                </a:path>
                <a:path w="5780405" h="2576195">
                  <a:moveTo>
                    <a:pt x="450248" y="2575837"/>
                  </a:moveTo>
                  <a:lnTo>
                    <a:pt x="523544" y="2575837"/>
                  </a:lnTo>
                </a:path>
                <a:path w="5780405" h="2576195">
                  <a:moveTo>
                    <a:pt x="712020" y="2575837"/>
                  </a:moveTo>
                  <a:lnTo>
                    <a:pt x="732962" y="2575837"/>
                  </a:lnTo>
                </a:path>
                <a:path w="5780405" h="2576195">
                  <a:moveTo>
                    <a:pt x="931909" y="2575837"/>
                  </a:moveTo>
                  <a:lnTo>
                    <a:pt x="1005205" y="2575837"/>
                  </a:lnTo>
                </a:path>
                <a:path w="5780405" h="2576195">
                  <a:moveTo>
                    <a:pt x="1193681" y="2575837"/>
                  </a:moveTo>
                  <a:lnTo>
                    <a:pt x="1486866" y="2575837"/>
                  </a:lnTo>
                </a:path>
                <a:path w="5780405" h="2576195">
                  <a:moveTo>
                    <a:pt x="1675341" y="2575837"/>
                  </a:moveTo>
                  <a:lnTo>
                    <a:pt x="1968526" y="2575837"/>
                  </a:lnTo>
                </a:path>
                <a:path w="5780405" h="2576195">
                  <a:moveTo>
                    <a:pt x="2157002" y="2575837"/>
                  </a:moveTo>
                  <a:lnTo>
                    <a:pt x="2450187" y="2575837"/>
                  </a:lnTo>
                </a:path>
                <a:path w="5780405" h="2576195">
                  <a:moveTo>
                    <a:pt x="2638663" y="2575837"/>
                  </a:moveTo>
                  <a:lnTo>
                    <a:pt x="2931848" y="2575837"/>
                  </a:lnTo>
                </a:path>
                <a:path w="5780405" h="2576195">
                  <a:moveTo>
                    <a:pt x="3120324" y="2575837"/>
                  </a:moveTo>
                  <a:lnTo>
                    <a:pt x="3413508" y="2575837"/>
                  </a:lnTo>
                </a:path>
                <a:path w="5780405" h="2576195">
                  <a:moveTo>
                    <a:pt x="3601984" y="2575837"/>
                  </a:moveTo>
                  <a:lnTo>
                    <a:pt x="3895169" y="2575837"/>
                  </a:lnTo>
                </a:path>
                <a:path w="5780405" h="2576195">
                  <a:moveTo>
                    <a:pt x="4083645" y="2575837"/>
                  </a:moveTo>
                  <a:lnTo>
                    <a:pt x="4376830" y="2575837"/>
                  </a:lnTo>
                </a:path>
                <a:path w="5780405" h="2576195">
                  <a:moveTo>
                    <a:pt x="4565306" y="2575837"/>
                  </a:moveTo>
                  <a:lnTo>
                    <a:pt x="4858491" y="2575837"/>
                  </a:lnTo>
                </a:path>
                <a:path w="5780405" h="2576195">
                  <a:moveTo>
                    <a:pt x="5046967" y="2575837"/>
                  </a:moveTo>
                  <a:lnTo>
                    <a:pt x="5340151" y="2575837"/>
                  </a:lnTo>
                </a:path>
                <a:path w="5780405" h="2576195">
                  <a:moveTo>
                    <a:pt x="5528627" y="2575837"/>
                  </a:moveTo>
                  <a:lnTo>
                    <a:pt x="5779929" y="2575837"/>
                  </a:lnTo>
                </a:path>
                <a:path w="5780405" h="2576195">
                  <a:moveTo>
                    <a:pt x="0" y="1287918"/>
                  </a:moveTo>
                  <a:lnTo>
                    <a:pt x="1005205" y="1287918"/>
                  </a:lnTo>
                </a:path>
                <a:path w="5780405" h="2576195">
                  <a:moveTo>
                    <a:pt x="1193681" y="1287918"/>
                  </a:moveTo>
                  <a:lnTo>
                    <a:pt x="1486866" y="1287918"/>
                  </a:lnTo>
                </a:path>
                <a:path w="5780405" h="2576195">
                  <a:moveTo>
                    <a:pt x="1675341" y="1287918"/>
                  </a:moveTo>
                  <a:lnTo>
                    <a:pt x="1968526" y="1287918"/>
                  </a:lnTo>
                </a:path>
                <a:path w="5780405" h="2576195">
                  <a:moveTo>
                    <a:pt x="2157002" y="1287918"/>
                  </a:moveTo>
                  <a:lnTo>
                    <a:pt x="2450187" y="1287918"/>
                  </a:lnTo>
                </a:path>
                <a:path w="5780405" h="2576195">
                  <a:moveTo>
                    <a:pt x="2638663" y="1287918"/>
                  </a:moveTo>
                  <a:lnTo>
                    <a:pt x="2931848" y="1287918"/>
                  </a:lnTo>
                </a:path>
                <a:path w="5780405" h="2576195">
                  <a:moveTo>
                    <a:pt x="3120324" y="1287918"/>
                  </a:moveTo>
                  <a:lnTo>
                    <a:pt x="3413508" y="1287918"/>
                  </a:lnTo>
                </a:path>
                <a:path w="5780405" h="2576195">
                  <a:moveTo>
                    <a:pt x="3601984" y="1287918"/>
                  </a:moveTo>
                  <a:lnTo>
                    <a:pt x="3895169" y="1287918"/>
                  </a:lnTo>
                </a:path>
                <a:path w="5780405" h="2576195">
                  <a:moveTo>
                    <a:pt x="4083645" y="1287918"/>
                  </a:moveTo>
                  <a:lnTo>
                    <a:pt x="4376830" y="1287918"/>
                  </a:lnTo>
                </a:path>
                <a:path w="5780405" h="2576195">
                  <a:moveTo>
                    <a:pt x="4565306" y="1287918"/>
                  </a:moveTo>
                  <a:lnTo>
                    <a:pt x="4858491" y="1287918"/>
                  </a:lnTo>
                </a:path>
                <a:path w="5780405" h="2576195">
                  <a:moveTo>
                    <a:pt x="5046967" y="1287918"/>
                  </a:moveTo>
                  <a:lnTo>
                    <a:pt x="5340151" y="1287918"/>
                  </a:lnTo>
                </a:path>
                <a:path w="5780405" h="2576195">
                  <a:moveTo>
                    <a:pt x="5528627" y="1287918"/>
                  </a:moveTo>
                  <a:lnTo>
                    <a:pt x="5779929" y="1287918"/>
                  </a:lnTo>
                </a:path>
                <a:path w="5780405" h="2576195">
                  <a:moveTo>
                    <a:pt x="4083645" y="0"/>
                  </a:moveTo>
                  <a:lnTo>
                    <a:pt x="4376830" y="0"/>
                  </a:lnTo>
                </a:path>
                <a:path w="5780405" h="2576195">
                  <a:moveTo>
                    <a:pt x="5046967" y="0"/>
                  </a:moveTo>
                  <a:lnTo>
                    <a:pt x="5340151" y="0"/>
                  </a:lnTo>
                </a:path>
                <a:path w="5780405" h="2576195">
                  <a:moveTo>
                    <a:pt x="4565306" y="0"/>
                  </a:moveTo>
                  <a:lnTo>
                    <a:pt x="4858491" y="0"/>
                  </a:lnTo>
                </a:path>
                <a:path w="5780405" h="2576195">
                  <a:moveTo>
                    <a:pt x="0" y="0"/>
                  </a:moveTo>
                  <a:lnTo>
                    <a:pt x="3895169" y="0"/>
                  </a:lnTo>
                </a:path>
                <a:path w="5780405" h="2576195">
                  <a:moveTo>
                    <a:pt x="5528627" y="0"/>
                  </a:moveTo>
                  <a:lnTo>
                    <a:pt x="5779929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52293" y="3690986"/>
              <a:ext cx="5780405" cy="0"/>
            </a:xfrm>
            <a:custGeom>
              <a:avLst/>
              <a:gdLst/>
              <a:ahLst/>
              <a:cxnLst/>
              <a:rect l="l" t="t" r="r" b="b"/>
              <a:pathLst>
                <a:path w="5780405" h="0">
                  <a:moveTo>
                    <a:pt x="0" y="0"/>
                  </a:moveTo>
                  <a:lnTo>
                    <a:pt x="5779929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57528" y="8863604"/>
              <a:ext cx="5769610" cy="0"/>
            </a:xfrm>
            <a:custGeom>
              <a:avLst/>
              <a:gdLst/>
              <a:ahLst/>
              <a:cxnLst/>
              <a:rect l="l" t="t" r="r" b="b"/>
              <a:pathLst>
                <a:path w="5769609" h="0">
                  <a:moveTo>
                    <a:pt x="0" y="0"/>
                  </a:moveTo>
                  <a:lnTo>
                    <a:pt x="5769458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303589" y="7392447"/>
              <a:ext cx="5487035" cy="1466215"/>
            </a:xfrm>
            <a:custGeom>
              <a:avLst/>
              <a:gdLst/>
              <a:ahLst/>
              <a:cxnLst/>
              <a:rect l="l" t="t" r="r" b="b"/>
              <a:pathLst>
                <a:path w="5487034" h="1466215">
                  <a:moveTo>
                    <a:pt x="198945" y="0"/>
                  </a:moveTo>
                  <a:lnTo>
                    <a:pt x="0" y="0"/>
                  </a:lnTo>
                  <a:lnTo>
                    <a:pt x="0" y="1465922"/>
                  </a:lnTo>
                  <a:lnTo>
                    <a:pt x="198945" y="1465922"/>
                  </a:lnTo>
                  <a:lnTo>
                    <a:pt x="198945" y="0"/>
                  </a:lnTo>
                  <a:close/>
                </a:path>
                <a:path w="5487034" h="1466215">
                  <a:moveTo>
                    <a:pt x="680605" y="146596"/>
                  </a:moveTo>
                  <a:lnTo>
                    <a:pt x="481660" y="146596"/>
                  </a:lnTo>
                  <a:lnTo>
                    <a:pt x="481660" y="1465922"/>
                  </a:lnTo>
                  <a:lnTo>
                    <a:pt x="680605" y="1465922"/>
                  </a:lnTo>
                  <a:lnTo>
                    <a:pt x="680605" y="146596"/>
                  </a:lnTo>
                  <a:close/>
                </a:path>
                <a:path w="5487034" h="1466215">
                  <a:moveTo>
                    <a:pt x="1162265" y="272249"/>
                  </a:moveTo>
                  <a:lnTo>
                    <a:pt x="963320" y="272249"/>
                  </a:lnTo>
                  <a:lnTo>
                    <a:pt x="963320" y="1465922"/>
                  </a:lnTo>
                  <a:lnTo>
                    <a:pt x="1162265" y="1465922"/>
                  </a:lnTo>
                  <a:lnTo>
                    <a:pt x="1162265" y="272249"/>
                  </a:lnTo>
                  <a:close/>
                </a:path>
                <a:path w="5487034" h="1466215">
                  <a:moveTo>
                    <a:pt x="1643926" y="397891"/>
                  </a:moveTo>
                  <a:lnTo>
                    <a:pt x="1444980" y="397891"/>
                  </a:lnTo>
                  <a:lnTo>
                    <a:pt x="1444980" y="1465922"/>
                  </a:lnTo>
                  <a:lnTo>
                    <a:pt x="1643926" y="1465922"/>
                  </a:lnTo>
                  <a:lnTo>
                    <a:pt x="1643926" y="397891"/>
                  </a:lnTo>
                  <a:close/>
                </a:path>
                <a:path w="5487034" h="1466215">
                  <a:moveTo>
                    <a:pt x="2125586" y="523544"/>
                  </a:moveTo>
                  <a:lnTo>
                    <a:pt x="1926640" y="523544"/>
                  </a:lnTo>
                  <a:lnTo>
                    <a:pt x="1926640" y="1465922"/>
                  </a:lnTo>
                  <a:lnTo>
                    <a:pt x="2125586" y="1465922"/>
                  </a:lnTo>
                  <a:lnTo>
                    <a:pt x="2125586" y="523544"/>
                  </a:lnTo>
                  <a:close/>
                </a:path>
                <a:path w="5487034" h="1466215">
                  <a:moveTo>
                    <a:pt x="2596781" y="659663"/>
                  </a:moveTo>
                  <a:lnTo>
                    <a:pt x="2408301" y="659663"/>
                  </a:lnTo>
                  <a:lnTo>
                    <a:pt x="2408301" y="1465922"/>
                  </a:lnTo>
                  <a:lnTo>
                    <a:pt x="2596781" y="1465922"/>
                  </a:lnTo>
                  <a:lnTo>
                    <a:pt x="2596781" y="659663"/>
                  </a:lnTo>
                  <a:close/>
                </a:path>
                <a:path w="5487034" h="1466215">
                  <a:moveTo>
                    <a:pt x="3078442" y="806259"/>
                  </a:moveTo>
                  <a:lnTo>
                    <a:pt x="2889961" y="806259"/>
                  </a:lnTo>
                  <a:lnTo>
                    <a:pt x="2889961" y="1465922"/>
                  </a:lnTo>
                  <a:lnTo>
                    <a:pt x="3078442" y="1465922"/>
                  </a:lnTo>
                  <a:lnTo>
                    <a:pt x="3078442" y="806259"/>
                  </a:lnTo>
                  <a:close/>
                </a:path>
                <a:path w="5487034" h="1466215">
                  <a:moveTo>
                    <a:pt x="3560102" y="942378"/>
                  </a:moveTo>
                  <a:lnTo>
                    <a:pt x="3371621" y="942378"/>
                  </a:lnTo>
                  <a:lnTo>
                    <a:pt x="3371621" y="1465922"/>
                  </a:lnTo>
                  <a:lnTo>
                    <a:pt x="3560102" y="1465922"/>
                  </a:lnTo>
                  <a:lnTo>
                    <a:pt x="3560102" y="942378"/>
                  </a:lnTo>
                  <a:close/>
                </a:path>
                <a:path w="5487034" h="1466215">
                  <a:moveTo>
                    <a:pt x="4041762" y="1068031"/>
                  </a:moveTo>
                  <a:lnTo>
                    <a:pt x="3853281" y="1068031"/>
                  </a:lnTo>
                  <a:lnTo>
                    <a:pt x="3853281" y="1465922"/>
                  </a:lnTo>
                  <a:lnTo>
                    <a:pt x="4041762" y="1465922"/>
                  </a:lnTo>
                  <a:lnTo>
                    <a:pt x="4041762" y="1068031"/>
                  </a:lnTo>
                  <a:close/>
                </a:path>
                <a:path w="5487034" h="1466215">
                  <a:moveTo>
                    <a:pt x="4523422" y="1183208"/>
                  </a:moveTo>
                  <a:lnTo>
                    <a:pt x="4334942" y="1183208"/>
                  </a:lnTo>
                  <a:lnTo>
                    <a:pt x="4334942" y="1465922"/>
                  </a:lnTo>
                  <a:lnTo>
                    <a:pt x="4523422" y="1465922"/>
                  </a:lnTo>
                  <a:lnTo>
                    <a:pt x="4523422" y="1183208"/>
                  </a:lnTo>
                  <a:close/>
                </a:path>
                <a:path w="5487034" h="1466215">
                  <a:moveTo>
                    <a:pt x="5005082" y="1287919"/>
                  </a:moveTo>
                  <a:lnTo>
                    <a:pt x="4816602" y="1287919"/>
                  </a:lnTo>
                  <a:lnTo>
                    <a:pt x="4816602" y="1465922"/>
                  </a:lnTo>
                  <a:lnTo>
                    <a:pt x="5005082" y="1465922"/>
                  </a:lnTo>
                  <a:lnTo>
                    <a:pt x="5005082" y="1287919"/>
                  </a:lnTo>
                  <a:close/>
                </a:path>
                <a:path w="5487034" h="1466215">
                  <a:moveTo>
                    <a:pt x="5486743" y="1371688"/>
                  </a:moveTo>
                  <a:lnTo>
                    <a:pt x="5298262" y="1371688"/>
                  </a:lnTo>
                  <a:lnTo>
                    <a:pt x="5298262" y="1465922"/>
                  </a:lnTo>
                  <a:lnTo>
                    <a:pt x="5486743" y="1465922"/>
                  </a:lnTo>
                  <a:lnTo>
                    <a:pt x="5486743" y="1371688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094166" y="3696226"/>
              <a:ext cx="5487035" cy="5162550"/>
            </a:xfrm>
            <a:custGeom>
              <a:avLst/>
              <a:gdLst/>
              <a:ahLst/>
              <a:cxnLst/>
              <a:rect l="l" t="t" r="r" b="b"/>
              <a:pathLst>
                <a:path w="5487034" h="5162550">
                  <a:moveTo>
                    <a:pt x="188480" y="3099384"/>
                  </a:moveTo>
                  <a:lnTo>
                    <a:pt x="0" y="3099384"/>
                  </a:lnTo>
                  <a:lnTo>
                    <a:pt x="0" y="5162143"/>
                  </a:lnTo>
                  <a:lnTo>
                    <a:pt x="188480" y="5162143"/>
                  </a:lnTo>
                  <a:lnTo>
                    <a:pt x="188480" y="3099384"/>
                  </a:lnTo>
                  <a:close/>
                </a:path>
                <a:path w="5487034" h="5162550">
                  <a:moveTo>
                    <a:pt x="670140" y="2732900"/>
                  </a:moveTo>
                  <a:lnTo>
                    <a:pt x="481660" y="2732900"/>
                  </a:lnTo>
                  <a:lnTo>
                    <a:pt x="481660" y="5162143"/>
                  </a:lnTo>
                  <a:lnTo>
                    <a:pt x="670140" y="5162143"/>
                  </a:lnTo>
                  <a:lnTo>
                    <a:pt x="670140" y="2732900"/>
                  </a:lnTo>
                  <a:close/>
                </a:path>
                <a:path w="5487034" h="5162550">
                  <a:moveTo>
                    <a:pt x="1151801" y="2554897"/>
                  </a:moveTo>
                  <a:lnTo>
                    <a:pt x="963320" y="2554897"/>
                  </a:lnTo>
                  <a:lnTo>
                    <a:pt x="963320" y="5162143"/>
                  </a:lnTo>
                  <a:lnTo>
                    <a:pt x="1151801" y="5162143"/>
                  </a:lnTo>
                  <a:lnTo>
                    <a:pt x="1151801" y="2554897"/>
                  </a:lnTo>
                  <a:close/>
                </a:path>
                <a:path w="5487034" h="5162550">
                  <a:moveTo>
                    <a:pt x="1633461" y="2387358"/>
                  </a:moveTo>
                  <a:lnTo>
                    <a:pt x="1444980" y="2387358"/>
                  </a:lnTo>
                  <a:lnTo>
                    <a:pt x="1444980" y="5162143"/>
                  </a:lnTo>
                  <a:lnTo>
                    <a:pt x="1633461" y="5162143"/>
                  </a:lnTo>
                  <a:lnTo>
                    <a:pt x="1633461" y="2387358"/>
                  </a:lnTo>
                  <a:close/>
                </a:path>
                <a:path w="5487034" h="5162550">
                  <a:moveTo>
                    <a:pt x="2115121" y="2167471"/>
                  </a:moveTo>
                  <a:lnTo>
                    <a:pt x="1926653" y="2167471"/>
                  </a:lnTo>
                  <a:lnTo>
                    <a:pt x="1926653" y="5162143"/>
                  </a:lnTo>
                  <a:lnTo>
                    <a:pt x="2115121" y="5162143"/>
                  </a:lnTo>
                  <a:lnTo>
                    <a:pt x="2115121" y="2167471"/>
                  </a:lnTo>
                  <a:close/>
                </a:path>
                <a:path w="5487034" h="5162550">
                  <a:moveTo>
                    <a:pt x="2596781" y="1937118"/>
                  </a:moveTo>
                  <a:lnTo>
                    <a:pt x="2408313" y="1937118"/>
                  </a:lnTo>
                  <a:lnTo>
                    <a:pt x="2408313" y="5162143"/>
                  </a:lnTo>
                  <a:lnTo>
                    <a:pt x="2596781" y="5162143"/>
                  </a:lnTo>
                  <a:lnTo>
                    <a:pt x="2596781" y="1937118"/>
                  </a:lnTo>
                  <a:close/>
                </a:path>
                <a:path w="5487034" h="5162550">
                  <a:moveTo>
                    <a:pt x="3078442" y="1696288"/>
                  </a:moveTo>
                  <a:lnTo>
                    <a:pt x="2889974" y="1696288"/>
                  </a:lnTo>
                  <a:lnTo>
                    <a:pt x="2889974" y="5162143"/>
                  </a:lnTo>
                  <a:lnTo>
                    <a:pt x="3078442" y="5162143"/>
                  </a:lnTo>
                  <a:lnTo>
                    <a:pt x="3078442" y="1696288"/>
                  </a:lnTo>
                  <a:close/>
                </a:path>
                <a:path w="5487034" h="5162550">
                  <a:moveTo>
                    <a:pt x="3560102" y="1413573"/>
                  </a:moveTo>
                  <a:lnTo>
                    <a:pt x="3371634" y="1413573"/>
                  </a:lnTo>
                  <a:lnTo>
                    <a:pt x="3371634" y="5162143"/>
                  </a:lnTo>
                  <a:lnTo>
                    <a:pt x="3560102" y="5162143"/>
                  </a:lnTo>
                  <a:lnTo>
                    <a:pt x="3560102" y="1413573"/>
                  </a:lnTo>
                  <a:close/>
                </a:path>
                <a:path w="5487034" h="5162550">
                  <a:moveTo>
                    <a:pt x="4041762" y="1120381"/>
                  </a:moveTo>
                  <a:lnTo>
                    <a:pt x="3853294" y="1120381"/>
                  </a:lnTo>
                  <a:lnTo>
                    <a:pt x="3853294" y="5162143"/>
                  </a:lnTo>
                  <a:lnTo>
                    <a:pt x="4041762" y="5162143"/>
                  </a:lnTo>
                  <a:lnTo>
                    <a:pt x="4041762" y="1120381"/>
                  </a:lnTo>
                  <a:close/>
                </a:path>
                <a:path w="5487034" h="5162550">
                  <a:moveTo>
                    <a:pt x="4523422" y="795794"/>
                  </a:moveTo>
                  <a:lnTo>
                    <a:pt x="4334954" y="795794"/>
                  </a:lnTo>
                  <a:lnTo>
                    <a:pt x="4334954" y="5162143"/>
                  </a:lnTo>
                  <a:lnTo>
                    <a:pt x="4523422" y="5162143"/>
                  </a:lnTo>
                  <a:lnTo>
                    <a:pt x="4523422" y="795794"/>
                  </a:lnTo>
                  <a:close/>
                </a:path>
                <a:path w="5487034" h="5162550">
                  <a:moveTo>
                    <a:pt x="5005082" y="439775"/>
                  </a:moveTo>
                  <a:lnTo>
                    <a:pt x="4816614" y="439775"/>
                  </a:lnTo>
                  <a:lnTo>
                    <a:pt x="4816614" y="5162143"/>
                  </a:lnTo>
                  <a:lnTo>
                    <a:pt x="5005082" y="5162143"/>
                  </a:lnTo>
                  <a:lnTo>
                    <a:pt x="5005082" y="439775"/>
                  </a:lnTo>
                  <a:close/>
                </a:path>
                <a:path w="5487034" h="5162550">
                  <a:moveTo>
                    <a:pt x="5486743" y="0"/>
                  </a:moveTo>
                  <a:lnTo>
                    <a:pt x="5298275" y="0"/>
                  </a:lnTo>
                  <a:lnTo>
                    <a:pt x="5298275" y="5162143"/>
                  </a:lnTo>
                  <a:lnTo>
                    <a:pt x="5486743" y="5162143"/>
                  </a:lnTo>
                  <a:lnTo>
                    <a:pt x="5486743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893001" y="8981790"/>
            <a:ext cx="79883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185">
                <a:latin typeface="Trebuchet MS"/>
                <a:cs typeface="Trebuchet MS"/>
              </a:rPr>
              <a:t>1/1/18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98702" y="8981790"/>
            <a:ext cx="85344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105">
                <a:latin typeface="Trebuchet MS"/>
                <a:cs typeface="Trebuchet MS"/>
              </a:rPr>
              <a:t>5/1/18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25345" y="8981790"/>
            <a:ext cx="848360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120">
                <a:latin typeface="Trebuchet MS"/>
                <a:cs typeface="Trebuchet MS"/>
              </a:rPr>
              <a:t>9/1/18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17973" y="8981790"/>
            <a:ext cx="955675" cy="37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155">
                <a:latin typeface="Trebuchet MS"/>
                <a:cs typeface="Trebuchet MS"/>
              </a:rPr>
              <a:t>12/1/18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42816" y="9793153"/>
            <a:ext cx="251460" cy="251460"/>
          </a:xfrm>
          <a:custGeom>
            <a:avLst/>
            <a:gdLst/>
            <a:ahLst/>
            <a:cxnLst/>
            <a:rect l="l" t="t" r="r" b="b"/>
            <a:pathLst>
              <a:path w="251460" h="251459">
                <a:moveTo>
                  <a:pt x="0" y="0"/>
                </a:moveTo>
                <a:lnTo>
                  <a:pt x="251301" y="0"/>
                </a:lnTo>
                <a:lnTo>
                  <a:pt x="251301" y="251301"/>
                </a:lnTo>
                <a:lnTo>
                  <a:pt x="0" y="251301"/>
                </a:lnTo>
                <a:lnTo>
                  <a:pt x="0" y="0"/>
                </a:lnTo>
                <a:close/>
              </a:path>
            </a:pathLst>
          </a:custGeom>
          <a:solidFill>
            <a:srgbClr val="2A9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892940" y="9714752"/>
            <a:ext cx="600075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-25">
                <a:solidFill>
                  <a:srgbClr val="353535"/>
                </a:solidFill>
                <a:latin typeface="Tahoma"/>
                <a:cs typeface="Tahoma"/>
              </a:rPr>
              <a:t>ARR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46043" y="9793153"/>
            <a:ext cx="251460" cy="251460"/>
          </a:xfrm>
          <a:custGeom>
            <a:avLst/>
            <a:gdLst/>
            <a:ahLst/>
            <a:cxnLst/>
            <a:rect l="l" t="t" r="r" b="b"/>
            <a:pathLst>
              <a:path w="251460" h="251459">
                <a:moveTo>
                  <a:pt x="0" y="0"/>
                </a:moveTo>
                <a:lnTo>
                  <a:pt x="251301" y="0"/>
                </a:lnTo>
                <a:lnTo>
                  <a:pt x="251301" y="251301"/>
                </a:lnTo>
                <a:lnTo>
                  <a:pt x="0" y="251301"/>
                </a:lnTo>
                <a:lnTo>
                  <a:pt x="0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693932" y="9714752"/>
            <a:ext cx="689610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-20">
                <a:solidFill>
                  <a:srgbClr val="353535"/>
                </a:solidFill>
                <a:latin typeface="Tahoma"/>
                <a:cs typeface="Tahoma"/>
              </a:rPr>
              <a:t>Cash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28069" y="2458428"/>
            <a:ext cx="5854700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75">
                <a:solidFill>
                  <a:srgbClr val="53585F"/>
                </a:solidFill>
                <a:latin typeface="Lucida Sans Unicode"/>
                <a:cs typeface="Lucida Sans Unicode"/>
              </a:rPr>
              <a:t>Aiming</a:t>
            </a:r>
            <a:r>
              <a:rPr dirty="0" sz="2850" spc="-17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114">
                <a:solidFill>
                  <a:srgbClr val="53585F"/>
                </a:solidFill>
                <a:latin typeface="Lucida Sans Unicode"/>
                <a:cs typeface="Lucida Sans Unicode"/>
              </a:rPr>
              <a:t>for</a:t>
            </a:r>
            <a:r>
              <a:rPr dirty="0" sz="2850" spc="-17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285">
                <a:solidFill>
                  <a:srgbClr val="53585F"/>
                </a:solidFill>
                <a:latin typeface="Lucida Sans Unicode"/>
                <a:cs typeface="Lucida Sans Unicode"/>
              </a:rPr>
              <a:t>$xx</a:t>
            </a:r>
            <a:r>
              <a:rPr dirty="0" sz="2850" spc="-22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40">
                <a:solidFill>
                  <a:srgbClr val="53585F"/>
                </a:solidFill>
                <a:latin typeface="Lucida Sans Unicode"/>
                <a:cs typeface="Lucida Sans Unicode"/>
              </a:rPr>
              <a:t>ARR</a:t>
            </a:r>
            <a:r>
              <a:rPr dirty="0" sz="2850" spc="-17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30">
                <a:solidFill>
                  <a:srgbClr val="53585F"/>
                </a:solidFill>
                <a:latin typeface="Lucida Sans Unicode"/>
                <a:cs typeface="Lucida Sans Unicode"/>
              </a:rPr>
              <a:t>by</a:t>
            </a:r>
            <a:r>
              <a:rPr dirty="0" sz="2850" spc="-17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>
                <a:solidFill>
                  <a:srgbClr val="53585F"/>
                </a:solidFill>
                <a:latin typeface="Lucida Sans Unicode"/>
                <a:cs typeface="Lucida Sans Unicode"/>
              </a:rPr>
              <a:t>end</a:t>
            </a:r>
            <a:r>
              <a:rPr dirty="0" sz="2850" spc="-17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90">
                <a:solidFill>
                  <a:srgbClr val="53585F"/>
                </a:solidFill>
                <a:latin typeface="Lucida Sans Unicode"/>
                <a:cs typeface="Lucida Sans Unicode"/>
              </a:rPr>
              <a:t>of</a:t>
            </a:r>
            <a:r>
              <a:rPr dirty="0" sz="2850" spc="-10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60">
                <a:solidFill>
                  <a:srgbClr val="53585F"/>
                </a:solidFill>
                <a:latin typeface="Lucida Sans Unicode"/>
                <a:cs typeface="Lucida Sans Unicode"/>
              </a:rPr>
              <a:t>2018</a:t>
            </a:r>
            <a:endParaRPr sz="28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1873986" y="4115058"/>
            <a:ext cx="5780405" cy="4083685"/>
            <a:chOff x="11873986" y="4115058"/>
            <a:chExt cx="5780405" cy="4083685"/>
          </a:xfrm>
        </p:grpSpPr>
        <p:sp>
          <p:nvSpPr>
            <p:cNvPr id="19" name="object 19"/>
            <p:cNvSpPr/>
            <p:nvPr/>
          </p:nvSpPr>
          <p:spPr>
            <a:xfrm>
              <a:off x="11873986" y="8193468"/>
              <a:ext cx="5780405" cy="0"/>
            </a:xfrm>
            <a:custGeom>
              <a:avLst/>
              <a:gdLst/>
              <a:ahLst/>
              <a:cxnLst/>
              <a:rect l="l" t="t" r="r" b="b"/>
              <a:pathLst>
                <a:path w="5780405" h="0">
                  <a:moveTo>
                    <a:pt x="0" y="0"/>
                  </a:moveTo>
                  <a:lnTo>
                    <a:pt x="5779928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1873986" y="4319240"/>
              <a:ext cx="5780405" cy="3225165"/>
            </a:xfrm>
            <a:custGeom>
              <a:avLst/>
              <a:gdLst/>
              <a:ahLst/>
              <a:cxnLst/>
              <a:rect l="l" t="t" r="r" b="b"/>
              <a:pathLst>
                <a:path w="5780405" h="3225165">
                  <a:moveTo>
                    <a:pt x="0" y="3225032"/>
                  </a:moveTo>
                  <a:lnTo>
                    <a:pt x="251298" y="3225032"/>
                  </a:lnTo>
                </a:path>
                <a:path w="5780405" h="3225165">
                  <a:moveTo>
                    <a:pt x="450245" y="3225032"/>
                  </a:moveTo>
                  <a:lnTo>
                    <a:pt x="732959" y="3225032"/>
                  </a:lnTo>
                </a:path>
                <a:path w="5780405" h="3225165">
                  <a:moveTo>
                    <a:pt x="931906" y="3225032"/>
                  </a:moveTo>
                  <a:lnTo>
                    <a:pt x="1214620" y="3225032"/>
                  </a:lnTo>
                </a:path>
                <a:path w="5780405" h="3225165">
                  <a:moveTo>
                    <a:pt x="1413566" y="3225032"/>
                  </a:moveTo>
                  <a:lnTo>
                    <a:pt x="1696280" y="3225032"/>
                  </a:lnTo>
                </a:path>
                <a:path w="5780405" h="3225165">
                  <a:moveTo>
                    <a:pt x="1884756" y="3225032"/>
                  </a:moveTo>
                  <a:lnTo>
                    <a:pt x="2177941" y="3225032"/>
                  </a:lnTo>
                </a:path>
                <a:path w="5780405" h="3225165">
                  <a:moveTo>
                    <a:pt x="2366417" y="3225032"/>
                  </a:moveTo>
                  <a:lnTo>
                    <a:pt x="2659602" y="3225032"/>
                  </a:lnTo>
                </a:path>
                <a:path w="5780405" h="3225165">
                  <a:moveTo>
                    <a:pt x="2848078" y="3225032"/>
                  </a:moveTo>
                  <a:lnTo>
                    <a:pt x="3141262" y="3225032"/>
                  </a:lnTo>
                </a:path>
                <a:path w="5780405" h="3225165">
                  <a:moveTo>
                    <a:pt x="3329738" y="3225032"/>
                  </a:moveTo>
                  <a:lnTo>
                    <a:pt x="5779928" y="3225032"/>
                  </a:lnTo>
                </a:path>
                <a:path w="5780405" h="3225165">
                  <a:moveTo>
                    <a:pt x="0" y="2586308"/>
                  </a:moveTo>
                  <a:lnTo>
                    <a:pt x="251298" y="2586308"/>
                  </a:lnTo>
                </a:path>
                <a:path w="5780405" h="3225165">
                  <a:moveTo>
                    <a:pt x="450245" y="2586308"/>
                  </a:moveTo>
                  <a:lnTo>
                    <a:pt x="732959" y="2586308"/>
                  </a:lnTo>
                </a:path>
                <a:path w="5780405" h="3225165">
                  <a:moveTo>
                    <a:pt x="931906" y="2586308"/>
                  </a:moveTo>
                  <a:lnTo>
                    <a:pt x="1214620" y="2586308"/>
                  </a:lnTo>
                </a:path>
                <a:path w="5780405" h="3225165">
                  <a:moveTo>
                    <a:pt x="1413566" y="2586308"/>
                  </a:moveTo>
                  <a:lnTo>
                    <a:pt x="1696280" y="2586308"/>
                  </a:lnTo>
                </a:path>
                <a:path w="5780405" h="3225165">
                  <a:moveTo>
                    <a:pt x="1884756" y="2586308"/>
                  </a:moveTo>
                  <a:lnTo>
                    <a:pt x="2177941" y="2586308"/>
                  </a:lnTo>
                </a:path>
                <a:path w="5780405" h="3225165">
                  <a:moveTo>
                    <a:pt x="2366417" y="2586308"/>
                  </a:moveTo>
                  <a:lnTo>
                    <a:pt x="2659602" y="2586308"/>
                  </a:lnTo>
                </a:path>
                <a:path w="5780405" h="3225165">
                  <a:moveTo>
                    <a:pt x="2848078" y="2586308"/>
                  </a:moveTo>
                  <a:lnTo>
                    <a:pt x="3141262" y="2586308"/>
                  </a:lnTo>
                </a:path>
                <a:path w="5780405" h="3225165">
                  <a:moveTo>
                    <a:pt x="3329738" y="2586308"/>
                  </a:moveTo>
                  <a:lnTo>
                    <a:pt x="3622923" y="2586308"/>
                  </a:lnTo>
                </a:path>
                <a:path w="5780405" h="3225165">
                  <a:moveTo>
                    <a:pt x="3811399" y="2586308"/>
                  </a:moveTo>
                  <a:lnTo>
                    <a:pt x="4104584" y="2586308"/>
                  </a:lnTo>
                </a:path>
                <a:path w="5780405" h="3225165">
                  <a:moveTo>
                    <a:pt x="4293060" y="2586308"/>
                  </a:moveTo>
                  <a:lnTo>
                    <a:pt x="4586245" y="2586308"/>
                  </a:lnTo>
                </a:path>
                <a:path w="5780405" h="3225165">
                  <a:moveTo>
                    <a:pt x="4774721" y="2586308"/>
                  </a:moveTo>
                  <a:lnTo>
                    <a:pt x="5779928" y="2586308"/>
                  </a:lnTo>
                </a:path>
                <a:path w="5780405" h="3225165">
                  <a:moveTo>
                    <a:pt x="1413566" y="1937113"/>
                  </a:moveTo>
                  <a:lnTo>
                    <a:pt x="1696280" y="1937113"/>
                  </a:lnTo>
                </a:path>
                <a:path w="5780405" h="3225165">
                  <a:moveTo>
                    <a:pt x="1884756" y="1937113"/>
                  </a:moveTo>
                  <a:lnTo>
                    <a:pt x="2177941" y="1937113"/>
                  </a:lnTo>
                </a:path>
                <a:path w="5780405" h="3225165">
                  <a:moveTo>
                    <a:pt x="2366417" y="1937113"/>
                  </a:moveTo>
                  <a:lnTo>
                    <a:pt x="2659602" y="1937113"/>
                  </a:lnTo>
                </a:path>
                <a:path w="5780405" h="3225165">
                  <a:moveTo>
                    <a:pt x="2848078" y="1937113"/>
                  </a:moveTo>
                  <a:lnTo>
                    <a:pt x="3141262" y="1937113"/>
                  </a:lnTo>
                </a:path>
                <a:path w="5780405" h="3225165">
                  <a:moveTo>
                    <a:pt x="3329738" y="1937113"/>
                  </a:moveTo>
                  <a:lnTo>
                    <a:pt x="3622923" y="1937113"/>
                  </a:lnTo>
                </a:path>
                <a:path w="5780405" h="3225165">
                  <a:moveTo>
                    <a:pt x="0" y="1937113"/>
                  </a:moveTo>
                  <a:lnTo>
                    <a:pt x="251298" y="1937113"/>
                  </a:lnTo>
                </a:path>
                <a:path w="5780405" h="3225165">
                  <a:moveTo>
                    <a:pt x="3811399" y="1937113"/>
                  </a:moveTo>
                  <a:lnTo>
                    <a:pt x="4104584" y="1937113"/>
                  </a:lnTo>
                </a:path>
                <a:path w="5780405" h="3225165">
                  <a:moveTo>
                    <a:pt x="450245" y="1937113"/>
                  </a:moveTo>
                  <a:lnTo>
                    <a:pt x="732959" y="1937113"/>
                  </a:lnTo>
                </a:path>
                <a:path w="5780405" h="3225165">
                  <a:moveTo>
                    <a:pt x="4293060" y="1937113"/>
                  </a:moveTo>
                  <a:lnTo>
                    <a:pt x="4586245" y="1937113"/>
                  </a:lnTo>
                </a:path>
                <a:path w="5780405" h="3225165">
                  <a:moveTo>
                    <a:pt x="931906" y="1937113"/>
                  </a:moveTo>
                  <a:lnTo>
                    <a:pt x="1214620" y="1937113"/>
                  </a:lnTo>
                </a:path>
                <a:path w="5780405" h="3225165">
                  <a:moveTo>
                    <a:pt x="4774721" y="1937113"/>
                  </a:moveTo>
                  <a:lnTo>
                    <a:pt x="5067905" y="1937113"/>
                  </a:lnTo>
                </a:path>
                <a:path w="5780405" h="3225165">
                  <a:moveTo>
                    <a:pt x="5256381" y="1937113"/>
                  </a:moveTo>
                  <a:lnTo>
                    <a:pt x="5549566" y="1937113"/>
                  </a:lnTo>
                </a:path>
                <a:path w="5780405" h="3225165">
                  <a:moveTo>
                    <a:pt x="5738042" y="1937113"/>
                  </a:moveTo>
                  <a:lnTo>
                    <a:pt x="5779928" y="1937113"/>
                  </a:lnTo>
                </a:path>
                <a:path w="5780405" h="3225165">
                  <a:moveTo>
                    <a:pt x="0" y="1287918"/>
                  </a:moveTo>
                  <a:lnTo>
                    <a:pt x="41880" y="1287918"/>
                  </a:lnTo>
                </a:path>
                <a:path w="5780405" h="3225165">
                  <a:moveTo>
                    <a:pt x="230356" y="1287918"/>
                  </a:moveTo>
                  <a:lnTo>
                    <a:pt x="523541" y="1287918"/>
                  </a:lnTo>
                </a:path>
                <a:path w="5780405" h="3225165">
                  <a:moveTo>
                    <a:pt x="712017" y="1287918"/>
                  </a:moveTo>
                  <a:lnTo>
                    <a:pt x="1005202" y="1287918"/>
                  </a:lnTo>
                </a:path>
                <a:path w="5780405" h="3225165">
                  <a:moveTo>
                    <a:pt x="1193678" y="1287918"/>
                  </a:moveTo>
                  <a:lnTo>
                    <a:pt x="1486863" y="1287918"/>
                  </a:lnTo>
                </a:path>
                <a:path w="5780405" h="3225165">
                  <a:moveTo>
                    <a:pt x="1675338" y="1287918"/>
                  </a:moveTo>
                  <a:lnTo>
                    <a:pt x="1968523" y="1287918"/>
                  </a:lnTo>
                </a:path>
                <a:path w="5780405" h="3225165">
                  <a:moveTo>
                    <a:pt x="2156999" y="1287918"/>
                  </a:moveTo>
                  <a:lnTo>
                    <a:pt x="2450184" y="1287918"/>
                  </a:lnTo>
                </a:path>
                <a:path w="5780405" h="3225165">
                  <a:moveTo>
                    <a:pt x="2638660" y="1287918"/>
                  </a:moveTo>
                  <a:lnTo>
                    <a:pt x="2931845" y="1287918"/>
                  </a:lnTo>
                </a:path>
                <a:path w="5780405" h="3225165">
                  <a:moveTo>
                    <a:pt x="3120321" y="1287918"/>
                  </a:moveTo>
                  <a:lnTo>
                    <a:pt x="3413505" y="1287918"/>
                  </a:lnTo>
                </a:path>
                <a:path w="5780405" h="3225165">
                  <a:moveTo>
                    <a:pt x="3601981" y="1287918"/>
                  </a:moveTo>
                  <a:lnTo>
                    <a:pt x="3895166" y="1287918"/>
                  </a:lnTo>
                </a:path>
                <a:path w="5780405" h="3225165">
                  <a:moveTo>
                    <a:pt x="4083642" y="1287918"/>
                  </a:moveTo>
                  <a:lnTo>
                    <a:pt x="4376827" y="1287918"/>
                  </a:lnTo>
                </a:path>
                <a:path w="5780405" h="3225165">
                  <a:moveTo>
                    <a:pt x="4565303" y="1287918"/>
                  </a:moveTo>
                  <a:lnTo>
                    <a:pt x="4858488" y="1287918"/>
                  </a:lnTo>
                </a:path>
                <a:path w="5780405" h="3225165">
                  <a:moveTo>
                    <a:pt x="5046964" y="1287918"/>
                  </a:moveTo>
                  <a:lnTo>
                    <a:pt x="5340148" y="1287918"/>
                  </a:lnTo>
                </a:path>
                <a:path w="5780405" h="3225165">
                  <a:moveTo>
                    <a:pt x="5528624" y="1287918"/>
                  </a:moveTo>
                  <a:lnTo>
                    <a:pt x="5779928" y="1287918"/>
                  </a:lnTo>
                </a:path>
                <a:path w="5780405" h="3225165">
                  <a:moveTo>
                    <a:pt x="2638660" y="649194"/>
                  </a:moveTo>
                  <a:lnTo>
                    <a:pt x="2931845" y="649194"/>
                  </a:lnTo>
                </a:path>
                <a:path w="5780405" h="3225165">
                  <a:moveTo>
                    <a:pt x="230356" y="649194"/>
                  </a:moveTo>
                  <a:lnTo>
                    <a:pt x="523541" y="649194"/>
                  </a:lnTo>
                </a:path>
                <a:path w="5780405" h="3225165">
                  <a:moveTo>
                    <a:pt x="3120321" y="649194"/>
                  </a:moveTo>
                  <a:lnTo>
                    <a:pt x="3413505" y="649194"/>
                  </a:lnTo>
                </a:path>
                <a:path w="5780405" h="3225165">
                  <a:moveTo>
                    <a:pt x="712017" y="649194"/>
                  </a:moveTo>
                  <a:lnTo>
                    <a:pt x="1005202" y="649194"/>
                  </a:lnTo>
                </a:path>
                <a:path w="5780405" h="3225165">
                  <a:moveTo>
                    <a:pt x="3601981" y="649194"/>
                  </a:moveTo>
                  <a:lnTo>
                    <a:pt x="3895166" y="649194"/>
                  </a:lnTo>
                </a:path>
                <a:path w="5780405" h="3225165">
                  <a:moveTo>
                    <a:pt x="1193678" y="649194"/>
                  </a:moveTo>
                  <a:lnTo>
                    <a:pt x="1486863" y="649194"/>
                  </a:lnTo>
                </a:path>
                <a:path w="5780405" h="3225165">
                  <a:moveTo>
                    <a:pt x="4083642" y="649194"/>
                  </a:moveTo>
                  <a:lnTo>
                    <a:pt x="4376827" y="649194"/>
                  </a:lnTo>
                </a:path>
                <a:path w="5780405" h="3225165">
                  <a:moveTo>
                    <a:pt x="1675338" y="649194"/>
                  </a:moveTo>
                  <a:lnTo>
                    <a:pt x="1968523" y="649194"/>
                  </a:lnTo>
                </a:path>
                <a:path w="5780405" h="3225165">
                  <a:moveTo>
                    <a:pt x="4565303" y="649194"/>
                  </a:moveTo>
                  <a:lnTo>
                    <a:pt x="4858488" y="649194"/>
                  </a:lnTo>
                </a:path>
                <a:path w="5780405" h="3225165">
                  <a:moveTo>
                    <a:pt x="2156999" y="649194"/>
                  </a:moveTo>
                  <a:lnTo>
                    <a:pt x="2450184" y="649194"/>
                  </a:lnTo>
                </a:path>
                <a:path w="5780405" h="3225165">
                  <a:moveTo>
                    <a:pt x="5046964" y="649194"/>
                  </a:moveTo>
                  <a:lnTo>
                    <a:pt x="5340148" y="649194"/>
                  </a:lnTo>
                </a:path>
                <a:path w="5780405" h="3225165">
                  <a:moveTo>
                    <a:pt x="0" y="649194"/>
                  </a:moveTo>
                  <a:lnTo>
                    <a:pt x="41880" y="649194"/>
                  </a:lnTo>
                </a:path>
                <a:path w="5780405" h="3225165">
                  <a:moveTo>
                    <a:pt x="5528624" y="649194"/>
                  </a:moveTo>
                  <a:lnTo>
                    <a:pt x="5779928" y="649194"/>
                  </a:lnTo>
                </a:path>
                <a:path w="5780405" h="3225165">
                  <a:moveTo>
                    <a:pt x="1675338" y="0"/>
                  </a:moveTo>
                  <a:lnTo>
                    <a:pt x="1968523" y="0"/>
                  </a:lnTo>
                </a:path>
                <a:path w="5780405" h="3225165">
                  <a:moveTo>
                    <a:pt x="2156999" y="0"/>
                  </a:moveTo>
                  <a:lnTo>
                    <a:pt x="2450184" y="0"/>
                  </a:lnTo>
                </a:path>
                <a:path w="5780405" h="3225165">
                  <a:moveTo>
                    <a:pt x="3120321" y="0"/>
                  </a:moveTo>
                  <a:lnTo>
                    <a:pt x="3413505" y="0"/>
                  </a:lnTo>
                </a:path>
                <a:path w="5780405" h="3225165">
                  <a:moveTo>
                    <a:pt x="3601981" y="0"/>
                  </a:moveTo>
                  <a:lnTo>
                    <a:pt x="3895166" y="0"/>
                  </a:lnTo>
                </a:path>
                <a:path w="5780405" h="3225165">
                  <a:moveTo>
                    <a:pt x="4083642" y="0"/>
                  </a:moveTo>
                  <a:lnTo>
                    <a:pt x="4376827" y="0"/>
                  </a:lnTo>
                </a:path>
                <a:path w="5780405" h="3225165">
                  <a:moveTo>
                    <a:pt x="2638660" y="0"/>
                  </a:moveTo>
                  <a:lnTo>
                    <a:pt x="2931845" y="0"/>
                  </a:lnTo>
                </a:path>
                <a:path w="5780405" h="3225165">
                  <a:moveTo>
                    <a:pt x="4565303" y="0"/>
                  </a:moveTo>
                  <a:lnTo>
                    <a:pt x="4858488" y="0"/>
                  </a:lnTo>
                </a:path>
                <a:path w="5780405" h="3225165">
                  <a:moveTo>
                    <a:pt x="0" y="0"/>
                  </a:moveTo>
                  <a:lnTo>
                    <a:pt x="41880" y="0"/>
                  </a:lnTo>
                </a:path>
                <a:path w="5780405" h="3225165">
                  <a:moveTo>
                    <a:pt x="230356" y="0"/>
                  </a:moveTo>
                  <a:lnTo>
                    <a:pt x="523541" y="0"/>
                  </a:lnTo>
                </a:path>
                <a:path w="5780405" h="3225165">
                  <a:moveTo>
                    <a:pt x="5046964" y="0"/>
                  </a:moveTo>
                  <a:lnTo>
                    <a:pt x="5340148" y="0"/>
                  </a:lnTo>
                </a:path>
                <a:path w="5780405" h="3225165">
                  <a:moveTo>
                    <a:pt x="712017" y="0"/>
                  </a:moveTo>
                  <a:lnTo>
                    <a:pt x="1005202" y="0"/>
                  </a:lnTo>
                </a:path>
                <a:path w="5780405" h="3225165">
                  <a:moveTo>
                    <a:pt x="1193678" y="0"/>
                  </a:moveTo>
                  <a:lnTo>
                    <a:pt x="1486863" y="0"/>
                  </a:lnTo>
                </a:path>
                <a:path w="5780405" h="3225165">
                  <a:moveTo>
                    <a:pt x="5528624" y="0"/>
                  </a:moveTo>
                  <a:lnTo>
                    <a:pt x="5779928" y="0"/>
                  </a:lnTo>
                </a:path>
              </a:pathLst>
            </a:custGeom>
            <a:ln w="10470">
              <a:solidFill>
                <a:srgbClr val="929292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2125274" y="6251124"/>
              <a:ext cx="5487035" cy="1895475"/>
            </a:xfrm>
            <a:custGeom>
              <a:avLst/>
              <a:gdLst/>
              <a:ahLst/>
              <a:cxnLst/>
              <a:rect l="l" t="t" r="r" b="b"/>
              <a:pathLst>
                <a:path w="5487034" h="1895475">
                  <a:moveTo>
                    <a:pt x="198958" y="0"/>
                  </a:moveTo>
                  <a:lnTo>
                    <a:pt x="0" y="0"/>
                  </a:lnTo>
                  <a:lnTo>
                    <a:pt x="0" y="1895233"/>
                  </a:lnTo>
                  <a:lnTo>
                    <a:pt x="198958" y="1895233"/>
                  </a:lnTo>
                  <a:lnTo>
                    <a:pt x="198958" y="0"/>
                  </a:lnTo>
                  <a:close/>
                </a:path>
                <a:path w="5487034" h="1895475">
                  <a:moveTo>
                    <a:pt x="680618" y="0"/>
                  </a:moveTo>
                  <a:lnTo>
                    <a:pt x="481660" y="0"/>
                  </a:lnTo>
                  <a:lnTo>
                    <a:pt x="481660" y="1863813"/>
                  </a:lnTo>
                  <a:lnTo>
                    <a:pt x="680618" y="1863813"/>
                  </a:lnTo>
                  <a:lnTo>
                    <a:pt x="680618" y="0"/>
                  </a:lnTo>
                  <a:close/>
                </a:path>
                <a:path w="5487034" h="1895475">
                  <a:moveTo>
                    <a:pt x="1162278" y="0"/>
                  </a:moveTo>
                  <a:lnTo>
                    <a:pt x="963320" y="0"/>
                  </a:lnTo>
                  <a:lnTo>
                    <a:pt x="963320" y="1507807"/>
                  </a:lnTo>
                  <a:lnTo>
                    <a:pt x="1162278" y="1507807"/>
                  </a:lnTo>
                  <a:lnTo>
                    <a:pt x="1162278" y="0"/>
                  </a:lnTo>
                  <a:close/>
                </a:path>
                <a:path w="5487034" h="1895475">
                  <a:moveTo>
                    <a:pt x="1633461" y="0"/>
                  </a:moveTo>
                  <a:lnTo>
                    <a:pt x="1444993" y="0"/>
                  </a:lnTo>
                  <a:lnTo>
                    <a:pt x="1444993" y="1476400"/>
                  </a:lnTo>
                  <a:lnTo>
                    <a:pt x="1633461" y="1476400"/>
                  </a:lnTo>
                  <a:lnTo>
                    <a:pt x="1633461" y="0"/>
                  </a:lnTo>
                  <a:close/>
                </a:path>
                <a:path w="5487034" h="1895475">
                  <a:moveTo>
                    <a:pt x="2115121" y="0"/>
                  </a:moveTo>
                  <a:lnTo>
                    <a:pt x="1926653" y="0"/>
                  </a:lnTo>
                  <a:lnTo>
                    <a:pt x="1926653" y="1319326"/>
                  </a:lnTo>
                  <a:lnTo>
                    <a:pt x="2115121" y="1319326"/>
                  </a:lnTo>
                  <a:lnTo>
                    <a:pt x="2115121" y="0"/>
                  </a:lnTo>
                  <a:close/>
                </a:path>
                <a:path w="5487034" h="1895475">
                  <a:moveTo>
                    <a:pt x="2596781" y="0"/>
                  </a:moveTo>
                  <a:lnTo>
                    <a:pt x="2408313" y="0"/>
                  </a:lnTo>
                  <a:lnTo>
                    <a:pt x="2408313" y="1319326"/>
                  </a:lnTo>
                  <a:lnTo>
                    <a:pt x="2596781" y="1319326"/>
                  </a:lnTo>
                  <a:lnTo>
                    <a:pt x="2596781" y="0"/>
                  </a:lnTo>
                  <a:close/>
                </a:path>
                <a:path w="5487034" h="1895475">
                  <a:moveTo>
                    <a:pt x="3078442" y="0"/>
                  </a:moveTo>
                  <a:lnTo>
                    <a:pt x="2889974" y="0"/>
                  </a:lnTo>
                  <a:lnTo>
                    <a:pt x="2889974" y="1298384"/>
                  </a:lnTo>
                  <a:lnTo>
                    <a:pt x="3078442" y="1298384"/>
                  </a:lnTo>
                  <a:lnTo>
                    <a:pt x="3078442" y="0"/>
                  </a:lnTo>
                  <a:close/>
                </a:path>
                <a:path w="5487034" h="1895475">
                  <a:moveTo>
                    <a:pt x="3560102" y="0"/>
                  </a:moveTo>
                  <a:lnTo>
                    <a:pt x="3371634" y="0"/>
                  </a:lnTo>
                  <a:lnTo>
                    <a:pt x="3371634" y="1088974"/>
                  </a:lnTo>
                  <a:lnTo>
                    <a:pt x="3560102" y="1088974"/>
                  </a:lnTo>
                  <a:lnTo>
                    <a:pt x="3560102" y="0"/>
                  </a:lnTo>
                  <a:close/>
                </a:path>
                <a:path w="5487034" h="1895475">
                  <a:moveTo>
                    <a:pt x="4041762" y="0"/>
                  </a:moveTo>
                  <a:lnTo>
                    <a:pt x="3853294" y="0"/>
                  </a:lnTo>
                  <a:lnTo>
                    <a:pt x="3853294" y="1015682"/>
                  </a:lnTo>
                  <a:lnTo>
                    <a:pt x="4041762" y="1015682"/>
                  </a:lnTo>
                  <a:lnTo>
                    <a:pt x="4041762" y="0"/>
                  </a:lnTo>
                  <a:close/>
                </a:path>
                <a:path w="5487034" h="1895475">
                  <a:moveTo>
                    <a:pt x="4523422" y="0"/>
                  </a:moveTo>
                  <a:lnTo>
                    <a:pt x="4334954" y="0"/>
                  </a:lnTo>
                  <a:lnTo>
                    <a:pt x="4334954" y="827201"/>
                  </a:lnTo>
                  <a:lnTo>
                    <a:pt x="4523422" y="827201"/>
                  </a:lnTo>
                  <a:lnTo>
                    <a:pt x="4523422" y="0"/>
                  </a:lnTo>
                  <a:close/>
                </a:path>
                <a:path w="5487034" h="1895475">
                  <a:moveTo>
                    <a:pt x="5005082" y="0"/>
                  </a:moveTo>
                  <a:lnTo>
                    <a:pt x="4816614" y="0"/>
                  </a:lnTo>
                  <a:lnTo>
                    <a:pt x="4816614" y="649198"/>
                  </a:lnTo>
                  <a:lnTo>
                    <a:pt x="5005082" y="649198"/>
                  </a:lnTo>
                  <a:lnTo>
                    <a:pt x="5005082" y="0"/>
                  </a:lnTo>
                  <a:close/>
                </a:path>
                <a:path w="5487034" h="1895475">
                  <a:moveTo>
                    <a:pt x="5486743" y="0"/>
                  </a:moveTo>
                  <a:lnTo>
                    <a:pt x="5298275" y="0"/>
                  </a:lnTo>
                  <a:lnTo>
                    <a:pt x="5298275" y="523544"/>
                  </a:lnTo>
                  <a:lnTo>
                    <a:pt x="5486743" y="523544"/>
                  </a:lnTo>
                  <a:lnTo>
                    <a:pt x="5486743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1915864" y="4115060"/>
              <a:ext cx="5487035" cy="2136140"/>
            </a:xfrm>
            <a:custGeom>
              <a:avLst/>
              <a:gdLst/>
              <a:ahLst/>
              <a:cxnLst/>
              <a:rect l="l" t="t" r="r" b="b"/>
              <a:pathLst>
                <a:path w="5487034" h="2136140">
                  <a:moveTo>
                    <a:pt x="188468" y="0"/>
                  </a:moveTo>
                  <a:lnTo>
                    <a:pt x="0" y="0"/>
                  </a:lnTo>
                  <a:lnTo>
                    <a:pt x="0" y="2136063"/>
                  </a:lnTo>
                  <a:lnTo>
                    <a:pt x="188468" y="2136063"/>
                  </a:lnTo>
                  <a:lnTo>
                    <a:pt x="188468" y="0"/>
                  </a:lnTo>
                  <a:close/>
                </a:path>
                <a:path w="5487034" h="2136140">
                  <a:moveTo>
                    <a:pt x="670128" y="0"/>
                  </a:moveTo>
                  <a:lnTo>
                    <a:pt x="481660" y="0"/>
                  </a:lnTo>
                  <a:lnTo>
                    <a:pt x="481660" y="2136063"/>
                  </a:lnTo>
                  <a:lnTo>
                    <a:pt x="670128" y="2136063"/>
                  </a:lnTo>
                  <a:lnTo>
                    <a:pt x="670128" y="0"/>
                  </a:lnTo>
                  <a:close/>
                </a:path>
                <a:path w="5487034" h="2136140">
                  <a:moveTo>
                    <a:pt x="1151801" y="0"/>
                  </a:moveTo>
                  <a:lnTo>
                    <a:pt x="963320" y="0"/>
                  </a:lnTo>
                  <a:lnTo>
                    <a:pt x="963320" y="2136063"/>
                  </a:lnTo>
                  <a:lnTo>
                    <a:pt x="1151801" y="2136063"/>
                  </a:lnTo>
                  <a:lnTo>
                    <a:pt x="1151801" y="0"/>
                  </a:lnTo>
                  <a:close/>
                </a:path>
                <a:path w="5487034" h="2136140">
                  <a:moveTo>
                    <a:pt x="1633461" y="0"/>
                  </a:moveTo>
                  <a:lnTo>
                    <a:pt x="1444980" y="0"/>
                  </a:lnTo>
                  <a:lnTo>
                    <a:pt x="1444980" y="2136063"/>
                  </a:lnTo>
                  <a:lnTo>
                    <a:pt x="1633461" y="2136063"/>
                  </a:lnTo>
                  <a:lnTo>
                    <a:pt x="1633461" y="0"/>
                  </a:lnTo>
                  <a:close/>
                </a:path>
                <a:path w="5487034" h="2136140">
                  <a:moveTo>
                    <a:pt x="2115121" y="0"/>
                  </a:moveTo>
                  <a:lnTo>
                    <a:pt x="1926640" y="0"/>
                  </a:lnTo>
                  <a:lnTo>
                    <a:pt x="1926640" y="2136063"/>
                  </a:lnTo>
                  <a:lnTo>
                    <a:pt x="2115121" y="2136063"/>
                  </a:lnTo>
                  <a:lnTo>
                    <a:pt x="2115121" y="0"/>
                  </a:lnTo>
                  <a:close/>
                </a:path>
                <a:path w="5487034" h="2136140">
                  <a:moveTo>
                    <a:pt x="2596781" y="0"/>
                  </a:moveTo>
                  <a:lnTo>
                    <a:pt x="2408301" y="0"/>
                  </a:lnTo>
                  <a:lnTo>
                    <a:pt x="2408301" y="2136063"/>
                  </a:lnTo>
                  <a:lnTo>
                    <a:pt x="2596781" y="2136063"/>
                  </a:lnTo>
                  <a:lnTo>
                    <a:pt x="2596781" y="0"/>
                  </a:lnTo>
                  <a:close/>
                </a:path>
                <a:path w="5487034" h="2136140">
                  <a:moveTo>
                    <a:pt x="3078442" y="0"/>
                  </a:moveTo>
                  <a:lnTo>
                    <a:pt x="2889961" y="0"/>
                  </a:lnTo>
                  <a:lnTo>
                    <a:pt x="2889961" y="2136063"/>
                  </a:lnTo>
                  <a:lnTo>
                    <a:pt x="3078442" y="2136063"/>
                  </a:lnTo>
                  <a:lnTo>
                    <a:pt x="3078442" y="0"/>
                  </a:lnTo>
                  <a:close/>
                </a:path>
                <a:path w="5487034" h="2136140">
                  <a:moveTo>
                    <a:pt x="3560102" y="0"/>
                  </a:moveTo>
                  <a:lnTo>
                    <a:pt x="3371621" y="0"/>
                  </a:lnTo>
                  <a:lnTo>
                    <a:pt x="3371621" y="2136063"/>
                  </a:lnTo>
                  <a:lnTo>
                    <a:pt x="3560102" y="2136063"/>
                  </a:lnTo>
                  <a:lnTo>
                    <a:pt x="3560102" y="0"/>
                  </a:lnTo>
                  <a:close/>
                </a:path>
                <a:path w="5487034" h="2136140">
                  <a:moveTo>
                    <a:pt x="4041762" y="0"/>
                  </a:moveTo>
                  <a:lnTo>
                    <a:pt x="3853281" y="0"/>
                  </a:lnTo>
                  <a:lnTo>
                    <a:pt x="3853281" y="2136063"/>
                  </a:lnTo>
                  <a:lnTo>
                    <a:pt x="4041762" y="2136063"/>
                  </a:lnTo>
                  <a:lnTo>
                    <a:pt x="4041762" y="0"/>
                  </a:lnTo>
                  <a:close/>
                </a:path>
                <a:path w="5487034" h="2136140">
                  <a:moveTo>
                    <a:pt x="4523422" y="0"/>
                  </a:moveTo>
                  <a:lnTo>
                    <a:pt x="4334942" y="0"/>
                  </a:lnTo>
                  <a:lnTo>
                    <a:pt x="4334942" y="2136063"/>
                  </a:lnTo>
                  <a:lnTo>
                    <a:pt x="4523422" y="2136063"/>
                  </a:lnTo>
                  <a:lnTo>
                    <a:pt x="4523422" y="0"/>
                  </a:lnTo>
                  <a:close/>
                </a:path>
                <a:path w="5487034" h="2136140">
                  <a:moveTo>
                    <a:pt x="5005082" y="0"/>
                  </a:moveTo>
                  <a:lnTo>
                    <a:pt x="4816602" y="0"/>
                  </a:lnTo>
                  <a:lnTo>
                    <a:pt x="4816602" y="2136063"/>
                  </a:lnTo>
                  <a:lnTo>
                    <a:pt x="5005082" y="2136063"/>
                  </a:lnTo>
                  <a:lnTo>
                    <a:pt x="5005082" y="0"/>
                  </a:lnTo>
                  <a:close/>
                </a:path>
                <a:path w="5487034" h="2136140">
                  <a:moveTo>
                    <a:pt x="5486743" y="0"/>
                  </a:moveTo>
                  <a:lnTo>
                    <a:pt x="5298262" y="0"/>
                  </a:lnTo>
                  <a:lnTo>
                    <a:pt x="5298262" y="2136063"/>
                  </a:lnTo>
                  <a:lnTo>
                    <a:pt x="5486743" y="2136063"/>
                  </a:lnTo>
                  <a:lnTo>
                    <a:pt x="5486743" y="0"/>
                  </a:lnTo>
                  <a:close/>
                </a:path>
              </a:pathLst>
            </a:custGeom>
            <a:solidFill>
              <a:srgbClr val="2B90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/>
          <p:nvPr/>
        </p:nvSpPr>
        <p:spPr>
          <a:xfrm>
            <a:off x="11873986" y="3670045"/>
            <a:ext cx="5780405" cy="0"/>
          </a:xfrm>
          <a:custGeom>
            <a:avLst/>
            <a:gdLst/>
            <a:ahLst/>
            <a:cxnLst/>
            <a:rect l="l" t="t" r="r" b="b"/>
            <a:pathLst>
              <a:path w="5780405" h="0">
                <a:moveTo>
                  <a:pt x="0" y="0"/>
                </a:moveTo>
                <a:lnTo>
                  <a:pt x="5779928" y="0"/>
                </a:lnTo>
              </a:path>
            </a:pathLst>
          </a:custGeom>
          <a:ln w="10470">
            <a:solidFill>
              <a:srgbClr val="92929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0824666" y="3474104"/>
            <a:ext cx="847725" cy="55499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2300" spc="140">
                <a:latin typeface="Trebuchet MS"/>
                <a:cs typeface="Trebuchet MS"/>
              </a:rPr>
              <a:t>100%</a:t>
            </a:r>
            <a:endParaRPr sz="2300">
              <a:latin typeface="Trebuchet MS"/>
              <a:cs typeface="Trebuchet MS"/>
            </a:endParaRPr>
          </a:p>
          <a:p>
            <a:pPr algn="r" marR="12065">
              <a:lnSpc>
                <a:spcPct val="100000"/>
              </a:lnSpc>
              <a:spcBef>
                <a:spcPts val="2355"/>
              </a:spcBef>
            </a:pPr>
            <a:r>
              <a:rPr dirty="0" sz="2300" spc="180">
                <a:latin typeface="Trebuchet MS"/>
                <a:cs typeface="Trebuchet MS"/>
              </a:rPr>
              <a:t>75%</a:t>
            </a:r>
            <a:endParaRPr sz="23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2270"/>
              </a:spcBef>
            </a:pPr>
            <a:r>
              <a:rPr dirty="0" sz="2300" spc="260">
                <a:latin typeface="Trebuchet MS"/>
                <a:cs typeface="Trebuchet MS"/>
              </a:rPr>
              <a:t>50%</a:t>
            </a:r>
            <a:endParaRPr sz="2300">
              <a:latin typeface="Trebuchet MS"/>
              <a:cs typeface="Trebuchet MS"/>
            </a:endParaRPr>
          </a:p>
          <a:p>
            <a:pPr algn="r" marR="6350">
              <a:lnSpc>
                <a:spcPct val="100000"/>
              </a:lnSpc>
              <a:spcBef>
                <a:spcPts val="2350"/>
              </a:spcBef>
            </a:pPr>
            <a:r>
              <a:rPr dirty="0" sz="2300" spc="200">
                <a:latin typeface="Trebuchet MS"/>
                <a:cs typeface="Trebuchet MS"/>
              </a:rPr>
              <a:t>25%</a:t>
            </a:r>
            <a:endParaRPr sz="2300">
              <a:latin typeface="Trebuchet MS"/>
              <a:cs typeface="Trebuchet MS"/>
            </a:endParaRPr>
          </a:p>
          <a:p>
            <a:pPr algn="r" marR="5715">
              <a:lnSpc>
                <a:spcPct val="100000"/>
              </a:lnSpc>
              <a:spcBef>
                <a:spcPts val="2350"/>
              </a:spcBef>
            </a:pPr>
            <a:r>
              <a:rPr dirty="0" sz="2300" spc="385">
                <a:latin typeface="Trebuchet MS"/>
                <a:cs typeface="Trebuchet MS"/>
              </a:rPr>
              <a:t>0%</a:t>
            </a:r>
            <a:endParaRPr sz="2300">
              <a:latin typeface="Trebuchet MS"/>
              <a:cs typeface="Trebuchet MS"/>
            </a:endParaRPr>
          </a:p>
          <a:p>
            <a:pPr algn="r" marR="10160">
              <a:lnSpc>
                <a:spcPct val="100000"/>
              </a:lnSpc>
              <a:spcBef>
                <a:spcPts val="2355"/>
              </a:spcBef>
            </a:pPr>
            <a:r>
              <a:rPr dirty="0" sz="2300" spc="-65">
                <a:latin typeface="Trebuchet MS"/>
                <a:cs typeface="Trebuchet MS"/>
              </a:rPr>
              <a:t>-</a:t>
            </a:r>
            <a:r>
              <a:rPr dirty="0" sz="2300" spc="200">
                <a:latin typeface="Trebuchet MS"/>
                <a:cs typeface="Trebuchet MS"/>
              </a:rPr>
              <a:t>25%</a:t>
            </a:r>
            <a:endParaRPr sz="2300">
              <a:latin typeface="Trebuchet MS"/>
              <a:cs typeface="Trebuchet MS"/>
            </a:endParaRPr>
          </a:p>
          <a:p>
            <a:pPr algn="r" marR="10795">
              <a:lnSpc>
                <a:spcPct val="100000"/>
              </a:lnSpc>
              <a:spcBef>
                <a:spcPts val="2270"/>
              </a:spcBef>
            </a:pPr>
            <a:r>
              <a:rPr dirty="0" sz="2300" spc="160">
                <a:latin typeface="Trebuchet MS"/>
                <a:cs typeface="Trebuchet MS"/>
              </a:rPr>
              <a:t>-</a:t>
            </a:r>
            <a:r>
              <a:rPr dirty="0" sz="2300" spc="210">
                <a:latin typeface="Trebuchet MS"/>
                <a:cs typeface="Trebuchet MS"/>
              </a:rPr>
              <a:t>50%</a:t>
            </a:r>
            <a:endParaRPr sz="2300">
              <a:latin typeface="Trebuchet MS"/>
              <a:cs typeface="Trebuchet MS"/>
            </a:endParaRPr>
          </a:p>
          <a:p>
            <a:pPr algn="r" marR="8255">
              <a:lnSpc>
                <a:spcPct val="100000"/>
              </a:lnSpc>
              <a:spcBef>
                <a:spcPts val="2350"/>
              </a:spcBef>
            </a:pPr>
            <a:r>
              <a:rPr dirty="0" sz="2300" spc="-170">
                <a:latin typeface="Trebuchet MS"/>
                <a:cs typeface="Trebuchet MS"/>
              </a:rPr>
              <a:t>-</a:t>
            </a:r>
            <a:r>
              <a:rPr dirty="0" sz="2300" spc="180">
                <a:latin typeface="Trebuchet MS"/>
                <a:cs typeface="Trebuchet MS"/>
              </a:rPr>
              <a:t>75%</a:t>
            </a:r>
            <a:endParaRPr sz="2300">
              <a:latin typeface="Trebuchet MS"/>
              <a:cs typeface="Trebuchet MS"/>
            </a:endParaRPr>
          </a:p>
          <a:p>
            <a:pPr algn="r" marR="12700">
              <a:lnSpc>
                <a:spcPct val="100000"/>
              </a:lnSpc>
              <a:spcBef>
                <a:spcPts val="2350"/>
              </a:spcBef>
            </a:pPr>
            <a:r>
              <a:rPr dirty="0" sz="2300" spc="-95">
                <a:latin typeface="Trebuchet MS"/>
                <a:cs typeface="Trebuchet MS"/>
              </a:rPr>
              <a:t>-</a:t>
            </a:r>
            <a:r>
              <a:rPr dirty="0" sz="2300" spc="140">
                <a:latin typeface="Trebuchet MS"/>
                <a:cs typeface="Trebuchet MS"/>
              </a:rPr>
              <a:t>100%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879222" y="8842662"/>
            <a:ext cx="5769610" cy="0"/>
          </a:xfrm>
          <a:custGeom>
            <a:avLst/>
            <a:gdLst/>
            <a:ahLst/>
            <a:cxnLst/>
            <a:rect l="l" t="t" r="r" b="b"/>
            <a:pathLst>
              <a:path w="5769609" h="0">
                <a:moveTo>
                  <a:pt x="0" y="0"/>
                </a:moveTo>
                <a:lnTo>
                  <a:pt x="5769457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5211967" y="8960849"/>
            <a:ext cx="2683510" cy="11563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7345">
              <a:lnSpc>
                <a:spcPct val="100000"/>
              </a:lnSpc>
              <a:spcBef>
                <a:spcPts val="105"/>
              </a:spcBef>
              <a:tabLst>
                <a:tab pos="1739900" algn="l"/>
              </a:tabLst>
            </a:pPr>
            <a:r>
              <a:rPr dirty="0" sz="2300" spc="-10">
                <a:latin typeface="Trebuchet MS"/>
                <a:cs typeface="Trebuchet MS"/>
              </a:rPr>
              <a:t>9/1/18</a:t>
            </a:r>
            <a:r>
              <a:rPr dirty="0" sz="2300">
                <a:latin typeface="Trebuchet MS"/>
                <a:cs typeface="Trebuchet MS"/>
              </a:rPr>
              <a:t>	</a:t>
            </a:r>
            <a:r>
              <a:rPr dirty="0" sz="2300" spc="-155">
                <a:latin typeface="Trebuchet MS"/>
                <a:cs typeface="Trebuchet MS"/>
              </a:rPr>
              <a:t>12/1/18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50" spc="-35">
                <a:solidFill>
                  <a:srgbClr val="353535"/>
                </a:solidFill>
                <a:latin typeface="Tahoma"/>
                <a:cs typeface="Tahoma"/>
              </a:rPr>
              <a:t>Operating</a:t>
            </a:r>
            <a:r>
              <a:rPr dirty="0" sz="2450" spc="-175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353535"/>
                </a:solidFill>
                <a:latin typeface="Tahoma"/>
                <a:cs typeface="Tahoma"/>
              </a:rPr>
              <a:t>margin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1910223" y="9793153"/>
            <a:ext cx="251460" cy="251460"/>
          </a:xfrm>
          <a:custGeom>
            <a:avLst/>
            <a:gdLst/>
            <a:ahLst/>
            <a:cxnLst/>
            <a:rect l="l" t="t" r="r" b="b"/>
            <a:pathLst>
              <a:path w="251459" h="251459">
                <a:moveTo>
                  <a:pt x="0" y="0"/>
                </a:moveTo>
                <a:lnTo>
                  <a:pt x="251301" y="0"/>
                </a:lnTo>
                <a:lnTo>
                  <a:pt x="251301" y="251301"/>
                </a:lnTo>
                <a:lnTo>
                  <a:pt x="0" y="251301"/>
                </a:lnTo>
                <a:lnTo>
                  <a:pt x="0" y="0"/>
                </a:lnTo>
                <a:close/>
              </a:path>
            </a:pathLst>
          </a:custGeom>
          <a:solidFill>
            <a:srgbClr val="2A90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1714691" y="8960849"/>
            <a:ext cx="2759075" cy="11563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18335" algn="l"/>
              </a:tabLst>
            </a:pPr>
            <a:r>
              <a:rPr dirty="0" sz="2300" spc="-10">
                <a:latin typeface="Trebuchet MS"/>
                <a:cs typeface="Trebuchet MS"/>
              </a:rPr>
              <a:t>1/1/18</a:t>
            </a:r>
            <a:r>
              <a:rPr dirty="0" sz="2300">
                <a:latin typeface="Trebuchet MS"/>
                <a:cs typeface="Trebuchet MS"/>
              </a:rPr>
              <a:t>	</a:t>
            </a:r>
            <a:r>
              <a:rPr dirty="0" sz="2300" spc="-105">
                <a:latin typeface="Trebuchet MS"/>
                <a:cs typeface="Trebuchet MS"/>
              </a:rPr>
              <a:t>5/1/18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2300">
              <a:latin typeface="Trebuchet MS"/>
              <a:cs typeface="Trebuchet MS"/>
            </a:endParaRPr>
          </a:p>
          <a:p>
            <a:pPr marL="661670">
              <a:lnSpc>
                <a:spcPct val="100000"/>
              </a:lnSpc>
              <a:spcBef>
                <a:spcPts val="5"/>
              </a:spcBef>
            </a:pPr>
            <a:r>
              <a:rPr dirty="0" sz="2450" spc="-10">
                <a:solidFill>
                  <a:srgbClr val="353535"/>
                </a:solidFill>
                <a:latin typeface="Tahoma"/>
                <a:cs typeface="Tahoma"/>
              </a:rPr>
              <a:t>Gross</a:t>
            </a:r>
            <a:r>
              <a:rPr dirty="0" sz="2450" spc="-180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353535"/>
                </a:solidFill>
                <a:latin typeface="Tahoma"/>
                <a:cs typeface="Tahoma"/>
              </a:rPr>
              <a:t>margin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4760545" y="9793153"/>
            <a:ext cx="251460" cy="251460"/>
          </a:xfrm>
          <a:custGeom>
            <a:avLst/>
            <a:gdLst/>
            <a:ahLst/>
            <a:cxnLst/>
            <a:rect l="l" t="t" r="r" b="b"/>
            <a:pathLst>
              <a:path w="251459" h="251459">
                <a:moveTo>
                  <a:pt x="0" y="0"/>
                </a:moveTo>
                <a:lnTo>
                  <a:pt x="251301" y="0"/>
                </a:lnTo>
                <a:lnTo>
                  <a:pt x="251301" y="251301"/>
                </a:lnTo>
                <a:lnTo>
                  <a:pt x="0" y="251301"/>
                </a:lnTo>
                <a:lnTo>
                  <a:pt x="0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1306326" y="2458428"/>
            <a:ext cx="6914515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90">
                <a:solidFill>
                  <a:srgbClr val="53585F"/>
                </a:solidFill>
                <a:latin typeface="Lucida Sans Unicode"/>
                <a:cs typeface="Lucida Sans Unicode"/>
              </a:rPr>
              <a:t>Positive</a:t>
            </a:r>
            <a:r>
              <a:rPr dirty="0" sz="2850" spc="-18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60">
                <a:solidFill>
                  <a:srgbClr val="53585F"/>
                </a:solidFill>
                <a:latin typeface="Lucida Sans Unicode"/>
                <a:cs typeface="Lucida Sans Unicode"/>
              </a:rPr>
              <a:t>operating</a:t>
            </a:r>
            <a:r>
              <a:rPr dirty="0" sz="2850" spc="-17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95">
                <a:solidFill>
                  <a:srgbClr val="53585F"/>
                </a:solidFill>
                <a:latin typeface="Lucida Sans Unicode"/>
                <a:cs typeface="Lucida Sans Unicode"/>
              </a:rPr>
              <a:t>margin</a:t>
            </a:r>
            <a:r>
              <a:rPr dirty="0" sz="2850" spc="-17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30">
                <a:solidFill>
                  <a:srgbClr val="53585F"/>
                </a:solidFill>
                <a:latin typeface="Lucida Sans Unicode"/>
                <a:cs typeface="Lucida Sans Unicode"/>
              </a:rPr>
              <a:t>by</a:t>
            </a:r>
            <a:r>
              <a:rPr dirty="0" sz="2850" spc="-17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>
                <a:solidFill>
                  <a:srgbClr val="53585F"/>
                </a:solidFill>
                <a:latin typeface="Lucida Sans Unicode"/>
                <a:cs typeface="Lucida Sans Unicode"/>
              </a:rPr>
              <a:t>end</a:t>
            </a:r>
            <a:r>
              <a:rPr dirty="0" sz="2850" spc="-17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90">
                <a:solidFill>
                  <a:srgbClr val="53585F"/>
                </a:solidFill>
                <a:latin typeface="Lucida Sans Unicode"/>
                <a:cs typeface="Lucida Sans Unicode"/>
              </a:rPr>
              <a:t>of</a:t>
            </a:r>
            <a:r>
              <a:rPr dirty="0" sz="2850" spc="-10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35">
                <a:solidFill>
                  <a:srgbClr val="53585F"/>
                </a:solidFill>
                <a:latin typeface="Lucida Sans Unicode"/>
                <a:cs typeface="Lucida Sans Unicode"/>
              </a:rPr>
              <a:t>2019</a:t>
            </a:r>
            <a:endParaRPr sz="285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052050" y="3028391"/>
            <a:ext cx="0" cy="6891020"/>
          </a:xfrm>
          <a:custGeom>
            <a:avLst/>
            <a:gdLst/>
            <a:ahLst/>
            <a:cxnLst/>
            <a:rect l="l" t="t" r="r" b="b"/>
            <a:pathLst>
              <a:path w="0" h="6891020">
                <a:moveTo>
                  <a:pt x="0" y="6890412"/>
                </a:moveTo>
                <a:lnTo>
                  <a:pt x="0" y="0"/>
                </a:lnTo>
              </a:path>
            </a:pathLst>
          </a:custGeom>
          <a:ln w="20941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395481" y="5285568"/>
            <a:ext cx="7309484" cy="6540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u="heavy" spc="114">
                <a:solidFill>
                  <a:srgbClr val="53585F"/>
                </a:solidFill>
                <a:uFill>
                  <a:solidFill>
                    <a:srgbClr val="2B90EE"/>
                  </a:solidFill>
                </a:uFill>
              </a:rPr>
              <a:t>Where</a:t>
            </a:r>
            <a:r>
              <a:rPr dirty="0" u="heavy" spc="-105">
                <a:solidFill>
                  <a:srgbClr val="53585F"/>
                </a:solidFill>
                <a:uFill>
                  <a:solidFill>
                    <a:srgbClr val="2B90EE"/>
                  </a:solidFill>
                </a:uFill>
              </a:rPr>
              <a:t> </a:t>
            </a:r>
            <a:r>
              <a:rPr dirty="0" u="heavy" spc="150">
                <a:solidFill>
                  <a:srgbClr val="53585F"/>
                </a:solidFill>
                <a:uFill>
                  <a:solidFill>
                    <a:srgbClr val="2B90EE"/>
                  </a:solidFill>
                </a:uFill>
              </a:rPr>
              <a:t>do</a:t>
            </a:r>
            <a:r>
              <a:rPr dirty="0" u="heavy" spc="-100">
                <a:solidFill>
                  <a:srgbClr val="53585F"/>
                </a:solidFill>
                <a:uFill>
                  <a:solidFill>
                    <a:srgbClr val="2B90EE"/>
                  </a:solidFill>
                </a:uFill>
              </a:rPr>
              <a:t> </a:t>
            </a:r>
            <a:r>
              <a:rPr dirty="0" u="heavy" spc="270">
                <a:solidFill>
                  <a:srgbClr val="53585F"/>
                </a:solidFill>
                <a:uFill>
                  <a:solidFill>
                    <a:srgbClr val="2B90EE"/>
                  </a:solidFill>
                </a:uFill>
              </a:rPr>
              <a:t>we</a:t>
            </a:r>
            <a:r>
              <a:rPr dirty="0" u="heavy" spc="-100">
                <a:solidFill>
                  <a:srgbClr val="53585F"/>
                </a:solidFill>
                <a:uFill>
                  <a:solidFill>
                    <a:srgbClr val="2B90EE"/>
                  </a:solidFill>
                </a:uFill>
              </a:rPr>
              <a:t> </a:t>
            </a:r>
            <a:r>
              <a:rPr dirty="0" u="heavy" spc="150">
                <a:solidFill>
                  <a:srgbClr val="53585F"/>
                </a:solidFill>
                <a:uFill>
                  <a:solidFill>
                    <a:srgbClr val="2B90EE"/>
                  </a:solidFill>
                </a:uFill>
              </a:rPr>
              <a:t>go</a:t>
            </a:r>
            <a:r>
              <a:rPr dirty="0" u="heavy" spc="-105">
                <a:solidFill>
                  <a:srgbClr val="53585F"/>
                </a:solidFill>
                <a:uFill>
                  <a:solidFill>
                    <a:srgbClr val="2B90EE"/>
                  </a:solidFill>
                </a:uFill>
              </a:rPr>
              <a:t> </a:t>
            </a:r>
            <a:r>
              <a:rPr dirty="0" u="heavy" spc="75">
                <a:solidFill>
                  <a:srgbClr val="53585F"/>
                </a:solidFill>
                <a:uFill>
                  <a:solidFill>
                    <a:srgbClr val="2B90EE"/>
                  </a:solidFill>
                </a:uFill>
              </a:rPr>
              <a:t>from</a:t>
            </a:r>
            <a:r>
              <a:rPr dirty="0" u="heavy" spc="-100">
                <a:solidFill>
                  <a:srgbClr val="53585F"/>
                </a:solidFill>
                <a:uFill>
                  <a:solidFill>
                    <a:srgbClr val="2B90EE"/>
                  </a:solidFill>
                </a:uFill>
              </a:rPr>
              <a:t> </a:t>
            </a:r>
            <a:r>
              <a:rPr dirty="0" u="heavy" spc="-10">
                <a:solidFill>
                  <a:srgbClr val="53585F"/>
                </a:solidFill>
                <a:uFill>
                  <a:solidFill>
                    <a:srgbClr val="2B90EE"/>
                  </a:solidFill>
                </a:uFill>
              </a:rPr>
              <a:t>there?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787400">
              <a:lnSpc>
                <a:spcPct val="100000"/>
              </a:lnSpc>
              <a:spcBef>
                <a:spcPts val="120"/>
              </a:spcBef>
            </a:pPr>
            <a:r>
              <a:rPr dirty="0" spc="-145">
                <a:solidFill>
                  <a:srgbClr val="53585F"/>
                </a:solidFill>
              </a:rPr>
              <a:t>As</a:t>
            </a:r>
            <a:r>
              <a:rPr dirty="0" spc="-95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a</a:t>
            </a:r>
            <a:r>
              <a:rPr dirty="0" spc="-90">
                <a:solidFill>
                  <a:srgbClr val="53585F"/>
                </a:solidFill>
              </a:rPr>
              <a:t> </a:t>
            </a:r>
            <a:r>
              <a:rPr dirty="0" spc="60">
                <a:solidFill>
                  <a:srgbClr val="53585F"/>
                </a:solidFill>
              </a:rPr>
              <a:t>product,</a:t>
            </a:r>
            <a:r>
              <a:rPr dirty="0" spc="-220">
                <a:solidFill>
                  <a:srgbClr val="53585F"/>
                </a:solidFill>
              </a:rPr>
              <a:t> </a:t>
            </a:r>
            <a:r>
              <a:rPr dirty="0" spc="270">
                <a:solidFill>
                  <a:srgbClr val="53585F"/>
                </a:solidFill>
              </a:rPr>
              <a:t>we</a:t>
            </a:r>
            <a:r>
              <a:rPr dirty="0" spc="-95">
                <a:solidFill>
                  <a:srgbClr val="53585F"/>
                </a:solidFill>
              </a:rPr>
              <a:t> </a:t>
            </a:r>
            <a:r>
              <a:rPr dirty="0" spc="50">
                <a:solidFill>
                  <a:srgbClr val="53585F"/>
                </a:solidFill>
              </a:rPr>
              <a:t>are</a:t>
            </a:r>
            <a:r>
              <a:rPr dirty="0" spc="-90">
                <a:solidFill>
                  <a:srgbClr val="53585F"/>
                </a:solidFill>
              </a:rPr>
              <a:t> </a:t>
            </a:r>
            <a:r>
              <a:rPr dirty="0" spc="50">
                <a:solidFill>
                  <a:srgbClr val="53585F"/>
                </a:solidFill>
              </a:rPr>
              <a:t>in</a:t>
            </a:r>
            <a:r>
              <a:rPr dirty="0" spc="-95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a</a:t>
            </a:r>
            <a:r>
              <a:rPr dirty="0" spc="-90">
                <a:solidFill>
                  <a:srgbClr val="53585F"/>
                </a:solidFill>
              </a:rPr>
              <a:t> </a:t>
            </a:r>
            <a:r>
              <a:rPr dirty="0" spc="85">
                <a:solidFill>
                  <a:srgbClr val="53585F"/>
                </a:solidFill>
              </a:rPr>
              <a:t>unique</a:t>
            </a:r>
            <a:r>
              <a:rPr dirty="0" spc="-95">
                <a:solidFill>
                  <a:srgbClr val="53585F"/>
                </a:solidFill>
              </a:rPr>
              <a:t> </a:t>
            </a:r>
            <a:r>
              <a:rPr dirty="0" spc="-10">
                <a:solidFill>
                  <a:srgbClr val="53585F"/>
                </a:solidFill>
              </a:rPr>
              <a:t>position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68899" y="4702689"/>
            <a:ext cx="2157730" cy="1310005"/>
          </a:xfrm>
          <a:prstGeom prst="rect">
            <a:avLst/>
          </a:prstGeom>
        </p:spPr>
        <p:txBody>
          <a:bodyPr wrap="square" lIns="0" tIns="18986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1495"/>
              </a:spcBef>
            </a:pPr>
            <a:r>
              <a:rPr dirty="0" sz="4100" spc="-305" b="1">
                <a:solidFill>
                  <a:srgbClr val="2A90EE"/>
                </a:solidFill>
                <a:latin typeface="Tahoma"/>
                <a:cs typeface="Tahoma"/>
              </a:rPr>
              <a:t>2.5</a:t>
            </a:r>
            <a:r>
              <a:rPr dirty="0" sz="4100" spc="-340" b="1">
                <a:solidFill>
                  <a:srgbClr val="2A90EE"/>
                </a:solidFill>
                <a:latin typeface="Tahoma"/>
                <a:cs typeface="Tahoma"/>
              </a:rPr>
              <a:t> </a:t>
            </a:r>
            <a:r>
              <a:rPr dirty="0" sz="4100" spc="-345" b="1">
                <a:solidFill>
                  <a:srgbClr val="2A90EE"/>
                </a:solidFill>
                <a:latin typeface="Tahoma"/>
                <a:cs typeface="Tahoma"/>
              </a:rPr>
              <a:t>hours</a:t>
            </a:r>
            <a:endParaRPr sz="4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2450" spc="-45">
                <a:solidFill>
                  <a:srgbClr val="353535"/>
                </a:solidFill>
                <a:latin typeface="Tahoma"/>
                <a:cs typeface="Tahoma"/>
              </a:rPr>
              <a:t>per</a:t>
            </a:r>
            <a:r>
              <a:rPr dirty="0" sz="2450" spc="-200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2450" spc="-40">
                <a:solidFill>
                  <a:srgbClr val="353535"/>
                </a:solidFill>
                <a:latin typeface="Tahoma"/>
                <a:cs typeface="Tahoma"/>
              </a:rPr>
              <a:t>user</a:t>
            </a:r>
            <a:r>
              <a:rPr dirty="0" sz="2450" spc="-200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2450" spc="-45">
                <a:solidFill>
                  <a:srgbClr val="353535"/>
                </a:solidFill>
                <a:latin typeface="Tahoma"/>
                <a:cs typeface="Tahoma"/>
              </a:rPr>
              <a:t>per</a:t>
            </a:r>
            <a:r>
              <a:rPr dirty="0" sz="2450" spc="-200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2450" spc="-25">
                <a:solidFill>
                  <a:srgbClr val="353535"/>
                </a:solidFill>
                <a:latin typeface="Tahoma"/>
                <a:cs typeface="Tahoma"/>
              </a:rPr>
              <a:t>day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4661" y="6147670"/>
            <a:ext cx="2359025" cy="1310005"/>
          </a:xfrm>
          <a:prstGeom prst="rect">
            <a:avLst/>
          </a:prstGeom>
        </p:spPr>
        <p:txBody>
          <a:bodyPr wrap="square" lIns="0" tIns="1898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95"/>
              </a:spcBef>
            </a:pPr>
            <a:r>
              <a:rPr dirty="0" sz="4100" spc="-545" b="1">
                <a:solidFill>
                  <a:srgbClr val="2A90EE"/>
                </a:solidFill>
                <a:latin typeface="Tahoma"/>
                <a:cs typeface="Tahoma"/>
              </a:rPr>
              <a:t>64%</a:t>
            </a:r>
            <a:endParaRPr sz="4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dirty="0" sz="2450" spc="75">
                <a:solidFill>
                  <a:srgbClr val="353535"/>
                </a:solidFill>
                <a:latin typeface="Tahoma"/>
                <a:cs typeface="Tahoma"/>
              </a:rPr>
              <a:t>DAU</a:t>
            </a:r>
            <a:r>
              <a:rPr dirty="0" sz="2450" spc="-220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2450" spc="380">
                <a:solidFill>
                  <a:srgbClr val="353535"/>
                </a:solidFill>
                <a:latin typeface="Tahoma"/>
                <a:cs typeface="Tahoma"/>
              </a:rPr>
              <a:t>/</a:t>
            </a:r>
            <a:r>
              <a:rPr dirty="0" sz="2450" spc="-220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2450" spc="190">
                <a:solidFill>
                  <a:srgbClr val="353535"/>
                </a:solidFill>
                <a:latin typeface="Tahoma"/>
                <a:cs typeface="Tahoma"/>
              </a:rPr>
              <a:t>MAU</a:t>
            </a:r>
            <a:r>
              <a:rPr dirty="0" sz="2450" spc="-220">
                <a:solidFill>
                  <a:srgbClr val="353535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353535"/>
                </a:solidFill>
                <a:latin typeface="Tahoma"/>
                <a:cs typeface="Tahoma"/>
              </a:rPr>
              <a:t>ratio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6991" y="3327512"/>
            <a:ext cx="4029710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50">
                <a:solidFill>
                  <a:srgbClr val="53585F"/>
                </a:solidFill>
                <a:latin typeface="Lucida Sans Unicode"/>
                <a:cs typeface="Lucida Sans Unicode"/>
              </a:rPr>
              <a:t>Unreasonable</a:t>
            </a:r>
            <a:r>
              <a:rPr dirty="0" sz="2850" spc="-13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100">
                <a:solidFill>
                  <a:srgbClr val="53585F"/>
                </a:solidFill>
                <a:latin typeface="Lucida Sans Unicode"/>
                <a:cs typeface="Lucida Sans Unicode"/>
              </a:rPr>
              <a:t>stickiness</a:t>
            </a:r>
            <a:endParaRPr sz="285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25289" y="4898087"/>
            <a:ext cx="711835" cy="538480"/>
            <a:chOff x="8725289" y="4898087"/>
            <a:chExt cx="711835" cy="538480"/>
          </a:xfrm>
        </p:grpSpPr>
        <p:sp>
          <p:nvSpPr>
            <p:cNvPr id="7" name="object 7"/>
            <p:cNvSpPr/>
            <p:nvPr/>
          </p:nvSpPr>
          <p:spPr>
            <a:xfrm>
              <a:off x="8725289" y="4898087"/>
              <a:ext cx="632460" cy="495934"/>
            </a:xfrm>
            <a:custGeom>
              <a:avLst/>
              <a:gdLst/>
              <a:ahLst/>
              <a:cxnLst/>
              <a:rect l="l" t="t" r="r" b="b"/>
              <a:pathLst>
                <a:path w="632459" h="495935">
                  <a:moveTo>
                    <a:pt x="316089" y="0"/>
                  </a:moveTo>
                  <a:lnTo>
                    <a:pt x="259269" y="3463"/>
                  </a:lnTo>
                  <a:lnTo>
                    <a:pt x="205792" y="13448"/>
                  </a:lnTo>
                  <a:lnTo>
                    <a:pt x="156549" y="29348"/>
                  </a:lnTo>
                  <a:lnTo>
                    <a:pt x="112433" y="50556"/>
                  </a:lnTo>
                  <a:lnTo>
                    <a:pt x="74337" y="76465"/>
                  </a:lnTo>
                  <a:lnTo>
                    <a:pt x="43153" y="106469"/>
                  </a:lnTo>
                  <a:lnTo>
                    <a:pt x="19774" y="139961"/>
                  </a:lnTo>
                  <a:lnTo>
                    <a:pt x="5092" y="176334"/>
                  </a:lnTo>
                  <a:lnTo>
                    <a:pt x="0" y="214980"/>
                  </a:lnTo>
                  <a:lnTo>
                    <a:pt x="6320" y="257886"/>
                  </a:lnTo>
                  <a:lnTo>
                    <a:pt x="24444" y="297870"/>
                  </a:lnTo>
                  <a:lnTo>
                    <a:pt x="53119" y="334103"/>
                  </a:lnTo>
                  <a:lnTo>
                    <a:pt x="91090" y="365757"/>
                  </a:lnTo>
                  <a:lnTo>
                    <a:pt x="137103" y="392003"/>
                  </a:lnTo>
                  <a:lnTo>
                    <a:pt x="103399" y="495403"/>
                  </a:lnTo>
                  <a:lnTo>
                    <a:pt x="218907" y="418835"/>
                  </a:lnTo>
                  <a:lnTo>
                    <a:pt x="413947" y="418835"/>
                  </a:lnTo>
                  <a:lnTo>
                    <a:pt x="426387" y="416512"/>
                  </a:lnTo>
                  <a:lnTo>
                    <a:pt x="475630" y="400612"/>
                  </a:lnTo>
                  <a:lnTo>
                    <a:pt x="519746" y="379404"/>
                  </a:lnTo>
                  <a:lnTo>
                    <a:pt x="557842" y="353495"/>
                  </a:lnTo>
                  <a:lnTo>
                    <a:pt x="589026" y="323491"/>
                  </a:lnTo>
                  <a:lnTo>
                    <a:pt x="612405" y="289999"/>
                  </a:lnTo>
                  <a:lnTo>
                    <a:pt x="627087" y="253627"/>
                  </a:lnTo>
                  <a:lnTo>
                    <a:pt x="632179" y="214980"/>
                  </a:lnTo>
                  <a:lnTo>
                    <a:pt x="627087" y="176334"/>
                  </a:lnTo>
                  <a:lnTo>
                    <a:pt x="612405" y="139961"/>
                  </a:lnTo>
                  <a:lnTo>
                    <a:pt x="589026" y="106469"/>
                  </a:lnTo>
                  <a:lnTo>
                    <a:pt x="557842" y="76465"/>
                  </a:lnTo>
                  <a:lnTo>
                    <a:pt x="519746" y="50556"/>
                  </a:lnTo>
                  <a:lnTo>
                    <a:pt x="475630" y="29348"/>
                  </a:lnTo>
                  <a:lnTo>
                    <a:pt x="426387" y="13448"/>
                  </a:lnTo>
                  <a:lnTo>
                    <a:pt x="372909" y="3463"/>
                  </a:lnTo>
                  <a:lnTo>
                    <a:pt x="316089" y="0"/>
                  </a:lnTo>
                  <a:close/>
                </a:path>
                <a:path w="632459" h="495935">
                  <a:moveTo>
                    <a:pt x="413947" y="418835"/>
                  </a:moveTo>
                  <a:lnTo>
                    <a:pt x="218907" y="418835"/>
                  </a:lnTo>
                  <a:lnTo>
                    <a:pt x="242279" y="423442"/>
                  </a:lnTo>
                  <a:lnTo>
                    <a:pt x="266248" y="426947"/>
                  </a:lnTo>
                  <a:lnTo>
                    <a:pt x="290842" y="429178"/>
                  </a:lnTo>
                  <a:lnTo>
                    <a:pt x="316089" y="429960"/>
                  </a:lnTo>
                  <a:lnTo>
                    <a:pt x="372909" y="426497"/>
                  </a:lnTo>
                  <a:lnTo>
                    <a:pt x="413947" y="418835"/>
                  </a:lnTo>
                  <a:close/>
                </a:path>
              </a:pathLst>
            </a:custGeom>
            <a:solidFill>
              <a:srgbClr val="2A90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933218" y="5051390"/>
              <a:ext cx="483234" cy="364490"/>
            </a:xfrm>
            <a:custGeom>
              <a:avLst/>
              <a:gdLst/>
              <a:ahLst/>
              <a:cxnLst/>
              <a:rect l="l" t="t" r="r" b="b"/>
              <a:pathLst>
                <a:path w="483234" h="364489">
                  <a:moveTo>
                    <a:pt x="388445" y="298746"/>
                  </a:moveTo>
                  <a:lnTo>
                    <a:pt x="291875" y="298746"/>
                  </a:lnTo>
                  <a:lnTo>
                    <a:pt x="406401" y="364189"/>
                  </a:lnTo>
                  <a:lnTo>
                    <a:pt x="388445" y="298746"/>
                  </a:lnTo>
                  <a:close/>
                </a:path>
                <a:path w="483234" h="364489">
                  <a:moveTo>
                    <a:pt x="241484" y="0"/>
                  </a:moveTo>
                  <a:lnTo>
                    <a:pt x="186148" y="3996"/>
                  </a:lnTo>
                  <a:lnTo>
                    <a:pt x="135332" y="15379"/>
                  </a:lnTo>
                  <a:lnTo>
                    <a:pt x="90493" y="33236"/>
                  </a:lnTo>
                  <a:lnTo>
                    <a:pt x="53085" y="56655"/>
                  </a:lnTo>
                  <a:lnTo>
                    <a:pt x="24563" y="84726"/>
                  </a:lnTo>
                  <a:lnTo>
                    <a:pt x="0" y="151173"/>
                  </a:lnTo>
                  <a:lnTo>
                    <a:pt x="6383" y="185792"/>
                  </a:lnTo>
                  <a:lnTo>
                    <a:pt x="53085" y="245561"/>
                  </a:lnTo>
                  <a:lnTo>
                    <a:pt x="90493" y="268911"/>
                  </a:lnTo>
                  <a:lnTo>
                    <a:pt x="135332" y="286704"/>
                  </a:lnTo>
                  <a:lnTo>
                    <a:pt x="186148" y="298040"/>
                  </a:lnTo>
                  <a:lnTo>
                    <a:pt x="241484" y="302019"/>
                  </a:lnTo>
                  <a:lnTo>
                    <a:pt x="254391" y="301814"/>
                  </a:lnTo>
                  <a:lnTo>
                    <a:pt x="267071" y="301202"/>
                  </a:lnTo>
                  <a:lnTo>
                    <a:pt x="279555" y="300179"/>
                  </a:lnTo>
                  <a:lnTo>
                    <a:pt x="291875" y="298746"/>
                  </a:lnTo>
                  <a:lnTo>
                    <a:pt x="388445" y="298746"/>
                  </a:lnTo>
                  <a:lnTo>
                    <a:pt x="381532" y="273551"/>
                  </a:lnTo>
                  <a:lnTo>
                    <a:pt x="423086" y="249985"/>
                  </a:lnTo>
                  <a:lnTo>
                    <a:pt x="454981" y="221064"/>
                  </a:lnTo>
                  <a:lnTo>
                    <a:pt x="475429" y="187792"/>
                  </a:lnTo>
                  <a:lnTo>
                    <a:pt x="482642" y="151173"/>
                  </a:lnTo>
                  <a:lnTo>
                    <a:pt x="476277" y="116535"/>
                  </a:lnTo>
                  <a:lnTo>
                    <a:pt x="429686" y="56655"/>
                  </a:lnTo>
                  <a:lnTo>
                    <a:pt x="392348" y="33236"/>
                  </a:lnTo>
                  <a:lnTo>
                    <a:pt x="347572" y="15379"/>
                  </a:lnTo>
                  <a:lnTo>
                    <a:pt x="296803" y="3996"/>
                  </a:lnTo>
                  <a:lnTo>
                    <a:pt x="241484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933219" y="5051390"/>
              <a:ext cx="483234" cy="364490"/>
            </a:xfrm>
            <a:custGeom>
              <a:avLst/>
              <a:gdLst/>
              <a:ahLst/>
              <a:cxnLst/>
              <a:rect l="l" t="t" r="r" b="b"/>
              <a:pathLst>
                <a:path w="483234" h="364489">
                  <a:moveTo>
                    <a:pt x="241484" y="0"/>
                  </a:moveTo>
                  <a:lnTo>
                    <a:pt x="296803" y="3996"/>
                  </a:lnTo>
                  <a:lnTo>
                    <a:pt x="347572" y="15379"/>
                  </a:lnTo>
                  <a:lnTo>
                    <a:pt x="392347" y="33236"/>
                  </a:lnTo>
                  <a:lnTo>
                    <a:pt x="429686" y="56655"/>
                  </a:lnTo>
                  <a:lnTo>
                    <a:pt x="458143" y="84726"/>
                  </a:lnTo>
                  <a:lnTo>
                    <a:pt x="482642" y="151173"/>
                  </a:lnTo>
                  <a:lnTo>
                    <a:pt x="475428" y="187792"/>
                  </a:lnTo>
                  <a:lnTo>
                    <a:pt x="454980" y="221064"/>
                  </a:lnTo>
                  <a:lnTo>
                    <a:pt x="423085" y="249985"/>
                  </a:lnTo>
                  <a:lnTo>
                    <a:pt x="381532" y="273551"/>
                  </a:lnTo>
                  <a:lnTo>
                    <a:pt x="406401" y="364190"/>
                  </a:lnTo>
                  <a:lnTo>
                    <a:pt x="291875" y="298747"/>
                  </a:lnTo>
                  <a:lnTo>
                    <a:pt x="279555" y="300179"/>
                  </a:lnTo>
                  <a:lnTo>
                    <a:pt x="267070" y="301202"/>
                  </a:lnTo>
                  <a:lnTo>
                    <a:pt x="254391" y="301815"/>
                  </a:lnTo>
                  <a:lnTo>
                    <a:pt x="241484" y="302019"/>
                  </a:lnTo>
                  <a:lnTo>
                    <a:pt x="186147" y="298040"/>
                  </a:lnTo>
                  <a:lnTo>
                    <a:pt x="135332" y="286704"/>
                  </a:lnTo>
                  <a:lnTo>
                    <a:pt x="90492" y="268912"/>
                  </a:lnTo>
                  <a:lnTo>
                    <a:pt x="53084" y="245562"/>
                  </a:lnTo>
                  <a:lnTo>
                    <a:pt x="24563" y="217555"/>
                  </a:lnTo>
                  <a:lnTo>
                    <a:pt x="0" y="151173"/>
                  </a:lnTo>
                  <a:lnTo>
                    <a:pt x="6383" y="116536"/>
                  </a:lnTo>
                  <a:lnTo>
                    <a:pt x="53084" y="56655"/>
                  </a:lnTo>
                  <a:lnTo>
                    <a:pt x="90492" y="33236"/>
                  </a:lnTo>
                  <a:lnTo>
                    <a:pt x="135332" y="15379"/>
                  </a:lnTo>
                  <a:lnTo>
                    <a:pt x="186147" y="3996"/>
                  </a:lnTo>
                  <a:lnTo>
                    <a:pt x="241484" y="0"/>
                  </a:lnTo>
                  <a:close/>
                </a:path>
              </a:pathLst>
            </a:custGeom>
            <a:ln w="4188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374479" y="5494985"/>
            <a:ext cx="1350010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-10">
                <a:solidFill>
                  <a:srgbClr val="353535"/>
                </a:solidFill>
                <a:latin typeface="Tahoma"/>
                <a:cs typeface="Tahoma"/>
              </a:rPr>
              <a:t>Messages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47775" y="7159855"/>
            <a:ext cx="1208405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-10">
                <a:solidFill>
                  <a:srgbClr val="353535"/>
                </a:solidFill>
                <a:latin typeface="Tahoma"/>
                <a:cs typeface="Tahoma"/>
              </a:rPr>
              <a:t>Contacts</a:t>
            </a:r>
            <a:endParaRPr sz="24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622551" y="6616502"/>
            <a:ext cx="855344" cy="422909"/>
            <a:chOff x="8622551" y="6616502"/>
            <a:chExt cx="855344" cy="422909"/>
          </a:xfrm>
        </p:grpSpPr>
        <p:sp>
          <p:nvSpPr>
            <p:cNvPr id="13" name="object 13"/>
            <p:cNvSpPr/>
            <p:nvPr/>
          </p:nvSpPr>
          <p:spPr>
            <a:xfrm>
              <a:off x="8643493" y="6640957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90" h="377190">
                  <a:moveTo>
                    <a:pt x="321748" y="55203"/>
                  </a:moveTo>
                  <a:lnTo>
                    <a:pt x="352417" y="95393"/>
                  </a:lnTo>
                  <a:lnTo>
                    <a:pt x="370818" y="140664"/>
                  </a:lnTo>
                  <a:lnTo>
                    <a:pt x="376951" y="188475"/>
                  </a:lnTo>
                  <a:lnTo>
                    <a:pt x="370818" y="236287"/>
                  </a:lnTo>
                  <a:lnTo>
                    <a:pt x="352417" y="281558"/>
                  </a:lnTo>
                  <a:lnTo>
                    <a:pt x="321748" y="321748"/>
                  </a:lnTo>
                  <a:lnTo>
                    <a:pt x="281558" y="352417"/>
                  </a:lnTo>
                  <a:lnTo>
                    <a:pt x="236287" y="370818"/>
                  </a:lnTo>
                  <a:lnTo>
                    <a:pt x="188475" y="376951"/>
                  </a:lnTo>
                  <a:lnTo>
                    <a:pt x="140664" y="370818"/>
                  </a:lnTo>
                  <a:lnTo>
                    <a:pt x="95393" y="352417"/>
                  </a:lnTo>
                  <a:lnTo>
                    <a:pt x="55203" y="321748"/>
                  </a:lnTo>
                  <a:lnTo>
                    <a:pt x="24534" y="281558"/>
                  </a:lnTo>
                  <a:lnTo>
                    <a:pt x="6133" y="236287"/>
                  </a:lnTo>
                  <a:lnTo>
                    <a:pt x="0" y="188475"/>
                  </a:lnTo>
                  <a:lnTo>
                    <a:pt x="6133" y="140664"/>
                  </a:lnTo>
                  <a:lnTo>
                    <a:pt x="24534" y="95393"/>
                  </a:lnTo>
                  <a:lnTo>
                    <a:pt x="55203" y="55203"/>
                  </a:lnTo>
                  <a:lnTo>
                    <a:pt x="95393" y="24534"/>
                  </a:lnTo>
                  <a:lnTo>
                    <a:pt x="140664" y="6133"/>
                  </a:lnTo>
                  <a:lnTo>
                    <a:pt x="188475" y="0"/>
                  </a:lnTo>
                  <a:lnTo>
                    <a:pt x="236287" y="6133"/>
                  </a:lnTo>
                  <a:lnTo>
                    <a:pt x="281558" y="24534"/>
                  </a:lnTo>
                  <a:lnTo>
                    <a:pt x="321748" y="55203"/>
                  </a:lnTo>
                  <a:close/>
                </a:path>
              </a:pathLst>
            </a:custGeom>
            <a:ln w="41883">
              <a:solidFill>
                <a:srgbClr val="A6D0F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5041" y="6678311"/>
              <a:ext cx="173855" cy="17385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702178" y="6878555"/>
              <a:ext cx="257810" cy="139065"/>
            </a:xfrm>
            <a:custGeom>
              <a:avLst/>
              <a:gdLst/>
              <a:ahLst/>
              <a:cxnLst/>
              <a:rect l="l" t="t" r="r" b="b"/>
              <a:pathLst>
                <a:path w="257809" h="139065">
                  <a:moveTo>
                    <a:pt x="135840" y="0"/>
                  </a:moveTo>
                  <a:lnTo>
                    <a:pt x="90104" y="9444"/>
                  </a:lnTo>
                  <a:lnTo>
                    <a:pt x="48827" y="31289"/>
                  </a:lnTo>
                  <a:lnTo>
                    <a:pt x="9726" y="71500"/>
                  </a:lnTo>
                  <a:lnTo>
                    <a:pt x="0" y="87609"/>
                  </a:lnTo>
                  <a:lnTo>
                    <a:pt x="28706" y="109748"/>
                  </a:lnTo>
                  <a:lnTo>
                    <a:pt x="60792" y="125927"/>
                  </a:lnTo>
                  <a:lnTo>
                    <a:pt x="95346" y="135789"/>
                  </a:lnTo>
                  <a:lnTo>
                    <a:pt x="131457" y="138979"/>
                  </a:lnTo>
                  <a:lnTo>
                    <a:pt x="165903" y="135576"/>
                  </a:lnTo>
                  <a:lnTo>
                    <a:pt x="198899" y="126080"/>
                  </a:lnTo>
                  <a:lnTo>
                    <a:pt x="229648" y="110802"/>
                  </a:lnTo>
                  <a:lnTo>
                    <a:pt x="257352" y="90050"/>
                  </a:lnTo>
                  <a:lnTo>
                    <a:pt x="251116" y="73775"/>
                  </a:lnTo>
                  <a:lnTo>
                    <a:pt x="220175" y="32229"/>
                  </a:lnTo>
                  <a:lnTo>
                    <a:pt x="180941" y="8438"/>
                  </a:lnTo>
                  <a:lnTo>
                    <a:pt x="135840" y="0"/>
                  </a:lnTo>
                  <a:close/>
                </a:path>
              </a:pathLst>
            </a:custGeom>
            <a:solidFill>
              <a:srgbClr val="A6D0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852911" y="6640956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90" h="377190">
                  <a:moveTo>
                    <a:pt x="188476" y="0"/>
                  </a:moveTo>
                  <a:lnTo>
                    <a:pt x="140664" y="6133"/>
                  </a:lnTo>
                  <a:lnTo>
                    <a:pt x="95393" y="24534"/>
                  </a:lnTo>
                  <a:lnTo>
                    <a:pt x="55203" y="55203"/>
                  </a:lnTo>
                  <a:lnTo>
                    <a:pt x="24535" y="95393"/>
                  </a:lnTo>
                  <a:lnTo>
                    <a:pt x="6133" y="140664"/>
                  </a:lnTo>
                  <a:lnTo>
                    <a:pt x="0" y="188475"/>
                  </a:lnTo>
                  <a:lnTo>
                    <a:pt x="6133" y="236287"/>
                  </a:lnTo>
                  <a:lnTo>
                    <a:pt x="24535" y="281558"/>
                  </a:lnTo>
                  <a:lnTo>
                    <a:pt x="55203" y="321748"/>
                  </a:lnTo>
                  <a:lnTo>
                    <a:pt x="95393" y="352417"/>
                  </a:lnTo>
                  <a:lnTo>
                    <a:pt x="140664" y="370818"/>
                  </a:lnTo>
                  <a:lnTo>
                    <a:pt x="188476" y="376951"/>
                  </a:lnTo>
                  <a:lnTo>
                    <a:pt x="236287" y="370818"/>
                  </a:lnTo>
                  <a:lnTo>
                    <a:pt x="281558" y="352417"/>
                  </a:lnTo>
                  <a:lnTo>
                    <a:pt x="321748" y="321748"/>
                  </a:lnTo>
                  <a:lnTo>
                    <a:pt x="352417" y="281558"/>
                  </a:lnTo>
                  <a:lnTo>
                    <a:pt x="370818" y="236287"/>
                  </a:lnTo>
                  <a:lnTo>
                    <a:pt x="376952" y="188475"/>
                  </a:lnTo>
                  <a:lnTo>
                    <a:pt x="370818" y="140664"/>
                  </a:lnTo>
                  <a:lnTo>
                    <a:pt x="352417" y="95393"/>
                  </a:lnTo>
                  <a:lnTo>
                    <a:pt x="321748" y="55203"/>
                  </a:lnTo>
                  <a:lnTo>
                    <a:pt x="281558" y="24534"/>
                  </a:lnTo>
                  <a:lnTo>
                    <a:pt x="236287" y="6133"/>
                  </a:lnTo>
                  <a:lnTo>
                    <a:pt x="1884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852911" y="6640957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90" h="377190">
                  <a:moveTo>
                    <a:pt x="321748" y="55203"/>
                  </a:moveTo>
                  <a:lnTo>
                    <a:pt x="352417" y="95393"/>
                  </a:lnTo>
                  <a:lnTo>
                    <a:pt x="370818" y="140664"/>
                  </a:lnTo>
                  <a:lnTo>
                    <a:pt x="376951" y="188475"/>
                  </a:lnTo>
                  <a:lnTo>
                    <a:pt x="370818" y="236287"/>
                  </a:lnTo>
                  <a:lnTo>
                    <a:pt x="352417" y="281558"/>
                  </a:lnTo>
                  <a:lnTo>
                    <a:pt x="321748" y="321748"/>
                  </a:lnTo>
                  <a:lnTo>
                    <a:pt x="281558" y="352417"/>
                  </a:lnTo>
                  <a:lnTo>
                    <a:pt x="236287" y="370818"/>
                  </a:lnTo>
                  <a:lnTo>
                    <a:pt x="188475" y="376951"/>
                  </a:lnTo>
                  <a:lnTo>
                    <a:pt x="140664" y="370818"/>
                  </a:lnTo>
                  <a:lnTo>
                    <a:pt x="95393" y="352417"/>
                  </a:lnTo>
                  <a:lnTo>
                    <a:pt x="55203" y="321748"/>
                  </a:lnTo>
                  <a:lnTo>
                    <a:pt x="24534" y="281558"/>
                  </a:lnTo>
                  <a:lnTo>
                    <a:pt x="6133" y="236287"/>
                  </a:lnTo>
                  <a:lnTo>
                    <a:pt x="0" y="188475"/>
                  </a:lnTo>
                  <a:lnTo>
                    <a:pt x="6133" y="140664"/>
                  </a:lnTo>
                  <a:lnTo>
                    <a:pt x="24534" y="95393"/>
                  </a:lnTo>
                  <a:lnTo>
                    <a:pt x="55203" y="55203"/>
                  </a:lnTo>
                  <a:lnTo>
                    <a:pt x="95393" y="24534"/>
                  </a:lnTo>
                  <a:lnTo>
                    <a:pt x="140664" y="6133"/>
                  </a:lnTo>
                  <a:lnTo>
                    <a:pt x="188475" y="0"/>
                  </a:lnTo>
                  <a:lnTo>
                    <a:pt x="236287" y="6133"/>
                  </a:lnTo>
                  <a:lnTo>
                    <a:pt x="281558" y="24534"/>
                  </a:lnTo>
                  <a:lnTo>
                    <a:pt x="321748" y="55203"/>
                  </a:lnTo>
                  <a:close/>
                </a:path>
              </a:pathLst>
            </a:custGeom>
            <a:ln w="41883">
              <a:solidFill>
                <a:srgbClr val="6CB1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54459" y="6678311"/>
              <a:ext cx="173855" cy="17385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911596" y="6878555"/>
              <a:ext cx="257810" cy="139065"/>
            </a:xfrm>
            <a:custGeom>
              <a:avLst/>
              <a:gdLst/>
              <a:ahLst/>
              <a:cxnLst/>
              <a:rect l="l" t="t" r="r" b="b"/>
              <a:pathLst>
                <a:path w="257809" h="139065">
                  <a:moveTo>
                    <a:pt x="135840" y="0"/>
                  </a:moveTo>
                  <a:lnTo>
                    <a:pt x="90104" y="9444"/>
                  </a:lnTo>
                  <a:lnTo>
                    <a:pt x="48827" y="31289"/>
                  </a:lnTo>
                  <a:lnTo>
                    <a:pt x="9726" y="71500"/>
                  </a:lnTo>
                  <a:lnTo>
                    <a:pt x="0" y="87609"/>
                  </a:lnTo>
                  <a:lnTo>
                    <a:pt x="28706" y="109748"/>
                  </a:lnTo>
                  <a:lnTo>
                    <a:pt x="60792" y="125927"/>
                  </a:lnTo>
                  <a:lnTo>
                    <a:pt x="95346" y="135789"/>
                  </a:lnTo>
                  <a:lnTo>
                    <a:pt x="131457" y="138979"/>
                  </a:lnTo>
                  <a:lnTo>
                    <a:pt x="165903" y="135576"/>
                  </a:lnTo>
                  <a:lnTo>
                    <a:pt x="198899" y="126080"/>
                  </a:lnTo>
                  <a:lnTo>
                    <a:pt x="229648" y="110802"/>
                  </a:lnTo>
                  <a:lnTo>
                    <a:pt x="257352" y="90050"/>
                  </a:lnTo>
                  <a:lnTo>
                    <a:pt x="251116" y="73775"/>
                  </a:lnTo>
                  <a:lnTo>
                    <a:pt x="220175" y="32229"/>
                  </a:lnTo>
                  <a:lnTo>
                    <a:pt x="180941" y="8438"/>
                  </a:lnTo>
                  <a:lnTo>
                    <a:pt x="135840" y="0"/>
                  </a:lnTo>
                  <a:close/>
                </a:path>
              </a:pathLst>
            </a:custGeom>
            <a:solidFill>
              <a:srgbClr val="6CB1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079759" y="6637443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90" h="377190">
                  <a:moveTo>
                    <a:pt x="188475" y="0"/>
                  </a:moveTo>
                  <a:lnTo>
                    <a:pt x="140663" y="6133"/>
                  </a:lnTo>
                  <a:lnTo>
                    <a:pt x="95392" y="24535"/>
                  </a:lnTo>
                  <a:lnTo>
                    <a:pt x="55203" y="55203"/>
                  </a:lnTo>
                  <a:lnTo>
                    <a:pt x="24534" y="95393"/>
                  </a:lnTo>
                  <a:lnTo>
                    <a:pt x="6133" y="140664"/>
                  </a:lnTo>
                  <a:lnTo>
                    <a:pt x="0" y="188476"/>
                  </a:lnTo>
                  <a:lnTo>
                    <a:pt x="6133" y="236287"/>
                  </a:lnTo>
                  <a:lnTo>
                    <a:pt x="24534" y="281558"/>
                  </a:lnTo>
                  <a:lnTo>
                    <a:pt x="55203" y="321748"/>
                  </a:lnTo>
                  <a:lnTo>
                    <a:pt x="95392" y="352417"/>
                  </a:lnTo>
                  <a:lnTo>
                    <a:pt x="140663" y="370818"/>
                  </a:lnTo>
                  <a:lnTo>
                    <a:pt x="188475" y="376952"/>
                  </a:lnTo>
                  <a:lnTo>
                    <a:pt x="236287" y="370818"/>
                  </a:lnTo>
                  <a:lnTo>
                    <a:pt x="281558" y="352417"/>
                  </a:lnTo>
                  <a:lnTo>
                    <a:pt x="321747" y="321748"/>
                  </a:lnTo>
                  <a:lnTo>
                    <a:pt x="352416" y="281558"/>
                  </a:lnTo>
                  <a:lnTo>
                    <a:pt x="370817" y="236287"/>
                  </a:lnTo>
                  <a:lnTo>
                    <a:pt x="376951" y="188476"/>
                  </a:lnTo>
                  <a:lnTo>
                    <a:pt x="370817" y="140664"/>
                  </a:lnTo>
                  <a:lnTo>
                    <a:pt x="352416" y="95393"/>
                  </a:lnTo>
                  <a:lnTo>
                    <a:pt x="321747" y="55203"/>
                  </a:lnTo>
                  <a:lnTo>
                    <a:pt x="281558" y="24535"/>
                  </a:lnTo>
                  <a:lnTo>
                    <a:pt x="236287" y="6133"/>
                  </a:lnTo>
                  <a:lnTo>
                    <a:pt x="188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079759" y="6637444"/>
              <a:ext cx="377190" cy="377190"/>
            </a:xfrm>
            <a:custGeom>
              <a:avLst/>
              <a:gdLst/>
              <a:ahLst/>
              <a:cxnLst/>
              <a:rect l="l" t="t" r="r" b="b"/>
              <a:pathLst>
                <a:path w="377190" h="377190">
                  <a:moveTo>
                    <a:pt x="321748" y="55203"/>
                  </a:moveTo>
                  <a:lnTo>
                    <a:pt x="352417" y="95393"/>
                  </a:lnTo>
                  <a:lnTo>
                    <a:pt x="370818" y="140664"/>
                  </a:lnTo>
                  <a:lnTo>
                    <a:pt x="376951" y="188475"/>
                  </a:lnTo>
                  <a:lnTo>
                    <a:pt x="370818" y="236287"/>
                  </a:lnTo>
                  <a:lnTo>
                    <a:pt x="352417" y="281558"/>
                  </a:lnTo>
                  <a:lnTo>
                    <a:pt x="321748" y="321748"/>
                  </a:lnTo>
                  <a:lnTo>
                    <a:pt x="281558" y="352417"/>
                  </a:lnTo>
                  <a:lnTo>
                    <a:pt x="236287" y="370818"/>
                  </a:lnTo>
                  <a:lnTo>
                    <a:pt x="188475" y="376951"/>
                  </a:lnTo>
                  <a:lnTo>
                    <a:pt x="140664" y="370818"/>
                  </a:lnTo>
                  <a:lnTo>
                    <a:pt x="95393" y="352417"/>
                  </a:lnTo>
                  <a:lnTo>
                    <a:pt x="55203" y="321748"/>
                  </a:lnTo>
                  <a:lnTo>
                    <a:pt x="24534" y="281558"/>
                  </a:lnTo>
                  <a:lnTo>
                    <a:pt x="6133" y="236287"/>
                  </a:lnTo>
                  <a:lnTo>
                    <a:pt x="0" y="188475"/>
                  </a:lnTo>
                  <a:lnTo>
                    <a:pt x="6133" y="140664"/>
                  </a:lnTo>
                  <a:lnTo>
                    <a:pt x="24534" y="95393"/>
                  </a:lnTo>
                  <a:lnTo>
                    <a:pt x="55203" y="55203"/>
                  </a:lnTo>
                  <a:lnTo>
                    <a:pt x="95393" y="24534"/>
                  </a:lnTo>
                  <a:lnTo>
                    <a:pt x="140664" y="6133"/>
                  </a:lnTo>
                  <a:lnTo>
                    <a:pt x="188475" y="0"/>
                  </a:lnTo>
                  <a:lnTo>
                    <a:pt x="236287" y="6133"/>
                  </a:lnTo>
                  <a:lnTo>
                    <a:pt x="281558" y="24534"/>
                  </a:lnTo>
                  <a:lnTo>
                    <a:pt x="321748" y="55203"/>
                  </a:lnTo>
                  <a:close/>
                </a:path>
              </a:pathLst>
            </a:custGeom>
            <a:ln w="41883">
              <a:solidFill>
                <a:srgbClr val="228E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81306" y="6674799"/>
              <a:ext cx="173855" cy="17385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138443" y="6875042"/>
              <a:ext cx="257810" cy="139065"/>
            </a:xfrm>
            <a:custGeom>
              <a:avLst/>
              <a:gdLst/>
              <a:ahLst/>
              <a:cxnLst/>
              <a:rect l="l" t="t" r="r" b="b"/>
              <a:pathLst>
                <a:path w="257809" h="139065">
                  <a:moveTo>
                    <a:pt x="135841" y="0"/>
                  </a:moveTo>
                  <a:lnTo>
                    <a:pt x="90105" y="9444"/>
                  </a:lnTo>
                  <a:lnTo>
                    <a:pt x="48827" y="31289"/>
                  </a:lnTo>
                  <a:lnTo>
                    <a:pt x="9726" y="71501"/>
                  </a:lnTo>
                  <a:lnTo>
                    <a:pt x="0" y="87610"/>
                  </a:lnTo>
                  <a:lnTo>
                    <a:pt x="28706" y="109749"/>
                  </a:lnTo>
                  <a:lnTo>
                    <a:pt x="60792" y="125927"/>
                  </a:lnTo>
                  <a:lnTo>
                    <a:pt x="95346" y="135789"/>
                  </a:lnTo>
                  <a:lnTo>
                    <a:pt x="131457" y="138979"/>
                  </a:lnTo>
                  <a:lnTo>
                    <a:pt x="165904" y="135576"/>
                  </a:lnTo>
                  <a:lnTo>
                    <a:pt x="198900" y="126081"/>
                  </a:lnTo>
                  <a:lnTo>
                    <a:pt x="229648" y="110802"/>
                  </a:lnTo>
                  <a:lnTo>
                    <a:pt x="257352" y="90051"/>
                  </a:lnTo>
                  <a:lnTo>
                    <a:pt x="251116" y="73775"/>
                  </a:lnTo>
                  <a:lnTo>
                    <a:pt x="220176" y="32229"/>
                  </a:lnTo>
                  <a:lnTo>
                    <a:pt x="180942" y="8439"/>
                  </a:lnTo>
                  <a:lnTo>
                    <a:pt x="135841" y="0"/>
                  </a:lnTo>
                  <a:close/>
                </a:path>
              </a:pathLst>
            </a:custGeom>
            <a:solidFill>
              <a:srgbClr val="228E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0782782" y="5494985"/>
            <a:ext cx="618490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-20">
                <a:solidFill>
                  <a:srgbClr val="353535"/>
                </a:solidFill>
                <a:latin typeface="Tahoma"/>
                <a:cs typeface="Tahoma"/>
              </a:rPr>
              <a:t>Files</a:t>
            </a:r>
            <a:endParaRPr sz="245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23073" y="4748748"/>
            <a:ext cx="545595" cy="661705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0458185" y="7159855"/>
            <a:ext cx="1266825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-10">
                <a:solidFill>
                  <a:srgbClr val="353535"/>
                </a:solidFill>
                <a:latin typeface="Tahoma"/>
                <a:cs typeface="Tahoma"/>
              </a:rPr>
              <a:t>Meetings</a:t>
            </a:r>
            <a:endParaRPr sz="245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888359" y="6515343"/>
            <a:ext cx="415290" cy="457834"/>
            <a:chOff x="10888359" y="6515343"/>
            <a:chExt cx="415290" cy="457834"/>
          </a:xfrm>
        </p:grpSpPr>
        <p:sp>
          <p:nvSpPr>
            <p:cNvPr id="28" name="object 28"/>
            <p:cNvSpPr/>
            <p:nvPr/>
          </p:nvSpPr>
          <p:spPr>
            <a:xfrm>
              <a:off x="10888359" y="6515343"/>
              <a:ext cx="415290" cy="457834"/>
            </a:xfrm>
            <a:custGeom>
              <a:avLst/>
              <a:gdLst/>
              <a:ahLst/>
              <a:cxnLst/>
              <a:rect l="l" t="t" r="r" b="b"/>
              <a:pathLst>
                <a:path w="415290" h="457834">
                  <a:moveTo>
                    <a:pt x="62846" y="45566"/>
                  </a:moveTo>
                  <a:lnTo>
                    <a:pt x="19810" y="45566"/>
                  </a:lnTo>
                  <a:lnTo>
                    <a:pt x="12106" y="47127"/>
                  </a:lnTo>
                  <a:lnTo>
                    <a:pt x="5800" y="51378"/>
                  </a:lnTo>
                  <a:lnTo>
                    <a:pt x="1557" y="57668"/>
                  </a:lnTo>
                  <a:lnTo>
                    <a:pt x="0" y="65345"/>
                  </a:lnTo>
                  <a:lnTo>
                    <a:pt x="0" y="437997"/>
                  </a:lnTo>
                  <a:lnTo>
                    <a:pt x="1583" y="445728"/>
                  </a:lnTo>
                  <a:lnTo>
                    <a:pt x="5849" y="452024"/>
                  </a:lnTo>
                  <a:lnTo>
                    <a:pt x="12160" y="456261"/>
                  </a:lnTo>
                  <a:lnTo>
                    <a:pt x="19810" y="457812"/>
                  </a:lnTo>
                  <a:lnTo>
                    <a:pt x="395223" y="457812"/>
                  </a:lnTo>
                  <a:lnTo>
                    <a:pt x="402904" y="456261"/>
                  </a:lnTo>
                  <a:lnTo>
                    <a:pt x="409204" y="452024"/>
                  </a:lnTo>
                  <a:lnTo>
                    <a:pt x="413467" y="445728"/>
                  </a:lnTo>
                  <a:lnTo>
                    <a:pt x="415034" y="437997"/>
                  </a:lnTo>
                  <a:lnTo>
                    <a:pt x="415034" y="414677"/>
                  </a:lnTo>
                  <a:lnTo>
                    <a:pt x="28972" y="414677"/>
                  </a:lnTo>
                  <a:lnTo>
                    <a:pt x="28972" y="135411"/>
                  </a:lnTo>
                  <a:lnTo>
                    <a:pt x="415034" y="135411"/>
                  </a:lnTo>
                  <a:lnTo>
                    <a:pt x="415034" y="77363"/>
                  </a:lnTo>
                  <a:lnTo>
                    <a:pt x="68228" y="77363"/>
                  </a:lnTo>
                  <a:lnTo>
                    <a:pt x="62846" y="71976"/>
                  </a:lnTo>
                  <a:lnTo>
                    <a:pt x="62846" y="45566"/>
                  </a:lnTo>
                  <a:close/>
                </a:path>
                <a:path w="415290" h="457834">
                  <a:moveTo>
                    <a:pt x="415034" y="135411"/>
                  </a:moveTo>
                  <a:lnTo>
                    <a:pt x="386061" y="135411"/>
                  </a:lnTo>
                  <a:lnTo>
                    <a:pt x="386061" y="414677"/>
                  </a:lnTo>
                  <a:lnTo>
                    <a:pt x="415034" y="414677"/>
                  </a:lnTo>
                  <a:lnTo>
                    <a:pt x="415034" y="135411"/>
                  </a:lnTo>
                  <a:close/>
                </a:path>
                <a:path w="415290" h="457834">
                  <a:moveTo>
                    <a:pt x="115169" y="336276"/>
                  </a:moveTo>
                  <a:lnTo>
                    <a:pt x="71777" y="336276"/>
                  </a:lnTo>
                  <a:lnTo>
                    <a:pt x="71317" y="336849"/>
                  </a:lnTo>
                  <a:lnTo>
                    <a:pt x="71317" y="380091"/>
                  </a:lnTo>
                  <a:lnTo>
                    <a:pt x="71777" y="380663"/>
                  </a:lnTo>
                  <a:lnTo>
                    <a:pt x="115169" y="380663"/>
                  </a:lnTo>
                  <a:lnTo>
                    <a:pt x="115745" y="380091"/>
                  </a:lnTo>
                  <a:lnTo>
                    <a:pt x="115745" y="336849"/>
                  </a:lnTo>
                  <a:lnTo>
                    <a:pt x="115169" y="336276"/>
                  </a:lnTo>
                  <a:close/>
                </a:path>
                <a:path w="415290" h="457834">
                  <a:moveTo>
                    <a:pt x="189093" y="336276"/>
                  </a:moveTo>
                  <a:lnTo>
                    <a:pt x="145702" y="336276"/>
                  </a:lnTo>
                  <a:lnTo>
                    <a:pt x="145252" y="336849"/>
                  </a:lnTo>
                  <a:lnTo>
                    <a:pt x="145252" y="380091"/>
                  </a:lnTo>
                  <a:lnTo>
                    <a:pt x="145702" y="380663"/>
                  </a:lnTo>
                  <a:lnTo>
                    <a:pt x="189093" y="380663"/>
                  </a:lnTo>
                  <a:lnTo>
                    <a:pt x="189669" y="380091"/>
                  </a:lnTo>
                  <a:lnTo>
                    <a:pt x="189669" y="336849"/>
                  </a:lnTo>
                  <a:lnTo>
                    <a:pt x="189093" y="336276"/>
                  </a:lnTo>
                  <a:close/>
                </a:path>
                <a:path w="415290" h="457834">
                  <a:moveTo>
                    <a:pt x="269216" y="336276"/>
                  </a:moveTo>
                  <a:lnTo>
                    <a:pt x="225940" y="336276"/>
                  </a:lnTo>
                  <a:lnTo>
                    <a:pt x="225364" y="336849"/>
                  </a:lnTo>
                  <a:lnTo>
                    <a:pt x="225364" y="380091"/>
                  </a:lnTo>
                  <a:lnTo>
                    <a:pt x="225940" y="380663"/>
                  </a:lnTo>
                  <a:lnTo>
                    <a:pt x="269216" y="380663"/>
                  </a:lnTo>
                  <a:lnTo>
                    <a:pt x="269782" y="380091"/>
                  </a:lnTo>
                  <a:lnTo>
                    <a:pt x="269782" y="336849"/>
                  </a:lnTo>
                  <a:lnTo>
                    <a:pt x="269216" y="336276"/>
                  </a:lnTo>
                  <a:close/>
                </a:path>
                <a:path w="415290" h="457834">
                  <a:moveTo>
                    <a:pt x="343256" y="336276"/>
                  </a:moveTo>
                  <a:lnTo>
                    <a:pt x="299750" y="336276"/>
                  </a:lnTo>
                  <a:lnTo>
                    <a:pt x="299299" y="336849"/>
                  </a:lnTo>
                  <a:lnTo>
                    <a:pt x="299289" y="380091"/>
                  </a:lnTo>
                  <a:lnTo>
                    <a:pt x="299750" y="380663"/>
                  </a:lnTo>
                  <a:lnTo>
                    <a:pt x="343256" y="380663"/>
                  </a:lnTo>
                  <a:lnTo>
                    <a:pt x="343717" y="380091"/>
                  </a:lnTo>
                  <a:lnTo>
                    <a:pt x="343717" y="336849"/>
                  </a:lnTo>
                  <a:lnTo>
                    <a:pt x="343256" y="336276"/>
                  </a:lnTo>
                  <a:close/>
                </a:path>
                <a:path w="415290" h="457834">
                  <a:moveTo>
                    <a:pt x="115169" y="256159"/>
                  </a:moveTo>
                  <a:lnTo>
                    <a:pt x="71777" y="256159"/>
                  </a:lnTo>
                  <a:lnTo>
                    <a:pt x="71317" y="256618"/>
                  </a:lnTo>
                  <a:lnTo>
                    <a:pt x="71317" y="299974"/>
                  </a:lnTo>
                  <a:lnTo>
                    <a:pt x="71777" y="300545"/>
                  </a:lnTo>
                  <a:lnTo>
                    <a:pt x="115169" y="300545"/>
                  </a:lnTo>
                  <a:lnTo>
                    <a:pt x="115745" y="299974"/>
                  </a:lnTo>
                  <a:lnTo>
                    <a:pt x="115745" y="256618"/>
                  </a:lnTo>
                  <a:lnTo>
                    <a:pt x="115169" y="256159"/>
                  </a:lnTo>
                  <a:close/>
                </a:path>
                <a:path w="415290" h="457834">
                  <a:moveTo>
                    <a:pt x="189093" y="256159"/>
                  </a:moveTo>
                  <a:lnTo>
                    <a:pt x="145702" y="256159"/>
                  </a:lnTo>
                  <a:lnTo>
                    <a:pt x="145252" y="256618"/>
                  </a:lnTo>
                  <a:lnTo>
                    <a:pt x="145252" y="299974"/>
                  </a:lnTo>
                  <a:lnTo>
                    <a:pt x="145702" y="300545"/>
                  </a:lnTo>
                  <a:lnTo>
                    <a:pt x="189093" y="300545"/>
                  </a:lnTo>
                  <a:lnTo>
                    <a:pt x="189669" y="299974"/>
                  </a:lnTo>
                  <a:lnTo>
                    <a:pt x="189669" y="256618"/>
                  </a:lnTo>
                  <a:lnTo>
                    <a:pt x="189093" y="256159"/>
                  </a:lnTo>
                  <a:close/>
                </a:path>
                <a:path w="415290" h="457834">
                  <a:moveTo>
                    <a:pt x="269216" y="256159"/>
                  </a:moveTo>
                  <a:lnTo>
                    <a:pt x="225940" y="256159"/>
                  </a:lnTo>
                  <a:lnTo>
                    <a:pt x="225364" y="256618"/>
                  </a:lnTo>
                  <a:lnTo>
                    <a:pt x="225364" y="299974"/>
                  </a:lnTo>
                  <a:lnTo>
                    <a:pt x="225940" y="300545"/>
                  </a:lnTo>
                  <a:lnTo>
                    <a:pt x="269216" y="300545"/>
                  </a:lnTo>
                  <a:lnTo>
                    <a:pt x="269782" y="299974"/>
                  </a:lnTo>
                  <a:lnTo>
                    <a:pt x="269782" y="256618"/>
                  </a:lnTo>
                  <a:lnTo>
                    <a:pt x="269216" y="256159"/>
                  </a:lnTo>
                  <a:close/>
                </a:path>
                <a:path w="415290" h="457834">
                  <a:moveTo>
                    <a:pt x="343256" y="256159"/>
                  </a:moveTo>
                  <a:lnTo>
                    <a:pt x="299750" y="256159"/>
                  </a:lnTo>
                  <a:lnTo>
                    <a:pt x="299299" y="256618"/>
                  </a:lnTo>
                  <a:lnTo>
                    <a:pt x="299289" y="299974"/>
                  </a:lnTo>
                  <a:lnTo>
                    <a:pt x="299750" y="300545"/>
                  </a:lnTo>
                  <a:lnTo>
                    <a:pt x="343256" y="300545"/>
                  </a:lnTo>
                  <a:lnTo>
                    <a:pt x="343717" y="299974"/>
                  </a:lnTo>
                  <a:lnTo>
                    <a:pt x="343717" y="256618"/>
                  </a:lnTo>
                  <a:lnTo>
                    <a:pt x="343256" y="256159"/>
                  </a:lnTo>
                  <a:close/>
                </a:path>
                <a:path w="415290" h="457834">
                  <a:moveTo>
                    <a:pt x="115849" y="179119"/>
                  </a:moveTo>
                  <a:lnTo>
                    <a:pt x="72573" y="179119"/>
                  </a:lnTo>
                  <a:lnTo>
                    <a:pt x="71997" y="179690"/>
                  </a:lnTo>
                  <a:lnTo>
                    <a:pt x="71997" y="223083"/>
                  </a:lnTo>
                  <a:lnTo>
                    <a:pt x="72573" y="223540"/>
                  </a:lnTo>
                  <a:lnTo>
                    <a:pt x="115849" y="223540"/>
                  </a:lnTo>
                  <a:lnTo>
                    <a:pt x="116414" y="223083"/>
                  </a:lnTo>
                  <a:lnTo>
                    <a:pt x="116415" y="179690"/>
                  </a:lnTo>
                  <a:lnTo>
                    <a:pt x="115849" y="179119"/>
                  </a:lnTo>
                  <a:close/>
                </a:path>
                <a:path w="415290" h="457834">
                  <a:moveTo>
                    <a:pt x="189774" y="179119"/>
                  </a:moveTo>
                  <a:lnTo>
                    <a:pt x="146382" y="179119"/>
                  </a:lnTo>
                  <a:lnTo>
                    <a:pt x="145922" y="179690"/>
                  </a:lnTo>
                  <a:lnTo>
                    <a:pt x="145932" y="223083"/>
                  </a:lnTo>
                  <a:lnTo>
                    <a:pt x="146382" y="223540"/>
                  </a:lnTo>
                  <a:lnTo>
                    <a:pt x="189774" y="223540"/>
                  </a:lnTo>
                  <a:lnTo>
                    <a:pt x="190348" y="223083"/>
                  </a:lnTo>
                  <a:lnTo>
                    <a:pt x="190350" y="179690"/>
                  </a:lnTo>
                  <a:lnTo>
                    <a:pt x="189774" y="179119"/>
                  </a:lnTo>
                  <a:close/>
                </a:path>
                <a:path w="415290" h="457834">
                  <a:moveTo>
                    <a:pt x="268536" y="179119"/>
                  </a:moveTo>
                  <a:lnTo>
                    <a:pt x="225260" y="179119"/>
                  </a:lnTo>
                  <a:lnTo>
                    <a:pt x="224684" y="179690"/>
                  </a:lnTo>
                  <a:lnTo>
                    <a:pt x="224684" y="223083"/>
                  </a:lnTo>
                  <a:lnTo>
                    <a:pt x="225260" y="223540"/>
                  </a:lnTo>
                  <a:lnTo>
                    <a:pt x="268536" y="223540"/>
                  </a:lnTo>
                  <a:lnTo>
                    <a:pt x="269112" y="223083"/>
                  </a:lnTo>
                  <a:lnTo>
                    <a:pt x="269112" y="179690"/>
                  </a:lnTo>
                  <a:lnTo>
                    <a:pt x="268536" y="179119"/>
                  </a:lnTo>
                  <a:close/>
                </a:path>
                <a:path w="415290" h="457834">
                  <a:moveTo>
                    <a:pt x="342575" y="179119"/>
                  </a:moveTo>
                  <a:lnTo>
                    <a:pt x="299069" y="179119"/>
                  </a:lnTo>
                  <a:lnTo>
                    <a:pt x="298619" y="179690"/>
                  </a:lnTo>
                  <a:lnTo>
                    <a:pt x="298619" y="223083"/>
                  </a:lnTo>
                  <a:lnTo>
                    <a:pt x="299069" y="223540"/>
                  </a:lnTo>
                  <a:lnTo>
                    <a:pt x="342575" y="223540"/>
                  </a:lnTo>
                  <a:lnTo>
                    <a:pt x="343036" y="223083"/>
                  </a:lnTo>
                  <a:lnTo>
                    <a:pt x="343036" y="179690"/>
                  </a:lnTo>
                  <a:lnTo>
                    <a:pt x="342575" y="179119"/>
                  </a:lnTo>
                  <a:close/>
                </a:path>
                <a:path w="415290" h="457834">
                  <a:moveTo>
                    <a:pt x="276651" y="45566"/>
                  </a:moveTo>
                  <a:lnTo>
                    <a:pt x="138383" y="45566"/>
                  </a:lnTo>
                  <a:lnTo>
                    <a:pt x="138383" y="71976"/>
                  </a:lnTo>
                  <a:lnTo>
                    <a:pt x="132990" y="77363"/>
                  </a:lnTo>
                  <a:lnTo>
                    <a:pt x="282043" y="77363"/>
                  </a:lnTo>
                  <a:lnTo>
                    <a:pt x="276651" y="71976"/>
                  </a:lnTo>
                  <a:lnTo>
                    <a:pt x="276651" y="45566"/>
                  </a:lnTo>
                  <a:close/>
                </a:path>
                <a:path w="415290" h="457834">
                  <a:moveTo>
                    <a:pt x="395223" y="45566"/>
                  </a:moveTo>
                  <a:lnTo>
                    <a:pt x="352188" y="45566"/>
                  </a:lnTo>
                  <a:lnTo>
                    <a:pt x="352188" y="71976"/>
                  </a:lnTo>
                  <a:lnTo>
                    <a:pt x="346806" y="77363"/>
                  </a:lnTo>
                  <a:lnTo>
                    <a:pt x="415034" y="77363"/>
                  </a:lnTo>
                  <a:lnTo>
                    <a:pt x="415034" y="65345"/>
                  </a:lnTo>
                  <a:lnTo>
                    <a:pt x="413467" y="57668"/>
                  </a:lnTo>
                  <a:lnTo>
                    <a:pt x="409204" y="51378"/>
                  </a:lnTo>
                  <a:lnTo>
                    <a:pt x="402904" y="47127"/>
                  </a:lnTo>
                  <a:lnTo>
                    <a:pt x="395223" y="45566"/>
                  </a:lnTo>
                  <a:close/>
                </a:path>
                <a:path w="415290" h="457834">
                  <a:moveTo>
                    <a:pt x="121451" y="0"/>
                  </a:moveTo>
                  <a:lnTo>
                    <a:pt x="79777" y="0"/>
                  </a:lnTo>
                  <a:lnTo>
                    <a:pt x="77505" y="2303"/>
                  </a:lnTo>
                  <a:lnTo>
                    <a:pt x="77505" y="62591"/>
                  </a:lnTo>
                  <a:lnTo>
                    <a:pt x="123504" y="62591"/>
                  </a:lnTo>
                  <a:lnTo>
                    <a:pt x="123608" y="2303"/>
                  </a:lnTo>
                  <a:lnTo>
                    <a:pt x="121451" y="0"/>
                  </a:lnTo>
                  <a:close/>
                </a:path>
                <a:path w="415290" h="457834">
                  <a:moveTo>
                    <a:pt x="335256" y="0"/>
                  </a:moveTo>
                  <a:lnTo>
                    <a:pt x="293582" y="0"/>
                  </a:lnTo>
                  <a:lnTo>
                    <a:pt x="291425" y="2303"/>
                  </a:lnTo>
                  <a:lnTo>
                    <a:pt x="291530" y="62591"/>
                  </a:lnTo>
                  <a:lnTo>
                    <a:pt x="337528" y="62591"/>
                  </a:lnTo>
                  <a:lnTo>
                    <a:pt x="337528" y="2303"/>
                  </a:lnTo>
                  <a:lnTo>
                    <a:pt x="335256" y="0"/>
                  </a:lnTo>
                  <a:close/>
                </a:path>
              </a:pathLst>
            </a:custGeom>
            <a:solidFill>
              <a:srgbClr val="228E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954639" y="6687674"/>
              <a:ext cx="281940" cy="213360"/>
            </a:xfrm>
            <a:custGeom>
              <a:avLst/>
              <a:gdLst/>
              <a:ahLst/>
              <a:cxnLst/>
              <a:rect l="l" t="t" r="r" b="b"/>
              <a:pathLst>
                <a:path w="281940" h="213359">
                  <a:moveTo>
                    <a:pt x="53784" y="159473"/>
                  </a:moveTo>
                  <a:lnTo>
                    <a:pt x="0" y="159473"/>
                  </a:lnTo>
                  <a:lnTo>
                    <a:pt x="0" y="213271"/>
                  </a:lnTo>
                  <a:lnTo>
                    <a:pt x="53784" y="213271"/>
                  </a:lnTo>
                  <a:lnTo>
                    <a:pt x="53784" y="159473"/>
                  </a:lnTo>
                  <a:close/>
                </a:path>
                <a:path w="281940" h="213359">
                  <a:moveTo>
                    <a:pt x="53784" y="82918"/>
                  </a:moveTo>
                  <a:lnTo>
                    <a:pt x="0" y="82918"/>
                  </a:lnTo>
                  <a:lnTo>
                    <a:pt x="0" y="136715"/>
                  </a:lnTo>
                  <a:lnTo>
                    <a:pt x="53784" y="136715"/>
                  </a:lnTo>
                  <a:lnTo>
                    <a:pt x="53784" y="82918"/>
                  </a:lnTo>
                  <a:close/>
                </a:path>
                <a:path w="281940" h="213359">
                  <a:moveTo>
                    <a:pt x="53784" y="0"/>
                  </a:moveTo>
                  <a:lnTo>
                    <a:pt x="0" y="0"/>
                  </a:lnTo>
                  <a:lnTo>
                    <a:pt x="0" y="53797"/>
                  </a:lnTo>
                  <a:lnTo>
                    <a:pt x="53784" y="53797"/>
                  </a:lnTo>
                  <a:lnTo>
                    <a:pt x="53784" y="0"/>
                  </a:lnTo>
                  <a:close/>
                </a:path>
                <a:path w="281940" h="213359">
                  <a:moveTo>
                    <a:pt x="128473" y="159473"/>
                  </a:moveTo>
                  <a:lnTo>
                    <a:pt x="74676" y="159473"/>
                  </a:lnTo>
                  <a:lnTo>
                    <a:pt x="74676" y="213271"/>
                  </a:lnTo>
                  <a:lnTo>
                    <a:pt x="128473" y="213271"/>
                  </a:lnTo>
                  <a:lnTo>
                    <a:pt x="128473" y="159473"/>
                  </a:lnTo>
                  <a:close/>
                </a:path>
                <a:path w="281940" h="213359">
                  <a:moveTo>
                    <a:pt x="128473" y="82918"/>
                  </a:moveTo>
                  <a:lnTo>
                    <a:pt x="74676" y="82918"/>
                  </a:lnTo>
                  <a:lnTo>
                    <a:pt x="74676" y="136715"/>
                  </a:lnTo>
                  <a:lnTo>
                    <a:pt x="128473" y="136715"/>
                  </a:lnTo>
                  <a:lnTo>
                    <a:pt x="128473" y="82918"/>
                  </a:lnTo>
                  <a:close/>
                </a:path>
                <a:path w="281940" h="213359">
                  <a:moveTo>
                    <a:pt x="128473" y="0"/>
                  </a:moveTo>
                  <a:lnTo>
                    <a:pt x="74676" y="0"/>
                  </a:lnTo>
                  <a:lnTo>
                    <a:pt x="74676" y="53797"/>
                  </a:lnTo>
                  <a:lnTo>
                    <a:pt x="128473" y="53797"/>
                  </a:lnTo>
                  <a:lnTo>
                    <a:pt x="128473" y="0"/>
                  </a:lnTo>
                  <a:close/>
                </a:path>
                <a:path w="281940" h="213359">
                  <a:moveTo>
                    <a:pt x="205016" y="159473"/>
                  </a:moveTo>
                  <a:lnTo>
                    <a:pt x="151231" y="159473"/>
                  </a:lnTo>
                  <a:lnTo>
                    <a:pt x="151231" y="213271"/>
                  </a:lnTo>
                  <a:lnTo>
                    <a:pt x="205016" y="213271"/>
                  </a:lnTo>
                  <a:lnTo>
                    <a:pt x="205016" y="159473"/>
                  </a:lnTo>
                  <a:close/>
                </a:path>
                <a:path w="281940" h="213359">
                  <a:moveTo>
                    <a:pt x="205016" y="82918"/>
                  </a:moveTo>
                  <a:lnTo>
                    <a:pt x="151231" y="82918"/>
                  </a:lnTo>
                  <a:lnTo>
                    <a:pt x="151231" y="136715"/>
                  </a:lnTo>
                  <a:lnTo>
                    <a:pt x="205016" y="136715"/>
                  </a:lnTo>
                  <a:lnTo>
                    <a:pt x="205016" y="82918"/>
                  </a:lnTo>
                  <a:close/>
                </a:path>
                <a:path w="281940" h="213359">
                  <a:moveTo>
                    <a:pt x="205016" y="0"/>
                  </a:moveTo>
                  <a:lnTo>
                    <a:pt x="151231" y="0"/>
                  </a:lnTo>
                  <a:lnTo>
                    <a:pt x="151231" y="53797"/>
                  </a:lnTo>
                  <a:lnTo>
                    <a:pt x="205016" y="53797"/>
                  </a:lnTo>
                  <a:lnTo>
                    <a:pt x="205016" y="0"/>
                  </a:lnTo>
                  <a:close/>
                </a:path>
                <a:path w="281940" h="213359">
                  <a:moveTo>
                    <a:pt x="281571" y="159473"/>
                  </a:moveTo>
                  <a:lnTo>
                    <a:pt x="227774" y="159473"/>
                  </a:lnTo>
                  <a:lnTo>
                    <a:pt x="227774" y="213271"/>
                  </a:lnTo>
                  <a:lnTo>
                    <a:pt x="281571" y="213271"/>
                  </a:lnTo>
                  <a:lnTo>
                    <a:pt x="281571" y="159473"/>
                  </a:lnTo>
                  <a:close/>
                </a:path>
                <a:path w="281940" h="213359">
                  <a:moveTo>
                    <a:pt x="281571" y="82918"/>
                  </a:moveTo>
                  <a:lnTo>
                    <a:pt x="227774" y="82918"/>
                  </a:lnTo>
                  <a:lnTo>
                    <a:pt x="227774" y="136715"/>
                  </a:lnTo>
                  <a:lnTo>
                    <a:pt x="281571" y="136715"/>
                  </a:lnTo>
                  <a:lnTo>
                    <a:pt x="281571" y="82918"/>
                  </a:lnTo>
                  <a:close/>
                </a:path>
                <a:path w="281940" h="213359">
                  <a:moveTo>
                    <a:pt x="281571" y="0"/>
                  </a:moveTo>
                  <a:lnTo>
                    <a:pt x="227774" y="0"/>
                  </a:lnTo>
                  <a:lnTo>
                    <a:pt x="227774" y="53797"/>
                  </a:lnTo>
                  <a:lnTo>
                    <a:pt x="281571" y="53797"/>
                  </a:lnTo>
                  <a:lnTo>
                    <a:pt x="281571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238357" y="3327512"/>
            <a:ext cx="3622040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50">
                <a:solidFill>
                  <a:srgbClr val="53585F"/>
                </a:solidFill>
                <a:latin typeface="Lucida Sans Unicode"/>
                <a:cs typeface="Lucida Sans Unicode"/>
              </a:rPr>
              <a:t>Access</a:t>
            </a:r>
            <a:r>
              <a:rPr dirty="0" sz="2850" spc="-16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80">
                <a:solidFill>
                  <a:srgbClr val="53585F"/>
                </a:solidFill>
                <a:latin typeface="Lucida Sans Unicode"/>
                <a:cs typeface="Lucida Sans Unicode"/>
              </a:rPr>
              <a:t>to</a:t>
            </a:r>
            <a:r>
              <a:rPr dirty="0" sz="2850" spc="-16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95">
                <a:solidFill>
                  <a:srgbClr val="53585F"/>
                </a:solidFill>
                <a:latin typeface="Lucida Sans Unicode"/>
                <a:cs typeface="Lucida Sans Unicode"/>
              </a:rPr>
              <a:t>critical</a:t>
            </a:r>
            <a:r>
              <a:rPr dirty="0" sz="2850" spc="-16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20">
                <a:solidFill>
                  <a:srgbClr val="53585F"/>
                </a:solidFill>
                <a:latin typeface="Lucida Sans Unicode"/>
                <a:cs typeface="Lucida Sans Unicode"/>
              </a:rPr>
              <a:t>data</a:t>
            </a:r>
            <a:endParaRPr sz="285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801332" y="3587166"/>
            <a:ext cx="0" cy="3972560"/>
          </a:xfrm>
          <a:custGeom>
            <a:avLst/>
            <a:gdLst/>
            <a:ahLst/>
            <a:cxnLst/>
            <a:rect l="l" t="t" r="r" b="b"/>
            <a:pathLst>
              <a:path w="0" h="3972559">
                <a:moveTo>
                  <a:pt x="0" y="3972304"/>
                </a:moveTo>
                <a:lnTo>
                  <a:pt x="0" y="0"/>
                </a:lnTo>
              </a:path>
            </a:pathLst>
          </a:custGeom>
          <a:ln w="20941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2" name="object 32"/>
          <p:cNvGrpSpPr/>
          <p:nvPr/>
        </p:nvGrpSpPr>
        <p:grpSpPr>
          <a:xfrm>
            <a:off x="15054895" y="4827781"/>
            <a:ext cx="2997200" cy="2948305"/>
            <a:chOff x="15054895" y="4827781"/>
            <a:chExt cx="2997200" cy="2948305"/>
          </a:xfrm>
        </p:grpSpPr>
        <p:sp>
          <p:nvSpPr>
            <p:cNvPr id="33" name="object 33"/>
            <p:cNvSpPr/>
            <p:nvPr/>
          </p:nvSpPr>
          <p:spPr>
            <a:xfrm>
              <a:off x="15361593" y="5110185"/>
              <a:ext cx="2383790" cy="2383790"/>
            </a:xfrm>
            <a:custGeom>
              <a:avLst/>
              <a:gdLst/>
              <a:ahLst/>
              <a:cxnLst/>
              <a:rect l="l" t="t" r="r" b="b"/>
              <a:pathLst>
                <a:path w="2383790" h="2383790">
                  <a:moveTo>
                    <a:pt x="2034623" y="348914"/>
                  </a:moveTo>
                  <a:lnTo>
                    <a:pt x="2067853" y="383482"/>
                  </a:lnTo>
                  <a:lnTo>
                    <a:pt x="2099422" y="419033"/>
                  </a:lnTo>
                  <a:lnTo>
                    <a:pt x="2129329" y="455515"/>
                  </a:lnTo>
                  <a:lnTo>
                    <a:pt x="2157574" y="492878"/>
                  </a:lnTo>
                  <a:lnTo>
                    <a:pt x="2184158" y="531072"/>
                  </a:lnTo>
                  <a:lnTo>
                    <a:pt x="2209080" y="570047"/>
                  </a:lnTo>
                  <a:lnTo>
                    <a:pt x="2232341" y="609752"/>
                  </a:lnTo>
                  <a:lnTo>
                    <a:pt x="2253941" y="650136"/>
                  </a:lnTo>
                  <a:lnTo>
                    <a:pt x="2273879" y="691150"/>
                  </a:lnTo>
                  <a:lnTo>
                    <a:pt x="2292155" y="732744"/>
                  </a:lnTo>
                  <a:lnTo>
                    <a:pt x="2308770" y="774866"/>
                  </a:lnTo>
                  <a:lnTo>
                    <a:pt x="2323724" y="817466"/>
                  </a:lnTo>
                  <a:lnTo>
                    <a:pt x="2337016" y="860494"/>
                  </a:lnTo>
                  <a:lnTo>
                    <a:pt x="2348646" y="903901"/>
                  </a:lnTo>
                  <a:lnTo>
                    <a:pt x="2358615" y="947634"/>
                  </a:lnTo>
                  <a:lnTo>
                    <a:pt x="2366923" y="991644"/>
                  </a:lnTo>
                  <a:lnTo>
                    <a:pt x="2373569" y="1035881"/>
                  </a:lnTo>
                  <a:lnTo>
                    <a:pt x="2378553" y="1080295"/>
                  </a:lnTo>
                  <a:lnTo>
                    <a:pt x="2381876" y="1124834"/>
                  </a:lnTo>
                  <a:lnTo>
                    <a:pt x="2383538" y="1169448"/>
                  </a:lnTo>
                  <a:lnTo>
                    <a:pt x="2383538" y="1214088"/>
                  </a:lnTo>
                  <a:lnTo>
                    <a:pt x="2381876" y="1258703"/>
                  </a:lnTo>
                  <a:lnTo>
                    <a:pt x="2378553" y="1303242"/>
                  </a:lnTo>
                  <a:lnTo>
                    <a:pt x="2373569" y="1347655"/>
                  </a:lnTo>
                  <a:lnTo>
                    <a:pt x="2366923" y="1391892"/>
                  </a:lnTo>
                  <a:lnTo>
                    <a:pt x="2358615" y="1435903"/>
                  </a:lnTo>
                  <a:lnTo>
                    <a:pt x="2348646" y="1479636"/>
                  </a:lnTo>
                  <a:lnTo>
                    <a:pt x="2337016" y="1523042"/>
                  </a:lnTo>
                  <a:lnTo>
                    <a:pt x="2323724" y="1566071"/>
                  </a:lnTo>
                  <a:lnTo>
                    <a:pt x="2308770" y="1608671"/>
                  </a:lnTo>
                  <a:lnTo>
                    <a:pt x="2292155" y="1650793"/>
                  </a:lnTo>
                  <a:lnTo>
                    <a:pt x="2273879" y="1692386"/>
                  </a:lnTo>
                  <a:lnTo>
                    <a:pt x="2253941" y="1733401"/>
                  </a:lnTo>
                  <a:lnTo>
                    <a:pt x="2232341" y="1773785"/>
                  </a:lnTo>
                  <a:lnTo>
                    <a:pt x="2209080" y="1813490"/>
                  </a:lnTo>
                  <a:lnTo>
                    <a:pt x="2184158" y="1852465"/>
                  </a:lnTo>
                  <a:lnTo>
                    <a:pt x="2157574" y="1890659"/>
                  </a:lnTo>
                  <a:lnTo>
                    <a:pt x="2129329" y="1928022"/>
                  </a:lnTo>
                  <a:lnTo>
                    <a:pt x="2099422" y="1964504"/>
                  </a:lnTo>
                  <a:lnTo>
                    <a:pt x="2067853" y="2000055"/>
                  </a:lnTo>
                  <a:lnTo>
                    <a:pt x="2034623" y="2034623"/>
                  </a:lnTo>
                  <a:lnTo>
                    <a:pt x="2000055" y="2067853"/>
                  </a:lnTo>
                  <a:lnTo>
                    <a:pt x="1964504" y="2099422"/>
                  </a:lnTo>
                  <a:lnTo>
                    <a:pt x="1928022" y="2129329"/>
                  </a:lnTo>
                  <a:lnTo>
                    <a:pt x="1890659" y="2157574"/>
                  </a:lnTo>
                  <a:lnTo>
                    <a:pt x="1852465" y="2184158"/>
                  </a:lnTo>
                  <a:lnTo>
                    <a:pt x="1813490" y="2209080"/>
                  </a:lnTo>
                  <a:lnTo>
                    <a:pt x="1773785" y="2232341"/>
                  </a:lnTo>
                  <a:lnTo>
                    <a:pt x="1733401" y="2253941"/>
                  </a:lnTo>
                  <a:lnTo>
                    <a:pt x="1692386" y="2273879"/>
                  </a:lnTo>
                  <a:lnTo>
                    <a:pt x="1650793" y="2292155"/>
                  </a:lnTo>
                  <a:lnTo>
                    <a:pt x="1608671" y="2308770"/>
                  </a:lnTo>
                  <a:lnTo>
                    <a:pt x="1566071" y="2323724"/>
                  </a:lnTo>
                  <a:lnTo>
                    <a:pt x="1523042" y="2337016"/>
                  </a:lnTo>
                  <a:lnTo>
                    <a:pt x="1479636" y="2348646"/>
                  </a:lnTo>
                  <a:lnTo>
                    <a:pt x="1435903" y="2358615"/>
                  </a:lnTo>
                  <a:lnTo>
                    <a:pt x="1391892" y="2366923"/>
                  </a:lnTo>
                  <a:lnTo>
                    <a:pt x="1347655" y="2373569"/>
                  </a:lnTo>
                  <a:lnTo>
                    <a:pt x="1303242" y="2378553"/>
                  </a:lnTo>
                  <a:lnTo>
                    <a:pt x="1258703" y="2381876"/>
                  </a:lnTo>
                  <a:lnTo>
                    <a:pt x="1214088" y="2383538"/>
                  </a:lnTo>
                  <a:lnTo>
                    <a:pt x="1169448" y="2383538"/>
                  </a:lnTo>
                  <a:lnTo>
                    <a:pt x="1124834" y="2381876"/>
                  </a:lnTo>
                  <a:lnTo>
                    <a:pt x="1080295" y="2378553"/>
                  </a:lnTo>
                  <a:lnTo>
                    <a:pt x="1035881" y="2373569"/>
                  </a:lnTo>
                  <a:lnTo>
                    <a:pt x="991644" y="2366923"/>
                  </a:lnTo>
                  <a:lnTo>
                    <a:pt x="947634" y="2358615"/>
                  </a:lnTo>
                  <a:lnTo>
                    <a:pt x="903901" y="2348646"/>
                  </a:lnTo>
                  <a:lnTo>
                    <a:pt x="860494" y="2337016"/>
                  </a:lnTo>
                  <a:lnTo>
                    <a:pt x="817466" y="2323724"/>
                  </a:lnTo>
                  <a:lnTo>
                    <a:pt x="774866" y="2308770"/>
                  </a:lnTo>
                  <a:lnTo>
                    <a:pt x="732744" y="2292155"/>
                  </a:lnTo>
                  <a:lnTo>
                    <a:pt x="691150" y="2273879"/>
                  </a:lnTo>
                  <a:lnTo>
                    <a:pt x="650136" y="2253941"/>
                  </a:lnTo>
                  <a:lnTo>
                    <a:pt x="609752" y="2232341"/>
                  </a:lnTo>
                  <a:lnTo>
                    <a:pt x="570047" y="2209080"/>
                  </a:lnTo>
                  <a:lnTo>
                    <a:pt x="531072" y="2184158"/>
                  </a:lnTo>
                  <a:lnTo>
                    <a:pt x="492878" y="2157574"/>
                  </a:lnTo>
                  <a:lnTo>
                    <a:pt x="455515" y="2129329"/>
                  </a:lnTo>
                  <a:lnTo>
                    <a:pt x="419033" y="2099422"/>
                  </a:lnTo>
                  <a:lnTo>
                    <a:pt x="383482" y="2067853"/>
                  </a:lnTo>
                  <a:lnTo>
                    <a:pt x="348914" y="2034623"/>
                  </a:lnTo>
                  <a:lnTo>
                    <a:pt x="315684" y="2000055"/>
                  </a:lnTo>
                  <a:lnTo>
                    <a:pt x="284115" y="1964504"/>
                  </a:lnTo>
                  <a:lnTo>
                    <a:pt x="254208" y="1928022"/>
                  </a:lnTo>
                  <a:lnTo>
                    <a:pt x="225963" y="1890659"/>
                  </a:lnTo>
                  <a:lnTo>
                    <a:pt x="199379" y="1852465"/>
                  </a:lnTo>
                  <a:lnTo>
                    <a:pt x="174457" y="1813490"/>
                  </a:lnTo>
                  <a:lnTo>
                    <a:pt x="151196" y="1773785"/>
                  </a:lnTo>
                  <a:lnTo>
                    <a:pt x="129596" y="1733401"/>
                  </a:lnTo>
                  <a:lnTo>
                    <a:pt x="109658" y="1692386"/>
                  </a:lnTo>
                  <a:lnTo>
                    <a:pt x="91382" y="1650793"/>
                  </a:lnTo>
                  <a:lnTo>
                    <a:pt x="74767" y="1608671"/>
                  </a:lnTo>
                  <a:lnTo>
                    <a:pt x="59813" y="1566071"/>
                  </a:lnTo>
                  <a:lnTo>
                    <a:pt x="46521" y="1523042"/>
                  </a:lnTo>
                  <a:lnTo>
                    <a:pt x="34891" y="1479636"/>
                  </a:lnTo>
                  <a:lnTo>
                    <a:pt x="24922" y="1435903"/>
                  </a:lnTo>
                  <a:lnTo>
                    <a:pt x="16614" y="1391892"/>
                  </a:lnTo>
                  <a:lnTo>
                    <a:pt x="9968" y="1347655"/>
                  </a:lnTo>
                  <a:lnTo>
                    <a:pt x="4984" y="1303242"/>
                  </a:lnTo>
                  <a:lnTo>
                    <a:pt x="1661" y="1258703"/>
                  </a:lnTo>
                  <a:lnTo>
                    <a:pt x="0" y="1214088"/>
                  </a:lnTo>
                  <a:lnTo>
                    <a:pt x="0" y="1169448"/>
                  </a:lnTo>
                  <a:lnTo>
                    <a:pt x="1661" y="1124834"/>
                  </a:lnTo>
                  <a:lnTo>
                    <a:pt x="4984" y="1080295"/>
                  </a:lnTo>
                  <a:lnTo>
                    <a:pt x="9968" y="1035881"/>
                  </a:lnTo>
                  <a:lnTo>
                    <a:pt x="16614" y="991644"/>
                  </a:lnTo>
                  <a:lnTo>
                    <a:pt x="24922" y="947634"/>
                  </a:lnTo>
                  <a:lnTo>
                    <a:pt x="34891" y="903901"/>
                  </a:lnTo>
                  <a:lnTo>
                    <a:pt x="46521" y="860494"/>
                  </a:lnTo>
                  <a:lnTo>
                    <a:pt x="59813" y="817466"/>
                  </a:lnTo>
                  <a:lnTo>
                    <a:pt x="74767" y="774866"/>
                  </a:lnTo>
                  <a:lnTo>
                    <a:pt x="91382" y="732744"/>
                  </a:lnTo>
                  <a:lnTo>
                    <a:pt x="109658" y="691150"/>
                  </a:lnTo>
                  <a:lnTo>
                    <a:pt x="129596" y="650136"/>
                  </a:lnTo>
                  <a:lnTo>
                    <a:pt x="151196" y="609752"/>
                  </a:lnTo>
                  <a:lnTo>
                    <a:pt x="174457" y="570047"/>
                  </a:lnTo>
                  <a:lnTo>
                    <a:pt x="199379" y="531072"/>
                  </a:lnTo>
                  <a:lnTo>
                    <a:pt x="225963" y="492878"/>
                  </a:lnTo>
                  <a:lnTo>
                    <a:pt x="254208" y="455515"/>
                  </a:lnTo>
                  <a:lnTo>
                    <a:pt x="284115" y="419033"/>
                  </a:lnTo>
                  <a:lnTo>
                    <a:pt x="315684" y="383482"/>
                  </a:lnTo>
                  <a:lnTo>
                    <a:pt x="348914" y="348914"/>
                  </a:lnTo>
                  <a:lnTo>
                    <a:pt x="383482" y="315684"/>
                  </a:lnTo>
                  <a:lnTo>
                    <a:pt x="419033" y="284115"/>
                  </a:lnTo>
                  <a:lnTo>
                    <a:pt x="455515" y="254208"/>
                  </a:lnTo>
                  <a:lnTo>
                    <a:pt x="492878" y="225963"/>
                  </a:lnTo>
                  <a:lnTo>
                    <a:pt x="531072" y="199379"/>
                  </a:lnTo>
                  <a:lnTo>
                    <a:pt x="570047" y="174457"/>
                  </a:lnTo>
                  <a:lnTo>
                    <a:pt x="609752" y="151196"/>
                  </a:lnTo>
                  <a:lnTo>
                    <a:pt x="650136" y="129596"/>
                  </a:lnTo>
                  <a:lnTo>
                    <a:pt x="691150" y="109658"/>
                  </a:lnTo>
                  <a:lnTo>
                    <a:pt x="732744" y="91382"/>
                  </a:lnTo>
                  <a:lnTo>
                    <a:pt x="774866" y="74767"/>
                  </a:lnTo>
                  <a:lnTo>
                    <a:pt x="817466" y="59813"/>
                  </a:lnTo>
                  <a:lnTo>
                    <a:pt x="860494" y="46521"/>
                  </a:lnTo>
                  <a:lnTo>
                    <a:pt x="903901" y="34891"/>
                  </a:lnTo>
                  <a:lnTo>
                    <a:pt x="947634" y="24922"/>
                  </a:lnTo>
                  <a:lnTo>
                    <a:pt x="991644" y="16614"/>
                  </a:lnTo>
                  <a:lnTo>
                    <a:pt x="1035881" y="9968"/>
                  </a:lnTo>
                  <a:lnTo>
                    <a:pt x="1080295" y="4984"/>
                  </a:lnTo>
                  <a:lnTo>
                    <a:pt x="1124834" y="1661"/>
                  </a:lnTo>
                  <a:lnTo>
                    <a:pt x="1169448" y="0"/>
                  </a:lnTo>
                  <a:lnTo>
                    <a:pt x="1214088" y="0"/>
                  </a:lnTo>
                  <a:lnTo>
                    <a:pt x="1258703" y="1661"/>
                  </a:lnTo>
                  <a:lnTo>
                    <a:pt x="1303242" y="4984"/>
                  </a:lnTo>
                  <a:lnTo>
                    <a:pt x="1347655" y="9968"/>
                  </a:lnTo>
                  <a:lnTo>
                    <a:pt x="1391892" y="16614"/>
                  </a:lnTo>
                  <a:lnTo>
                    <a:pt x="1435903" y="24922"/>
                  </a:lnTo>
                  <a:lnTo>
                    <a:pt x="1479636" y="34891"/>
                  </a:lnTo>
                  <a:lnTo>
                    <a:pt x="1523042" y="46521"/>
                  </a:lnTo>
                  <a:lnTo>
                    <a:pt x="1566071" y="59813"/>
                  </a:lnTo>
                  <a:lnTo>
                    <a:pt x="1608671" y="74767"/>
                  </a:lnTo>
                  <a:lnTo>
                    <a:pt x="1650793" y="91382"/>
                  </a:lnTo>
                  <a:lnTo>
                    <a:pt x="1692386" y="109658"/>
                  </a:lnTo>
                  <a:lnTo>
                    <a:pt x="1733401" y="129596"/>
                  </a:lnTo>
                  <a:lnTo>
                    <a:pt x="1773785" y="151196"/>
                  </a:lnTo>
                  <a:lnTo>
                    <a:pt x="1813490" y="174457"/>
                  </a:lnTo>
                  <a:lnTo>
                    <a:pt x="1852465" y="199379"/>
                  </a:lnTo>
                  <a:lnTo>
                    <a:pt x="1890659" y="225963"/>
                  </a:lnTo>
                  <a:lnTo>
                    <a:pt x="1928022" y="254208"/>
                  </a:lnTo>
                  <a:lnTo>
                    <a:pt x="1964504" y="284115"/>
                  </a:lnTo>
                  <a:lnTo>
                    <a:pt x="2000055" y="315684"/>
                  </a:lnTo>
                  <a:lnTo>
                    <a:pt x="2034623" y="348914"/>
                  </a:lnTo>
                  <a:close/>
                </a:path>
              </a:pathLst>
            </a:custGeom>
            <a:ln w="20941">
              <a:solidFill>
                <a:srgbClr val="D6D6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79175" y="5847706"/>
              <a:ext cx="948631" cy="95005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125163" y="5868826"/>
              <a:ext cx="858612" cy="86395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5065365" y="6282583"/>
              <a:ext cx="667385" cy="667385"/>
            </a:xfrm>
            <a:custGeom>
              <a:avLst/>
              <a:gdLst/>
              <a:ahLst/>
              <a:cxnLst/>
              <a:rect l="l" t="t" r="r" b="b"/>
              <a:pathLst>
                <a:path w="667384" h="667384">
                  <a:moveTo>
                    <a:pt x="356816" y="0"/>
                  </a:moveTo>
                  <a:lnTo>
                    <a:pt x="310180" y="0"/>
                  </a:lnTo>
                  <a:lnTo>
                    <a:pt x="263909" y="6473"/>
                  </a:lnTo>
                  <a:lnTo>
                    <a:pt x="218734" y="19421"/>
                  </a:lnTo>
                  <a:lnTo>
                    <a:pt x="175388" y="38842"/>
                  </a:lnTo>
                  <a:lnTo>
                    <a:pt x="134600" y="64738"/>
                  </a:lnTo>
                  <a:lnTo>
                    <a:pt x="97104" y="97107"/>
                  </a:lnTo>
                  <a:lnTo>
                    <a:pt x="64736" y="134602"/>
                  </a:lnTo>
                  <a:lnTo>
                    <a:pt x="38841" y="175388"/>
                  </a:lnTo>
                  <a:lnTo>
                    <a:pt x="19420" y="218734"/>
                  </a:lnTo>
                  <a:lnTo>
                    <a:pt x="6473" y="263908"/>
                  </a:lnTo>
                  <a:lnTo>
                    <a:pt x="0" y="310179"/>
                  </a:lnTo>
                  <a:lnTo>
                    <a:pt x="0" y="356816"/>
                  </a:lnTo>
                  <a:lnTo>
                    <a:pt x="6473" y="403087"/>
                  </a:lnTo>
                  <a:lnTo>
                    <a:pt x="19420" y="448261"/>
                  </a:lnTo>
                  <a:lnTo>
                    <a:pt x="38841" y="491606"/>
                  </a:lnTo>
                  <a:lnTo>
                    <a:pt x="64736" y="532392"/>
                  </a:lnTo>
                  <a:lnTo>
                    <a:pt x="97104" y="569887"/>
                  </a:lnTo>
                  <a:lnTo>
                    <a:pt x="134600" y="602256"/>
                  </a:lnTo>
                  <a:lnTo>
                    <a:pt x="175388" y="628151"/>
                  </a:lnTo>
                  <a:lnTo>
                    <a:pt x="218734" y="647573"/>
                  </a:lnTo>
                  <a:lnTo>
                    <a:pt x="263909" y="660520"/>
                  </a:lnTo>
                  <a:lnTo>
                    <a:pt x="310180" y="666994"/>
                  </a:lnTo>
                  <a:lnTo>
                    <a:pt x="356816" y="666994"/>
                  </a:lnTo>
                  <a:lnTo>
                    <a:pt x="403087" y="660520"/>
                  </a:lnTo>
                  <a:lnTo>
                    <a:pt x="448261" y="647573"/>
                  </a:lnTo>
                  <a:lnTo>
                    <a:pt x="491606" y="628151"/>
                  </a:lnTo>
                  <a:lnTo>
                    <a:pt x="532391" y="602256"/>
                  </a:lnTo>
                  <a:lnTo>
                    <a:pt x="569885" y="569887"/>
                  </a:lnTo>
                  <a:lnTo>
                    <a:pt x="602253" y="532392"/>
                  </a:lnTo>
                  <a:lnTo>
                    <a:pt x="628147" y="491606"/>
                  </a:lnTo>
                  <a:lnTo>
                    <a:pt x="647568" y="448261"/>
                  </a:lnTo>
                  <a:lnTo>
                    <a:pt x="660515" y="403087"/>
                  </a:lnTo>
                  <a:lnTo>
                    <a:pt x="666989" y="356816"/>
                  </a:lnTo>
                  <a:lnTo>
                    <a:pt x="666989" y="310179"/>
                  </a:lnTo>
                  <a:lnTo>
                    <a:pt x="660515" y="263908"/>
                  </a:lnTo>
                  <a:lnTo>
                    <a:pt x="647568" y="218734"/>
                  </a:lnTo>
                  <a:lnTo>
                    <a:pt x="628147" y="175388"/>
                  </a:lnTo>
                  <a:lnTo>
                    <a:pt x="602253" y="134602"/>
                  </a:lnTo>
                  <a:lnTo>
                    <a:pt x="569885" y="97107"/>
                  </a:lnTo>
                  <a:lnTo>
                    <a:pt x="532391" y="64738"/>
                  </a:lnTo>
                  <a:lnTo>
                    <a:pt x="491606" y="38842"/>
                  </a:lnTo>
                  <a:lnTo>
                    <a:pt x="448261" y="19421"/>
                  </a:lnTo>
                  <a:lnTo>
                    <a:pt x="403087" y="6473"/>
                  </a:lnTo>
                  <a:lnTo>
                    <a:pt x="356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5065365" y="6282583"/>
              <a:ext cx="667385" cy="667385"/>
            </a:xfrm>
            <a:custGeom>
              <a:avLst/>
              <a:gdLst/>
              <a:ahLst/>
              <a:cxnLst/>
              <a:rect l="l" t="t" r="r" b="b"/>
              <a:pathLst>
                <a:path w="667384" h="667384">
                  <a:moveTo>
                    <a:pt x="569887" y="97106"/>
                  </a:moveTo>
                  <a:lnTo>
                    <a:pt x="602256" y="134601"/>
                  </a:lnTo>
                  <a:lnTo>
                    <a:pt x="628151" y="175388"/>
                  </a:lnTo>
                  <a:lnTo>
                    <a:pt x="647572" y="218733"/>
                  </a:lnTo>
                  <a:lnTo>
                    <a:pt x="660520" y="263907"/>
                  </a:lnTo>
                  <a:lnTo>
                    <a:pt x="666994" y="310178"/>
                  </a:lnTo>
                  <a:lnTo>
                    <a:pt x="666994" y="356815"/>
                  </a:lnTo>
                  <a:lnTo>
                    <a:pt x="660520" y="403086"/>
                  </a:lnTo>
                  <a:lnTo>
                    <a:pt x="647572" y="448260"/>
                  </a:lnTo>
                  <a:lnTo>
                    <a:pt x="628151" y="491606"/>
                  </a:lnTo>
                  <a:lnTo>
                    <a:pt x="602256" y="532392"/>
                  </a:lnTo>
                  <a:lnTo>
                    <a:pt x="569887" y="569887"/>
                  </a:lnTo>
                  <a:lnTo>
                    <a:pt x="532392" y="602256"/>
                  </a:lnTo>
                  <a:lnTo>
                    <a:pt x="491606" y="628151"/>
                  </a:lnTo>
                  <a:lnTo>
                    <a:pt x="448260" y="647572"/>
                  </a:lnTo>
                  <a:lnTo>
                    <a:pt x="403086" y="660520"/>
                  </a:lnTo>
                  <a:lnTo>
                    <a:pt x="356815" y="666994"/>
                  </a:lnTo>
                  <a:lnTo>
                    <a:pt x="310178" y="666994"/>
                  </a:lnTo>
                  <a:lnTo>
                    <a:pt x="263907" y="660520"/>
                  </a:lnTo>
                  <a:lnTo>
                    <a:pt x="218733" y="647572"/>
                  </a:lnTo>
                  <a:lnTo>
                    <a:pt x="175388" y="628151"/>
                  </a:lnTo>
                  <a:lnTo>
                    <a:pt x="134601" y="602256"/>
                  </a:lnTo>
                  <a:lnTo>
                    <a:pt x="97106" y="569887"/>
                  </a:lnTo>
                  <a:lnTo>
                    <a:pt x="64737" y="532392"/>
                  </a:lnTo>
                  <a:lnTo>
                    <a:pt x="38842" y="491606"/>
                  </a:lnTo>
                  <a:lnTo>
                    <a:pt x="19421" y="448260"/>
                  </a:lnTo>
                  <a:lnTo>
                    <a:pt x="6473" y="403086"/>
                  </a:lnTo>
                  <a:lnTo>
                    <a:pt x="0" y="356815"/>
                  </a:lnTo>
                  <a:lnTo>
                    <a:pt x="0" y="310178"/>
                  </a:lnTo>
                  <a:lnTo>
                    <a:pt x="6473" y="263907"/>
                  </a:lnTo>
                  <a:lnTo>
                    <a:pt x="19421" y="218733"/>
                  </a:lnTo>
                  <a:lnTo>
                    <a:pt x="38842" y="175388"/>
                  </a:lnTo>
                  <a:lnTo>
                    <a:pt x="64737" y="134601"/>
                  </a:lnTo>
                  <a:lnTo>
                    <a:pt x="97106" y="97106"/>
                  </a:lnTo>
                  <a:lnTo>
                    <a:pt x="134601" y="64737"/>
                  </a:lnTo>
                  <a:lnTo>
                    <a:pt x="175388" y="38842"/>
                  </a:lnTo>
                  <a:lnTo>
                    <a:pt x="218733" y="19421"/>
                  </a:lnTo>
                  <a:lnTo>
                    <a:pt x="263907" y="6473"/>
                  </a:lnTo>
                  <a:lnTo>
                    <a:pt x="310178" y="0"/>
                  </a:lnTo>
                  <a:lnTo>
                    <a:pt x="356815" y="0"/>
                  </a:lnTo>
                  <a:lnTo>
                    <a:pt x="403086" y="6473"/>
                  </a:lnTo>
                  <a:lnTo>
                    <a:pt x="448260" y="19421"/>
                  </a:lnTo>
                  <a:lnTo>
                    <a:pt x="491606" y="38842"/>
                  </a:lnTo>
                  <a:lnTo>
                    <a:pt x="532392" y="64737"/>
                  </a:lnTo>
                  <a:lnTo>
                    <a:pt x="569887" y="97106"/>
                  </a:lnTo>
                  <a:close/>
                </a:path>
              </a:pathLst>
            </a:custGeom>
            <a:ln w="20941">
              <a:solidFill>
                <a:srgbClr val="2A90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5247099" y="6357880"/>
              <a:ext cx="298450" cy="509270"/>
            </a:xfrm>
            <a:custGeom>
              <a:avLst/>
              <a:gdLst/>
              <a:ahLst/>
              <a:cxnLst/>
              <a:rect l="l" t="t" r="r" b="b"/>
              <a:pathLst>
                <a:path w="298450" h="509270">
                  <a:moveTo>
                    <a:pt x="93497" y="196507"/>
                  </a:moveTo>
                  <a:lnTo>
                    <a:pt x="88480" y="190093"/>
                  </a:lnTo>
                  <a:lnTo>
                    <a:pt x="76098" y="190093"/>
                  </a:lnTo>
                  <a:lnTo>
                    <a:pt x="71094" y="196507"/>
                  </a:lnTo>
                  <a:lnTo>
                    <a:pt x="71094" y="212344"/>
                  </a:lnTo>
                  <a:lnTo>
                    <a:pt x="76098" y="218757"/>
                  </a:lnTo>
                  <a:lnTo>
                    <a:pt x="88480" y="218757"/>
                  </a:lnTo>
                  <a:lnTo>
                    <a:pt x="93497" y="212344"/>
                  </a:lnTo>
                  <a:lnTo>
                    <a:pt x="93497" y="196507"/>
                  </a:lnTo>
                  <a:close/>
                </a:path>
                <a:path w="298450" h="509270">
                  <a:moveTo>
                    <a:pt x="155219" y="224104"/>
                  </a:moveTo>
                  <a:lnTo>
                    <a:pt x="152501" y="221373"/>
                  </a:lnTo>
                  <a:lnTo>
                    <a:pt x="145796" y="221373"/>
                  </a:lnTo>
                  <a:lnTo>
                    <a:pt x="143078" y="224104"/>
                  </a:lnTo>
                  <a:lnTo>
                    <a:pt x="143078" y="248602"/>
                  </a:lnTo>
                  <a:lnTo>
                    <a:pt x="145796" y="251333"/>
                  </a:lnTo>
                  <a:lnTo>
                    <a:pt x="152501" y="251333"/>
                  </a:lnTo>
                  <a:lnTo>
                    <a:pt x="155219" y="248602"/>
                  </a:lnTo>
                  <a:lnTo>
                    <a:pt x="155219" y="224104"/>
                  </a:lnTo>
                  <a:close/>
                </a:path>
                <a:path w="298450" h="509270">
                  <a:moveTo>
                    <a:pt x="182181" y="279742"/>
                  </a:moveTo>
                  <a:lnTo>
                    <a:pt x="170040" y="279742"/>
                  </a:lnTo>
                  <a:lnTo>
                    <a:pt x="168389" y="286677"/>
                  </a:lnTo>
                  <a:lnTo>
                    <a:pt x="163906" y="292354"/>
                  </a:lnTo>
                  <a:lnTo>
                    <a:pt x="157264" y="296189"/>
                  </a:lnTo>
                  <a:lnTo>
                    <a:pt x="149148" y="297586"/>
                  </a:lnTo>
                  <a:lnTo>
                    <a:pt x="141020" y="296189"/>
                  </a:lnTo>
                  <a:lnTo>
                    <a:pt x="134391" y="292354"/>
                  </a:lnTo>
                  <a:lnTo>
                    <a:pt x="129908" y="286677"/>
                  </a:lnTo>
                  <a:lnTo>
                    <a:pt x="128270" y="279742"/>
                  </a:lnTo>
                  <a:lnTo>
                    <a:pt x="116128" y="279742"/>
                  </a:lnTo>
                  <a:lnTo>
                    <a:pt x="118719" y="291439"/>
                  </a:lnTo>
                  <a:lnTo>
                    <a:pt x="125806" y="300990"/>
                  </a:lnTo>
                  <a:lnTo>
                    <a:pt x="136309" y="307441"/>
                  </a:lnTo>
                  <a:lnTo>
                    <a:pt x="149148" y="309803"/>
                  </a:lnTo>
                  <a:lnTo>
                    <a:pt x="161988" y="307441"/>
                  </a:lnTo>
                  <a:lnTo>
                    <a:pt x="172491" y="300990"/>
                  </a:lnTo>
                  <a:lnTo>
                    <a:pt x="175018" y="297586"/>
                  </a:lnTo>
                  <a:lnTo>
                    <a:pt x="179578" y="291439"/>
                  </a:lnTo>
                  <a:lnTo>
                    <a:pt x="182181" y="279742"/>
                  </a:lnTo>
                  <a:close/>
                </a:path>
                <a:path w="298450" h="509270">
                  <a:moveTo>
                    <a:pt x="227203" y="196507"/>
                  </a:moveTo>
                  <a:lnTo>
                    <a:pt x="222186" y="190093"/>
                  </a:lnTo>
                  <a:lnTo>
                    <a:pt x="209816" y="190093"/>
                  </a:lnTo>
                  <a:lnTo>
                    <a:pt x="204800" y="196507"/>
                  </a:lnTo>
                  <a:lnTo>
                    <a:pt x="204800" y="212344"/>
                  </a:lnTo>
                  <a:lnTo>
                    <a:pt x="209816" y="218757"/>
                  </a:lnTo>
                  <a:lnTo>
                    <a:pt x="222186" y="218757"/>
                  </a:lnTo>
                  <a:lnTo>
                    <a:pt x="227203" y="212344"/>
                  </a:lnTo>
                  <a:lnTo>
                    <a:pt x="227203" y="196507"/>
                  </a:lnTo>
                  <a:close/>
                </a:path>
                <a:path w="298450" h="509270">
                  <a:moveTo>
                    <a:pt x="298272" y="449046"/>
                  </a:moveTo>
                  <a:lnTo>
                    <a:pt x="288429" y="414629"/>
                  </a:lnTo>
                  <a:lnTo>
                    <a:pt x="263728" y="385191"/>
                  </a:lnTo>
                  <a:lnTo>
                    <a:pt x="231432" y="362038"/>
                  </a:lnTo>
                  <a:lnTo>
                    <a:pt x="226009" y="359460"/>
                  </a:lnTo>
                  <a:lnTo>
                    <a:pt x="198805" y="346519"/>
                  </a:lnTo>
                  <a:lnTo>
                    <a:pt x="198805" y="344182"/>
                  </a:lnTo>
                  <a:lnTo>
                    <a:pt x="198805" y="339598"/>
                  </a:lnTo>
                  <a:lnTo>
                    <a:pt x="201701" y="337718"/>
                  </a:lnTo>
                  <a:lnTo>
                    <a:pt x="231698" y="318249"/>
                  </a:lnTo>
                  <a:lnTo>
                    <a:pt x="257111" y="287172"/>
                  </a:lnTo>
                  <a:lnTo>
                    <a:pt x="273507" y="248107"/>
                  </a:lnTo>
                  <a:lnTo>
                    <a:pt x="279311" y="202793"/>
                  </a:lnTo>
                  <a:lnTo>
                    <a:pt x="279158" y="196291"/>
                  </a:lnTo>
                  <a:lnTo>
                    <a:pt x="279133" y="194767"/>
                  </a:lnTo>
                  <a:lnTo>
                    <a:pt x="278587" y="186855"/>
                  </a:lnTo>
                  <a:lnTo>
                    <a:pt x="277723" y="179057"/>
                  </a:lnTo>
                  <a:lnTo>
                    <a:pt x="277431" y="177241"/>
                  </a:lnTo>
                  <a:lnTo>
                    <a:pt x="276529" y="171386"/>
                  </a:lnTo>
                  <a:lnTo>
                    <a:pt x="282054" y="165036"/>
                  </a:lnTo>
                  <a:lnTo>
                    <a:pt x="293306" y="152120"/>
                  </a:lnTo>
                  <a:lnTo>
                    <a:pt x="293839" y="150647"/>
                  </a:lnTo>
                  <a:lnTo>
                    <a:pt x="293522" y="131127"/>
                  </a:lnTo>
                  <a:lnTo>
                    <a:pt x="293420" y="124929"/>
                  </a:lnTo>
                  <a:lnTo>
                    <a:pt x="293370" y="121589"/>
                  </a:lnTo>
                  <a:lnTo>
                    <a:pt x="290677" y="118922"/>
                  </a:lnTo>
                  <a:lnTo>
                    <a:pt x="281635" y="118922"/>
                  </a:lnTo>
                  <a:lnTo>
                    <a:pt x="281635" y="146977"/>
                  </a:lnTo>
                  <a:lnTo>
                    <a:pt x="267169" y="163614"/>
                  </a:lnTo>
                  <a:lnTo>
                    <a:pt x="267169" y="202793"/>
                  </a:lnTo>
                  <a:lnTo>
                    <a:pt x="258191" y="256324"/>
                  </a:lnTo>
                  <a:lnTo>
                    <a:pt x="233387" y="299110"/>
                  </a:lnTo>
                  <a:lnTo>
                    <a:pt x="195973" y="327456"/>
                  </a:lnTo>
                  <a:lnTo>
                    <a:pt x="186664" y="329501"/>
                  </a:lnTo>
                  <a:lnTo>
                    <a:pt x="186664" y="344182"/>
                  </a:lnTo>
                  <a:lnTo>
                    <a:pt x="186664" y="354558"/>
                  </a:lnTo>
                  <a:lnTo>
                    <a:pt x="166408" y="375843"/>
                  </a:lnTo>
                  <a:lnTo>
                    <a:pt x="132626" y="375843"/>
                  </a:lnTo>
                  <a:lnTo>
                    <a:pt x="116509" y="359460"/>
                  </a:lnTo>
                  <a:lnTo>
                    <a:pt x="111683" y="354558"/>
                  </a:lnTo>
                  <a:lnTo>
                    <a:pt x="111633" y="344182"/>
                  </a:lnTo>
                  <a:lnTo>
                    <a:pt x="120624" y="346659"/>
                  </a:lnTo>
                  <a:lnTo>
                    <a:pt x="129882" y="348462"/>
                  </a:lnTo>
                  <a:lnTo>
                    <a:pt x="139395" y="349567"/>
                  </a:lnTo>
                  <a:lnTo>
                    <a:pt x="149148" y="349935"/>
                  </a:lnTo>
                  <a:lnTo>
                    <a:pt x="158902" y="349567"/>
                  </a:lnTo>
                  <a:lnTo>
                    <a:pt x="168414" y="348462"/>
                  </a:lnTo>
                  <a:lnTo>
                    <a:pt x="177673" y="346659"/>
                  </a:lnTo>
                  <a:lnTo>
                    <a:pt x="186664" y="344182"/>
                  </a:lnTo>
                  <a:lnTo>
                    <a:pt x="186664" y="329501"/>
                  </a:lnTo>
                  <a:lnTo>
                    <a:pt x="149148" y="337718"/>
                  </a:lnTo>
                  <a:lnTo>
                    <a:pt x="102323" y="327456"/>
                  </a:lnTo>
                  <a:lnTo>
                    <a:pt x="64922" y="299110"/>
                  </a:lnTo>
                  <a:lnTo>
                    <a:pt x="40119" y="256324"/>
                  </a:lnTo>
                  <a:lnTo>
                    <a:pt x="31140" y="202793"/>
                  </a:lnTo>
                  <a:lnTo>
                    <a:pt x="31267" y="196291"/>
                  </a:lnTo>
                  <a:lnTo>
                    <a:pt x="31648" y="189852"/>
                  </a:lnTo>
                  <a:lnTo>
                    <a:pt x="32270" y="183502"/>
                  </a:lnTo>
                  <a:lnTo>
                    <a:pt x="33108" y="177241"/>
                  </a:lnTo>
                  <a:lnTo>
                    <a:pt x="265188" y="177241"/>
                  </a:lnTo>
                  <a:lnTo>
                    <a:pt x="267169" y="202793"/>
                  </a:lnTo>
                  <a:lnTo>
                    <a:pt x="267169" y="163614"/>
                  </a:lnTo>
                  <a:lnTo>
                    <a:pt x="265925" y="165036"/>
                  </a:lnTo>
                  <a:lnTo>
                    <a:pt x="32372" y="165036"/>
                  </a:lnTo>
                  <a:lnTo>
                    <a:pt x="16662" y="146977"/>
                  </a:lnTo>
                  <a:lnTo>
                    <a:pt x="16916" y="131127"/>
                  </a:lnTo>
                  <a:lnTo>
                    <a:pt x="281381" y="131127"/>
                  </a:lnTo>
                  <a:lnTo>
                    <a:pt x="281635" y="146977"/>
                  </a:lnTo>
                  <a:lnTo>
                    <a:pt x="281635" y="118922"/>
                  </a:lnTo>
                  <a:lnTo>
                    <a:pt x="280936" y="118922"/>
                  </a:lnTo>
                  <a:lnTo>
                    <a:pt x="268706" y="78193"/>
                  </a:lnTo>
                  <a:lnTo>
                    <a:pt x="268706" y="118922"/>
                  </a:lnTo>
                  <a:lnTo>
                    <a:pt x="29591" y="118922"/>
                  </a:lnTo>
                  <a:lnTo>
                    <a:pt x="40119" y="81965"/>
                  </a:lnTo>
                  <a:lnTo>
                    <a:pt x="61048" y="50876"/>
                  </a:lnTo>
                  <a:lnTo>
                    <a:pt x="90309" y="27698"/>
                  </a:lnTo>
                  <a:lnTo>
                    <a:pt x="125869" y="14490"/>
                  </a:lnTo>
                  <a:lnTo>
                    <a:pt x="125869" y="73291"/>
                  </a:lnTo>
                  <a:lnTo>
                    <a:pt x="138023" y="73291"/>
                  </a:lnTo>
                  <a:lnTo>
                    <a:pt x="138023" y="14490"/>
                  </a:lnTo>
                  <a:lnTo>
                    <a:pt x="138023" y="12750"/>
                  </a:lnTo>
                  <a:lnTo>
                    <a:pt x="141681" y="12407"/>
                  </a:lnTo>
                  <a:lnTo>
                    <a:pt x="145389" y="12217"/>
                  </a:lnTo>
                  <a:lnTo>
                    <a:pt x="152908" y="12217"/>
                  </a:lnTo>
                  <a:lnTo>
                    <a:pt x="156616" y="12407"/>
                  </a:lnTo>
                  <a:lnTo>
                    <a:pt x="160274" y="12750"/>
                  </a:lnTo>
                  <a:lnTo>
                    <a:pt x="160274" y="73291"/>
                  </a:lnTo>
                  <a:lnTo>
                    <a:pt x="172427" y="73291"/>
                  </a:lnTo>
                  <a:lnTo>
                    <a:pt x="172427" y="14490"/>
                  </a:lnTo>
                  <a:lnTo>
                    <a:pt x="207987" y="27698"/>
                  </a:lnTo>
                  <a:lnTo>
                    <a:pt x="237261" y="50876"/>
                  </a:lnTo>
                  <a:lnTo>
                    <a:pt x="258178" y="81965"/>
                  </a:lnTo>
                  <a:lnTo>
                    <a:pt x="268706" y="118922"/>
                  </a:lnTo>
                  <a:lnTo>
                    <a:pt x="268706" y="78193"/>
                  </a:lnTo>
                  <a:lnTo>
                    <a:pt x="266903" y="72174"/>
                  </a:lnTo>
                  <a:lnTo>
                    <a:pt x="237947" y="34429"/>
                  </a:lnTo>
                  <a:lnTo>
                    <a:pt x="206006" y="14490"/>
                  </a:lnTo>
                  <a:lnTo>
                    <a:pt x="202374" y="12217"/>
                  </a:lnTo>
                  <a:lnTo>
                    <a:pt x="197523" y="9194"/>
                  </a:lnTo>
                  <a:lnTo>
                    <a:pt x="149148" y="0"/>
                  </a:lnTo>
                  <a:lnTo>
                    <a:pt x="100774" y="9194"/>
                  </a:lnTo>
                  <a:lnTo>
                    <a:pt x="60350" y="34429"/>
                  </a:lnTo>
                  <a:lnTo>
                    <a:pt x="31381" y="72174"/>
                  </a:lnTo>
                  <a:lnTo>
                    <a:pt x="17360" y="118922"/>
                  </a:lnTo>
                  <a:lnTo>
                    <a:pt x="7607" y="118922"/>
                  </a:lnTo>
                  <a:lnTo>
                    <a:pt x="4914" y="121589"/>
                  </a:lnTo>
                  <a:lnTo>
                    <a:pt x="4508" y="146977"/>
                  </a:lnTo>
                  <a:lnTo>
                    <a:pt x="4457" y="150647"/>
                  </a:lnTo>
                  <a:lnTo>
                    <a:pt x="4991" y="152120"/>
                  </a:lnTo>
                  <a:lnTo>
                    <a:pt x="21755" y="171386"/>
                  </a:lnTo>
                  <a:lnTo>
                    <a:pt x="20574" y="179057"/>
                  </a:lnTo>
                  <a:lnTo>
                    <a:pt x="19710" y="186855"/>
                  </a:lnTo>
                  <a:lnTo>
                    <a:pt x="19164" y="194767"/>
                  </a:lnTo>
                  <a:lnTo>
                    <a:pt x="18986" y="202793"/>
                  </a:lnTo>
                  <a:lnTo>
                    <a:pt x="24790" y="248107"/>
                  </a:lnTo>
                  <a:lnTo>
                    <a:pt x="41186" y="287172"/>
                  </a:lnTo>
                  <a:lnTo>
                    <a:pt x="66598" y="318249"/>
                  </a:lnTo>
                  <a:lnTo>
                    <a:pt x="99479" y="339598"/>
                  </a:lnTo>
                  <a:lnTo>
                    <a:pt x="99466" y="346519"/>
                  </a:lnTo>
                  <a:lnTo>
                    <a:pt x="66840" y="362038"/>
                  </a:lnTo>
                  <a:lnTo>
                    <a:pt x="34544" y="385191"/>
                  </a:lnTo>
                  <a:lnTo>
                    <a:pt x="9855" y="414629"/>
                  </a:lnTo>
                  <a:lnTo>
                    <a:pt x="0" y="449046"/>
                  </a:lnTo>
                  <a:lnTo>
                    <a:pt x="0" y="507060"/>
                  </a:lnTo>
                  <a:lnTo>
                    <a:pt x="12141" y="507060"/>
                  </a:lnTo>
                  <a:lnTo>
                    <a:pt x="12141" y="449046"/>
                  </a:lnTo>
                  <a:lnTo>
                    <a:pt x="20650" y="420408"/>
                  </a:lnTo>
                  <a:lnTo>
                    <a:pt x="42087" y="394906"/>
                  </a:lnTo>
                  <a:lnTo>
                    <a:pt x="70396" y="374065"/>
                  </a:lnTo>
                  <a:lnTo>
                    <a:pt x="99352" y="359460"/>
                  </a:lnTo>
                  <a:lnTo>
                    <a:pt x="99529" y="359460"/>
                  </a:lnTo>
                  <a:lnTo>
                    <a:pt x="123228" y="383679"/>
                  </a:lnTo>
                  <a:lnTo>
                    <a:pt x="106984" y="411975"/>
                  </a:lnTo>
                  <a:lnTo>
                    <a:pt x="106984" y="414312"/>
                  </a:lnTo>
                  <a:lnTo>
                    <a:pt x="125971" y="447395"/>
                  </a:lnTo>
                  <a:lnTo>
                    <a:pt x="126085" y="447548"/>
                  </a:lnTo>
                  <a:lnTo>
                    <a:pt x="106908" y="504837"/>
                  </a:lnTo>
                  <a:lnTo>
                    <a:pt x="107188" y="504837"/>
                  </a:lnTo>
                  <a:lnTo>
                    <a:pt x="118452" y="508647"/>
                  </a:lnTo>
                  <a:lnTo>
                    <a:pt x="137947" y="450443"/>
                  </a:lnTo>
                  <a:lnTo>
                    <a:pt x="161290" y="450443"/>
                  </a:lnTo>
                  <a:lnTo>
                    <a:pt x="179781" y="508571"/>
                  </a:lnTo>
                  <a:lnTo>
                    <a:pt x="191363" y="504837"/>
                  </a:lnTo>
                  <a:lnTo>
                    <a:pt x="174053" y="450443"/>
                  </a:lnTo>
                  <a:lnTo>
                    <a:pt x="172796" y="446532"/>
                  </a:lnTo>
                  <a:lnTo>
                    <a:pt x="177571" y="438226"/>
                  </a:lnTo>
                  <a:lnTo>
                    <a:pt x="191300" y="414312"/>
                  </a:lnTo>
                  <a:lnTo>
                    <a:pt x="191300" y="411975"/>
                  </a:lnTo>
                  <a:lnTo>
                    <a:pt x="177939" y="388708"/>
                  </a:lnTo>
                  <a:lnTo>
                    <a:pt x="177939" y="413143"/>
                  </a:lnTo>
                  <a:lnTo>
                    <a:pt x="163550" y="438226"/>
                  </a:lnTo>
                  <a:lnTo>
                    <a:pt x="134747" y="438226"/>
                  </a:lnTo>
                  <a:lnTo>
                    <a:pt x="120345" y="413143"/>
                  </a:lnTo>
                  <a:lnTo>
                    <a:pt x="134747" y="388061"/>
                  </a:lnTo>
                  <a:lnTo>
                    <a:pt x="163550" y="388061"/>
                  </a:lnTo>
                  <a:lnTo>
                    <a:pt x="177939" y="413143"/>
                  </a:lnTo>
                  <a:lnTo>
                    <a:pt x="177939" y="388708"/>
                  </a:lnTo>
                  <a:lnTo>
                    <a:pt x="177571" y="388061"/>
                  </a:lnTo>
                  <a:lnTo>
                    <a:pt x="175310" y="384136"/>
                  </a:lnTo>
                  <a:lnTo>
                    <a:pt x="183210" y="375843"/>
                  </a:lnTo>
                  <a:lnTo>
                    <a:pt x="198805" y="359460"/>
                  </a:lnTo>
                  <a:lnTo>
                    <a:pt x="227876" y="374065"/>
                  </a:lnTo>
                  <a:lnTo>
                    <a:pt x="256184" y="394906"/>
                  </a:lnTo>
                  <a:lnTo>
                    <a:pt x="277634" y="420408"/>
                  </a:lnTo>
                  <a:lnTo>
                    <a:pt x="286131" y="449046"/>
                  </a:lnTo>
                  <a:lnTo>
                    <a:pt x="286131" y="507060"/>
                  </a:lnTo>
                  <a:lnTo>
                    <a:pt x="298272" y="507060"/>
                  </a:lnTo>
                  <a:lnTo>
                    <a:pt x="298272" y="449046"/>
                  </a:lnTo>
                  <a:close/>
                </a:path>
              </a:pathLst>
            </a:custGeom>
            <a:solidFill>
              <a:srgbClr val="5858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7374614" y="5654330"/>
              <a:ext cx="667385" cy="667385"/>
            </a:xfrm>
            <a:custGeom>
              <a:avLst/>
              <a:gdLst/>
              <a:ahLst/>
              <a:cxnLst/>
              <a:rect l="l" t="t" r="r" b="b"/>
              <a:pathLst>
                <a:path w="667384" h="667385">
                  <a:moveTo>
                    <a:pt x="356813" y="0"/>
                  </a:moveTo>
                  <a:lnTo>
                    <a:pt x="310176" y="0"/>
                  </a:lnTo>
                  <a:lnTo>
                    <a:pt x="263904" y="6473"/>
                  </a:lnTo>
                  <a:lnTo>
                    <a:pt x="218730" y="19421"/>
                  </a:lnTo>
                  <a:lnTo>
                    <a:pt x="175384" y="38842"/>
                  </a:lnTo>
                  <a:lnTo>
                    <a:pt x="134598" y="64738"/>
                  </a:lnTo>
                  <a:lnTo>
                    <a:pt x="97104" y="97107"/>
                  </a:lnTo>
                  <a:lnTo>
                    <a:pt x="64736" y="134602"/>
                  </a:lnTo>
                  <a:lnTo>
                    <a:pt x="38841" y="175388"/>
                  </a:lnTo>
                  <a:lnTo>
                    <a:pt x="19420" y="218734"/>
                  </a:lnTo>
                  <a:lnTo>
                    <a:pt x="6473" y="263908"/>
                  </a:lnTo>
                  <a:lnTo>
                    <a:pt x="0" y="310179"/>
                  </a:lnTo>
                  <a:lnTo>
                    <a:pt x="0" y="356816"/>
                  </a:lnTo>
                  <a:lnTo>
                    <a:pt x="6473" y="403087"/>
                  </a:lnTo>
                  <a:lnTo>
                    <a:pt x="19420" y="448261"/>
                  </a:lnTo>
                  <a:lnTo>
                    <a:pt x="38841" y="491606"/>
                  </a:lnTo>
                  <a:lnTo>
                    <a:pt x="64736" y="532392"/>
                  </a:lnTo>
                  <a:lnTo>
                    <a:pt x="97104" y="569887"/>
                  </a:lnTo>
                  <a:lnTo>
                    <a:pt x="134598" y="602256"/>
                  </a:lnTo>
                  <a:lnTo>
                    <a:pt x="175384" y="628151"/>
                  </a:lnTo>
                  <a:lnTo>
                    <a:pt x="218730" y="647573"/>
                  </a:lnTo>
                  <a:lnTo>
                    <a:pt x="263904" y="660520"/>
                  </a:lnTo>
                  <a:lnTo>
                    <a:pt x="310176" y="666994"/>
                  </a:lnTo>
                  <a:lnTo>
                    <a:pt x="356813" y="666994"/>
                  </a:lnTo>
                  <a:lnTo>
                    <a:pt x="403085" y="660520"/>
                  </a:lnTo>
                  <a:lnTo>
                    <a:pt x="448259" y="647573"/>
                  </a:lnTo>
                  <a:lnTo>
                    <a:pt x="491605" y="628151"/>
                  </a:lnTo>
                  <a:lnTo>
                    <a:pt x="532391" y="602256"/>
                  </a:lnTo>
                  <a:lnTo>
                    <a:pt x="569885" y="569887"/>
                  </a:lnTo>
                  <a:lnTo>
                    <a:pt x="602253" y="532392"/>
                  </a:lnTo>
                  <a:lnTo>
                    <a:pt x="628147" y="491606"/>
                  </a:lnTo>
                  <a:lnTo>
                    <a:pt x="647568" y="448261"/>
                  </a:lnTo>
                  <a:lnTo>
                    <a:pt x="660515" y="403087"/>
                  </a:lnTo>
                  <a:lnTo>
                    <a:pt x="666989" y="356816"/>
                  </a:lnTo>
                  <a:lnTo>
                    <a:pt x="666989" y="310179"/>
                  </a:lnTo>
                  <a:lnTo>
                    <a:pt x="660515" y="263908"/>
                  </a:lnTo>
                  <a:lnTo>
                    <a:pt x="647568" y="218734"/>
                  </a:lnTo>
                  <a:lnTo>
                    <a:pt x="628147" y="175388"/>
                  </a:lnTo>
                  <a:lnTo>
                    <a:pt x="602253" y="134602"/>
                  </a:lnTo>
                  <a:lnTo>
                    <a:pt x="569885" y="97107"/>
                  </a:lnTo>
                  <a:lnTo>
                    <a:pt x="532391" y="64738"/>
                  </a:lnTo>
                  <a:lnTo>
                    <a:pt x="491605" y="38842"/>
                  </a:lnTo>
                  <a:lnTo>
                    <a:pt x="448259" y="19421"/>
                  </a:lnTo>
                  <a:lnTo>
                    <a:pt x="403085" y="6473"/>
                  </a:lnTo>
                  <a:lnTo>
                    <a:pt x="3568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7374615" y="5654330"/>
              <a:ext cx="667385" cy="667385"/>
            </a:xfrm>
            <a:custGeom>
              <a:avLst/>
              <a:gdLst/>
              <a:ahLst/>
              <a:cxnLst/>
              <a:rect l="l" t="t" r="r" b="b"/>
              <a:pathLst>
                <a:path w="667384" h="667385">
                  <a:moveTo>
                    <a:pt x="569887" y="97106"/>
                  </a:moveTo>
                  <a:lnTo>
                    <a:pt x="602256" y="134601"/>
                  </a:lnTo>
                  <a:lnTo>
                    <a:pt x="628151" y="175388"/>
                  </a:lnTo>
                  <a:lnTo>
                    <a:pt x="647572" y="218733"/>
                  </a:lnTo>
                  <a:lnTo>
                    <a:pt x="660520" y="263907"/>
                  </a:lnTo>
                  <a:lnTo>
                    <a:pt x="666994" y="310178"/>
                  </a:lnTo>
                  <a:lnTo>
                    <a:pt x="666994" y="356815"/>
                  </a:lnTo>
                  <a:lnTo>
                    <a:pt x="660520" y="403086"/>
                  </a:lnTo>
                  <a:lnTo>
                    <a:pt x="647572" y="448260"/>
                  </a:lnTo>
                  <a:lnTo>
                    <a:pt x="628151" y="491606"/>
                  </a:lnTo>
                  <a:lnTo>
                    <a:pt x="602256" y="532392"/>
                  </a:lnTo>
                  <a:lnTo>
                    <a:pt x="569887" y="569887"/>
                  </a:lnTo>
                  <a:lnTo>
                    <a:pt x="532392" y="602256"/>
                  </a:lnTo>
                  <a:lnTo>
                    <a:pt x="491606" y="628151"/>
                  </a:lnTo>
                  <a:lnTo>
                    <a:pt x="448260" y="647572"/>
                  </a:lnTo>
                  <a:lnTo>
                    <a:pt x="403086" y="660520"/>
                  </a:lnTo>
                  <a:lnTo>
                    <a:pt x="356815" y="666994"/>
                  </a:lnTo>
                  <a:lnTo>
                    <a:pt x="310178" y="666994"/>
                  </a:lnTo>
                  <a:lnTo>
                    <a:pt x="263907" y="660520"/>
                  </a:lnTo>
                  <a:lnTo>
                    <a:pt x="218733" y="647572"/>
                  </a:lnTo>
                  <a:lnTo>
                    <a:pt x="175388" y="628151"/>
                  </a:lnTo>
                  <a:lnTo>
                    <a:pt x="134601" y="602256"/>
                  </a:lnTo>
                  <a:lnTo>
                    <a:pt x="97106" y="569887"/>
                  </a:lnTo>
                  <a:lnTo>
                    <a:pt x="64737" y="532392"/>
                  </a:lnTo>
                  <a:lnTo>
                    <a:pt x="38842" y="491606"/>
                  </a:lnTo>
                  <a:lnTo>
                    <a:pt x="19421" y="448260"/>
                  </a:lnTo>
                  <a:lnTo>
                    <a:pt x="6473" y="403086"/>
                  </a:lnTo>
                  <a:lnTo>
                    <a:pt x="0" y="356815"/>
                  </a:lnTo>
                  <a:lnTo>
                    <a:pt x="0" y="310178"/>
                  </a:lnTo>
                  <a:lnTo>
                    <a:pt x="6473" y="263907"/>
                  </a:lnTo>
                  <a:lnTo>
                    <a:pt x="19421" y="218733"/>
                  </a:lnTo>
                  <a:lnTo>
                    <a:pt x="38842" y="175388"/>
                  </a:lnTo>
                  <a:lnTo>
                    <a:pt x="64737" y="134601"/>
                  </a:lnTo>
                  <a:lnTo>
                    <a:pt x="97106" y="97106"/>
                  </a:lnTo>
                  <a:lnTo>
                    <a:pt x="134601" y="64737"/>
                  </a:lnTo>
                  <a:lnTo>
                    <a:pt x="175388" y="38842"/>
                  </a:lnTo>
                  <a:lnTo>
                    <a:pt x="218733" y="19421"/>
                  </a:lnTo>
                  <a:lnTo>
                    <a:pt x="263907" y="6473"/>
                  </a:lnTo>
                  <a:lnTo>
                    <a:pt x="310178" y="0"/>
                  </a:lnTo>
                  <a:lnTo>
                    <a:pt x="356815" y="0"/>
                  </a:lnTo>
                  <a:lnTo>
                    <a:pt x="403086" y="6473"/>
                  </a:lnTo>
                  <a:lnTo>
                    <a:pt x="448260" y="19421"/>
                  </a:lnTo>
                  <a:lnTo>
                    <a:pt x="491606" y="38842"/>
                  </a:lnTo>
                  <a:lnTo>
                    <a:pt x="532392" y="64737"/>
                  </a:lnTo>
                  <a:lnTo>
                    <a:pt x="569887" y="97106"/>
                  </a:lnTo>
                  <a:close/>
                </a:path>
              </a:pathLst>
            </a:custGeom>
            <a:ln w="20941">
              <a:solidFill>
                <a:srgbClr val="2A90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7528261" y="5731935"/>
              <a:ext cx="356235" cy="508634"/>
            </a:xfrm>
            <a:custGeom>
              <a:avLst/>
              <a:gdLst/>
              <a:ahLst/>
              <a:cxnLst/>
              <a:rect l="l" t="t" r="r" b="b"/>
              <a:pathLst>
                <a:path w="356234" h="508635">
                  <a:moveTo>
                    <a:pt x="195376" y="467741"/>
                  </a:moveTo>
                  <a:lnTo>
                    <a:pt x="160629" y="467741"/>
                  </a:lnTo>
                  <a:lnTo>
                    <a:pt x="160629" y="481012"/>
                  </a:lnTo>
                  <a:lnTo>
                    <a:pt x="195376" y="481012"/>
                  </a:lnTo>
                  <a:lnTo>
                    <a:pt x="195376" y="467741"/>
                  </a:lnTo>
                  <a:close/>
                </a:path>
                <a:path w="356234" h="508635">
                  <a:moveTo>
                    <a:pt x="213423" y="248386"/>
                  </a:moveTo>
                  <a:lnTo>
                    <a:pt x="200393" y="248386"/>
                  </a:lnTo>
                  <a:lnTo>
                    <a:pt x="198640" y="255930"/>
                  </a:lnTo>
                  <a:lnTo>
                    <a:pt x="193827" y="262089"/>
                  </a:lnTo>
                  <a:lnTo>
                    <a:pt x="186702" y="266242"/>
                  </a:lnTo>
                  <a:lnTo>
                    <a:pt x="178003" y="267766"/>
                  </a:lnTo>
                  <a:lnTo>
                    <a:pt x="169303" y="266242"/>
                  </a:lnTo>
                  <a:lnTo>
                    <a:pt x="162179" y="262089"/>
                  </a:lnTo>
                  <a:lnTo>
                    <a:pt x="157378" y="255930"/>
                  </a:lnTo>
                  <a:lnTo>
                    <a:pt x="155613" y="248386"/>
                  </a:lnTo>
                  <a:lnTo>
                    <a:pt x="142582" y="248386"/>
                  </a:lnTo>
                  <a:lnTo>
                    <a:pt x="145376" y="261086"/>
                  </a:lnTo>
                  <a:lnTo>
                    <a:pt x="152971" y="271462"/>
                  </a:lnTo>
                  <a:lnTo>
                    <a:pt x="164223" y="278472"/>
                  </a:lnTo>
                  <a:lnTo>
                    <a:pt x="178003" y="281038"/>
                  </a:lnTo>
                  <a:lnTo>
                    <a:pt x="191770" y="278472"/>
                  </a:lnTo>
                  <a:lnTo>
                    <a:pt x="203034" y="271462"/>
                  </a:lnTo>
                  <a:lnTo>
                    <a:pt x="205740" y="267766"/>
                  </a:lnTo>
                  <a:lnTo>
                    <a:pt x="210629" y="261086"/>
                  </a:lnTo>
                  <a:lnTo>
                    <a:pt x="213423" y="248386"/>
                  </a:lnTo>
                  <a:close/>
                </a:path>
                <a:path w="356234" h="508635">
                  <a:moveTo>
                    <a:pt x="275196" y="151180"/>
                  </a:moveTo>
                  <a:lnTo>
                    <a:pt x="194691" y="151180"/>
                  </a:lnTo>
                  <a:lnTo>
                    <a:pt x="194691" y="163880"/>
                  </a:lnTo>
                  <a:lnTo>
                    <a:pt x="194691" y="177850"/>
                  </a:lnTo>
                  <a:lnTo>
                    <a:pt x="161315" y="177850"/>
                  </a:lnTo>
                  <a:lnTo>
                    <a:pt x="161315" y="163880"/>
                  </a:lnTo>
                  <a:lnTo>
                    <a:pt x="161315" y="151180"/>
                  </a:lnTo>
                  <a:lnTo>
                    <a:pt x="148285" y="151180"/>
                  </a:lnTo>
                  <a:lnTo>
                    <a:pt x="148285" y="163880"/>
                  </a:lnTo>
                  <a:lnTo>
                    <a:pt x="148285" y="177850"/>
                  </a:lnTo>
                  <a:lnTo>
                    <a:pt x="148285" y="191820"/>
                  </a:lnTo>
                  <a:lnTo>
                    <a:pt x="148285" y="203250"/>
                  </a:lnTo>
                  <a:lnTo>
                    <a:pt x="93827" y="203250"/>
                  </a:lnTo>
                  <a:lnTo>
                    <a:pt x="93827" y="163880"/>
                  </a:lnTo>
                  <a:lnTo>
                    <a:pt x="148285" y="163880"/>
                  </a:lnTo>
                  <a:lnTo>
                    <a:pt x="148285" y="151180"/>
                  </a:lnTo>
                  <a:lnTo>
                    <a:pt x="80797" y="151180"/>
                  </a:lnTo>
                  <a:lnTo>
                    <a:pt x="80797" y="163880"/>
                  </a:lnTo>
                  <a:lnTo>
                    <a:pt x="80797" y="203250"/>
                  </a:lnTo>
                  <a:lnTo>
                    <a:pt x="80797" y="217220"/>
                  </a:lnTo>
                  <a:lnTo>
                    <a:pt x="161315" y="217220"/>
                  </a:lnTo>
                  <a:lnTo>
                    <a:pt x="161315" y="203250"/>
                  </a:lnTo>
                  <a:lnTo>
                    <a:pt x="161315" y="191820"/>
                  </a:lnTo>
                  <a:lnTo>
                    <a:pt x="194691" y="191820"/>
                  </a:lnTo>
                  <a:lnTo>
                    <a:pt x="194691" y="203250"/>
                  </a:lnTo>
                  <a:lnTo>
                    <a:pt x="194691" y="217220"/>
                  </a:lnTo>
                  <a:lnTo>
                    <a:pt x="275196" y="217220"/>
                  </a:lnTo>
                  <a:lnTo>
                    <a:pt x="275196" y="203835"/>
                  </a:lnTo>
                  <a:lnTo>
                    <a:pt x="275196" y="203250"/>
                  </a:lnTo>
                  <a:lnTo>
                    <a:pt x="275196" y="164033"/>
                  </a:lnTo>
                  <a:lnTo>
                    <a:pt x="262178" y="164033"/>
                  </a:lnTo>
                  <a:lnTo>
                    <a:pt x="262178" y="203250"/>
                  </a:lnTo>
                  <a:lnTo>
                    <a:pt x="207721" y="203250"/>
                  </a:lnTo>
                  <a:lnTo>
                    <a:pt x="207721" y="191820"/>
                  </a:lnTo>
                  <a:lnTo>
                    <a:pt x="207721" y="177850"/>
                  </a:lnTo>
                  <a:lnTo>
                    <a:pt x="207721" y="163880"/>
                  </a:lnTo>
                  <a:lnTo>
                    <a:pt x="275196" y="163880"/>
                  </a:lnTo>
                  <a:lnTo>
                    <a:pt x="275196" y="151180"/>
                  </a:lnTo>
                  <a:close/>
                </a:path>
                <a:path w="356234" h="508635">
                  <a:moveTo>
                    <a:pt x="287794" y="431469"/>
                  </a:moveTo>
                  <a:lnTo>
                    <a:pt x="261607" y="404787"/>
                  </a:lnTo>
                  <a:lnTo>
                    <a:pt x="94399" y="404787"/>
                  </a:lnTo>
                  <a:lnTo>
                    <a:pt x="84213" y="406895"/>
                  </a:lnTo>
                  <a:lnTo>
                    <a:pt x="75895" y="412610"/>
                  </a:lnTo>
                  <a:lnTo>
                    <a:pt x="70269" y="421093"/>
                  </a:lnTo>
                  <a:lnTo>
                    <a:pt x="68211" y="431469"/>
                  </a:lnTo>
                  <a:lnTo>
                    <a:pt x="68211" y="508292"/>
                  </a:lnTo>
                  <a:lnTo>
                    <a:pt x="81241" y="508292"/>
                  </a:lnTo>
                  <a:lnTo>
                    <a:pt x="81241" y="424065"/>
                  </a:lnTo>
                  <a:lnTo>
                    <a:pt x="87147" y="418058"/>
                  </a:lnTo>
                  <a:lnTo>
                    <a:pt x="268871" y="418058"/>
                  </a:lnTo>
                  <a:lnTo>
                    <a:pt x="274777" y="424065"/>
                  </a:lnTo>
                  <a:lnTo>
                    <a:pt x="274777" y="508292"/>
                  </a:lnTo>
                  <a:lnTo>
                    <a:pt x="287794" y="508292"/>
                  </a:lnTo>
                  <a:lnTo>
                    <a:pt x="287794" y="431469"/>
                  </a:lnTo>
                  <a:close/>
                </a:path>
                <a:path w="356234" h="508635">
                  <a:moveTo>
                    <a:pt x="355904" y="165100"/>
                  </a:moveTo>
                  <a:lnTo>
                    <a:pt x="353250" y="151130"/>
                  </a:lnTo>
                  <a:lnTo>
                    <a:pt x="348157" y="143510"/>
                  </a:lnTo>
                  <a:lnTo>
                    <a:pt x="346036" y="140970"/>
                  </a:lnTo>
                  <a:lnTo>
                    <a:pt x="342874" y="138722"/>
                  </a:lnTo>
                  <a:lnTo>
                    <a:pt x="342874" y="165100"/>
                  </a:lnTo>
                  <a:lnTo>
                    <a:pt x="342874" y="218440"/>
                  </a:lnTo>
                  <a:lnTo>
                    <a:pt x="341249" y="227330"/>
                  </a:lnTo>
                  <a:lnTo>
                    <a:pt x="336829" y="233680"/>
                  </a:lnTo>
                  <a:lnTo>
                    <a:pt x="330263" y="238760"/>
                  </a:lnTo>
                  <a:lnTo>
                    <a:pt x="322237" y="240030"/>
                  </a:lnTo>
                  <a:lnTo>
                    <a:pt x="302552" y="240030"/>
                  </a:lnTo>
                  <a:lnTo>
                    <a:pt x="308965" y="222250"/>
                  </a:lnTo>
                  <a:lnTo>
                    <a:pt x="313677" y="204470"/>
                  </a:lnTo>
                  <a:lnTo>
                    <a:pt x="316585" y="185420"/>
                  </a:lnTo>
                  <a:lnTo>
                    <a:pt x="317576" y="165100"/>
                  </a:lnTo>
                  <a:lnTo>
                    <a:pt x="317500" y="157480"/>
                  </a:lnTo>
                  <a:lnTo>
                    <a:pt x="317182" y="151130"/>
                  </a:lnTo>
                  <a:lnTo>
                    <a:pt x="316407" y="143510"/>
                  </a:lnTo>
                  <a:lnTo>
                    <a:pt x="322237" y="143510"/>
                  </a:lnTo>
                  <a:lnTo>
                    <a:pt x="330263" y="146050"/>
                  </a:lnTo>
                  <a:lnTo>
                    <a:pt x="336854" y="149860"/>
                  </a:lnTo>
                  <a:lnTo>
                    <a:pt x="341249" y="157480"/>
                  </a:lnTo>
                  <a:lnTo>
                    <a:pt x="342874" y="165100"/>
                  </a:lnTo>
                  <a:lnTo>
                    <a:pt x="342874" y="138722"/>
                  </a:lnTo>
                  <a:lnTo>
                    <a:pt x="335330" y="133350"/>
                  </a:lnTo>
                  <a:lnTo>
                    <a:pt x="322237" y="130810"/>
                  </a:lnTo>
                  <a:lnTo>
                    <a:pt x="314591" y="130810"/>
                  </a:lnTo>
                  <a:lnTo>
                    <a:pt x="314134" y="129540"/>
                  </a:lnTo>
                  <a:lnTo>
                    <a:pt x="304558" y="100291"/>
                  </a:lnTo>
                  <a:lnTo>
                    <a:pt x="304558" y="165100"/>
                  </a:lnTo>
                  <a:lnTo>
                    <a:pt x="298323" y="213360"/>
                  </a:lnTo>
                  <a:lnTo>
                    <a:pt x="280784" y="252730"/>
                  </a:lnTo>
                  <a:lnTo>
                    <a:pt x="253707" y="284480"/>
                  </a:lnTo>
                  <a:lnTo>
                    <a:pt x="218859" y="304800"/>
                  </a:lnTo>
                  <a:lnTo>
                    <a:pt x="218236" y="304927"/>
                  </a:lnTo>
                  <a:lnTo>
                    <a:pt x="218236" y="318770"/>
                  </a:lnTo>
                  <a:lnTo>
                    <a:pt x="218236" y="341630"/>
                  </a:lnTo>
                  <a:lnTo>
                    <a:pt x="215074" y="358140"/>
                  </a:lnTo>
                  <a:lnTo>
                    <a:pt x="206438" y="370840"/>
                  </a:lnTo>
                  <a:lnTo>
                    <a:pt x="193649" y="379730"/>
                  </a:lnTo>
                  <a:lnTo>
                    <a:pt x="178003" y="382270"/>
                  </a:lnTo>
                  <a:lnTo>
                    <a:pt x="162356" y="379730"/>
                  </a:lnTo>
                  <a:lnTo>
                    <a:pt x="149567" y="370840"/>
                  </a:lnTo>
                  <a:lnTo>
                    <a:pt x="140944" y="358140"/>
                  </a:lnTo>
                  <a:lnTo>
                    <a:pt x="137769" y="341630"/>
                  </a:lnTo>
                  <a:lnTo>
                    <a:pt x="137769" y="335280"/>
                  </a:lnTo>
                  <a:lnTo>
                    <a:pt x="137769" y="318770"/>
                  </a:lnTo>
                  <a:lnTo>
                    <a:pt x="157340" y="323850"/>
                  </a:lnTo>
                  <a:lnTo>
                    <a:pt x="167538" y="325120"/>
                  </a:lnTo>
                  <a:lnTo>
                    <a:pt x="188468" y="325120"/>
                  </a:lnTo>
                  <a:lnTo>
                    <a:pt x="198666" y="323850"/>
                  </a:lnTo>
                  <a:lnTo>
                    <a:pt x="218236" y="318770"/>
                  </a:lnTo>
                  <a:lnTo>
                    <a:pt x="218236" y="304927"/>
                  </a:lnTo>
                  <a:lnTo>
                    <a:pt x="178003" y="312420"/>
                  </a:lnTo>
                  <a:lnTo>
                    <a:pt x="137134" y="304800"/>
                  </a:lnTo>
                  <a:lnTo>
                    <a:pt x="102285" y="284480"/>
                  </a:lnTo>
                  <a:lnTo>
                    <a:pt x="75222" y="252730"/>
                  </a:lnTo>
                  <a:lnTo>
                    <a:pt x="57696" y="213360"/>
                  </a:lnTo>
                  <a:lnTo>
                    <a:pt x="53454" y="180543"/>
                  </a:lnTo>
                  <a:lnTo>
                    <a:pt x="53454" y="240030"/>
                  </a:lnTo>
                  <a:lnTo>
                    <a:pt x="33769" y="240030"/>
                  </a:lnTo>
                  <a:lnTo>
                    <a:pt x="25742" y="238760"/>
                  </a:lnTo>
                  <a:lnTo>
                    <a:pt x="19177" y="233680"/>
                  </a:lnTo>
                  <a:lnTo>
                    <a:pt x="14744" y="227330"/>
                  </a:lnTo>
                  <a:lnTo>
                    <a:pt x="13131" y="218440"/>
                  </a:lnTo>
                  <a:lnTo>
                    <a:pt x="13131" y="165100"/>
                  </a:lnTo>
                  <a:lnTo>
                    <a:pt x="14744" y="157480"/>
                  </a:lnTo>
                  <a:lnTo>
                    <a:pt x="19138" y="149860"/>
                  </a:lnTo>
                  <a:lnTo>
                    <a:pt x="25742" y="146050"/>
                  </a:lnTo>
                  <a:lnTo>
                    <a:pt x="33769" y="143510"/>
                  </a:lnTo>
                  <a:lnTo>
                    <a:pt x="39598" y="143510"/>
                  </a:lnTo>
                  <a:lnTo>
                    <a:pt x="38938" y="149860"/>
                  </a:lnTo>
                  <a:lnTo>
                    <a:pt x="38811" y="151130"/>
                  </a:lnTo>
                  <a:lnTo>
                    <a:pt x="38506" y="157480"/>
                  </a:lnTo>
                  <a:lnTo>
                    <a:pt x="38430" y="165100"/>
                  </a:lnTo>
                  <a:lnTo>
                    <a:pt x="39420" y="185420"/>
                  </a:lnTo>
                  <a:lnTo>
                    <a:pt x="42329" y="204470"/>
                  </a:lnTo>
                  <a:lnTo>
                    <a:pt x="47040" y="222250"/>
                  </a:lnTo>
                  <a:lnTo>
                    <a:pt x="53454" y="240030"/>
                  </a:lnTo>
                  <a:lnTo>
                    <a:pt x="53454" y="180543"/>
                  </a:lnTo>
                  <a:lnTo>
                    <a:pt x="51460" y="165100"/>
                  </a:lnTo>
                  <a:lnTo>
                    <a:pt x="51511" y="157480"/>
                  </a:lnTo>
                  <a:lnTo>
                    <a:pt x="51841" y="151130"/>
                  </a:lnTo>
                  <a:lnTo>
                    <a:pt x="51930" y="149860"/>
                  </a:lnTo>
                  <a:lnTo>
                    <a:pt x="52666" y="143510"/>
                  </a:lnTo>
                  <a:lnTo>
                    <a:pt x="52806" y="142240"/>
                  </a:lnTo>
                  <a:lnTo>
                    <a:pt x="74853" y="138430"/>
                  </a:lnTo>
                  <a:lnTo>
                    <a:pt x="90119" y="129540"/>
                  </a:lnTo>
                  <a:lnTo>
                    <a:pt x="92595" y="128270"/>
                  </a:lnTo>
                  <a:lnTo>
                    <a:pt x="106083" y="111760"/>
                  </a:lnTo>
                  <a:lnTo>
                    <a:pt x="115392" y="91440"/>
                  </a:lnTo>
                  <a:lnTo>
                    <a:pt x="129438" y="100330"/>
                  </a:lnTo>
                  <a:lnTo>
                    <a:pt x="144945" y="105410"/>
                  </a:lnTo>
                  <a:lnTo>
                    <a:pt x="161137" y="107950"/>
                  </a:lnTo>
                  <a:lnTo>
                    <a:pt x="192989" y="107950"/>
                  </a:lnTo>
                  <a:lnTo>
                    <a:pt x="209626" y="104140"/>
                  </a:lnTo>
                  <a:lnTo>
                    <a:pt x="225653" y="99060"/>
                  </a:lnTo>
                  <a:lnTo>
                    <a:pt x="232689" y="95250"/>
                  </a:lnTo>
                  <a:lnTo>
                    <a:pt x="240258" y="90170"/>
                  </a:lnTo>
                  <a:lnTo>
                    <a:pt x="249389" y="111760"/>
                  </a:lnTo>
                  <a:lnTo>
                    <a:pt x="262877" y="127000"/>
                  </a:lnTo>
                  <a:lnTo>
                    <a:pt x="280936" y="138430"/>
                  </a:lnTo>
                  <a:lnTo>
                    <a:pt x="281178" y="138430"/>
                  </a:lnTo>
                  <a:lnTo>
                    <a:pt x="303212" y="142240"/>
                  </a:lnTo>
                  <a:lnTo>
                    <a:pt x="304076" y="149860"/>
                  </a:lnTo>
                  <a:lnTo>
                    <a:pt x="304507" y="157480"/>
                  </a:lnTo>
                  <a:lnTo>
                    <a:pt x="304558" y="165100"/>
                  </a:lnTo>
                  <a:lnTo>
                    <a:pt x="304558" y="100291"/>
                  </a:lnTo>
                  <a:lnTo>
                    <a:pt x="301053" y="89585"/>
                  </a:lnTo>
                  <a:lnTo>
                    <a:pt x="301053" y="129540"/>
                  </a:lnTo>
                  <a:lnTo>
                    <a:pt x="282219" y="124460"/>
                  </a:lnTo>
                  <a:lnTo>
                    <a:pt x="281965" y="124460"/>
                  </a:lnTo>
                  <a:lnTo>
                    <a:pt x="267119" y="113030"/>
                  </a:lnTo>
                  <a:lnTo>
                    <a:pt x="256692" y="97790"/>
                  </a:lnTo>
                  <a:lnTo>
                    <a:pt x="254520" y="90170"/>
                  </a:lnTo>
                  <a:lnTo>
                    <a:pt x="250240" y="74930"/>
                  </a:lnTo>
                  <a:lnTo>
                    <a:pt x="249783" y="72390"/>
                  </a:lnTo>
                  <a:lnTo>
                    <a:pt x="247840" y="69850"/>
                  </a:lnTo>
                  <a:lnTo>
                    <a:pt x="242811" y="68580"/>
                  </a:lnTo>
                  <a:lnTo>
                    <a:pt x="240182" y="69850"/>
                  </a:lnTo>
                  <a:lnTo>
                    <a:pt x="238633" y="72390"/>
                  </a:lnTo>
                  <a:lnTo>
                    <a:pt x="228549" y="82550"/>
                  </a:lnTo>
                  <a:lnTo>
                    <a:pt x="215353" y="88900"/>
                  </a:lnTo>
                  <a:lnTo>
                    <a:pt x="198462" y="92710"/>
                  </a:lnTo>
                  <a:lnTo>
                    <a:pt x="177279" y="95250"/>
                  </a:lnTo>
                  <a:lnTo>
                    <a:pt x="160235" y="93980"/>
                  </a:lnTo>
                  <a:lnTo>
                    <a:pt x="143954" y="91440"/>
                  </a:lnTo>
                  <a:lnTo>
                    <a:pt x="143459" y="91440"/>
                  </a:lnTo>
                  <a:lnTo>
                    <a:pt x="129273" y="85090"/>
                  </a:lnTo>
                  <a:lnTo>
                    <a:pt x="117055" y="73660"/>
                  </a:lnTo>
                  <a:lnTo>
                    <a:pt x="115468" y="71120"/>
                  </a:lnTo>
                  <a:lnTo>
                    <a:pt x="112890" y="71120"/>
                  </a:lnTo>
                  <a:lnTo>
                    <a:pt x="107962" y="72390"/>
                  </a:lnTo>
                  <a:lnTo>
                    <a:pt x="106057" y="73660"/>
                  </a:lnTo>
                  <a:lnTo>
                    <a:pt x="105549" y="76200"/>
                  </a:lnTo>
                  <a:lnTo>
                    <a:pt x="98844" y="97790"/>
                  </a:lnTo>
                  <a:lnTo>
                    <a:pt x="88366" y="114300"/>
                  </a:lnTo>
                  <a:lnTo>
                    <a:pt x="73837" y="124460"/>
                  </a:lnTo>
                  <a:lnTo>
                    <a:pt x="54940" y="129540"/>
                  </a:lnTo>
                  <a:lnTo>
                    <a:pt x="71386" y="81280"/>
                  </a:lnTo>
                  <a:lnTo>
                    <a:pt x="99085" y="44450"/>
                  </a:lnTo>
                  <a:lnTo>
                    <a:pt x="135470" y="19050"/>
                  </a:lnTo>
                  <a:lnTo>
                    <a:pt x="178003" y="10160"/>
                  </a:lnTo>
                  <a:lnTo>
                    <a:pt x="220535" y="19050"/>
                  </a:lnTo>
                  <a:lnTo>
                    <a:pt x="256921" y="44450"/>
                  </a:lnTo>
                  <a:lnTo>
                    <a:pt x="284619" y="81280"/>
                  </a:lnTo>
                  <a:lnTo>
                    <a:pt x="301053" y="129540"/>
                  </a:lnTo>
                  <a:lnTo>
                    <a:pt x="301053" y="89585"/>
                  </a:lnTo>
                  <a:lnTo>
                    <a:pt x="297091" y="77470"/>
                  </a:lnTo>
                  <a:lnTo>
                    <a:pt x="266496" y="35560"/>
                  </a:lnTo>
                  <a:lnTo>
                    <a:pt x="230251" y="10160"/>
                  </a:lnTo>
                  <a:lnTo>
                    <a:pt x="225793" y="6350"/>
                  </a:lnTo>
                  <a:lnTo>
                    <a:pt x="193395" y="0"/>
                  </a:lnTo>
                  <a:lnTo>
                    <a:pt x="162598" y="0"/>
                  </a:lnTo>
                  <a:lnTo>
                    <a:pt x="130200" y="6350"/>
                  </a:lnTo>
                  <a:lnTo>
                    <a:pt x="89509" y="35560"/>
                  </a:lnTo>
                  <a:lnTo>
                    <a:pt x="58915" y="77470"/>
                  </a:lnTo>
                  <a:lnTo>
                    <a:pt x="41402" y="130810"/>
                  </a:lnTo>
                  <a:lnTo>
                    <a:pt x="33769" y="130810"/>
                  </a:lnTo>
                  <a:lnTo>
                    <a:pt x="20675" y="133350"/>
                  </a:lnTo>
                  <a:lnTo>
                    <a:pt x="9969" y="140970"/>
                  </a:lnTo>
                  <a:lnTo>
                    <a:pt x="2743" y="151130"/>
                  </a:lnTo>
                  <a:lnTo>
                    <a:pt x="0" y="165100"/>
                  </a:lnTo>
                  <a:lnTo>
                    <a:pt x="0" y="218440"/>
                  </a:lnTo>
                  <a:lnTo>
                    <a:pt x="2755" y="232410"/>
                  </a:lnTo>
                  <a:lnTo>
                    <a:pt x="9982" y="242570"/>
                  </a:lnTo>
                  <a:lnTo>
                    <a:pt x="20701" y="250190"/>
                  </a:lnTo>
                  <a:lnTo>
                    <a:pt x="33807" y="252730"/>
                  </a:lnTo>
                  <a:lnTo>
                    <a:pt x="59994" y="252730"/>
                  </a:lnTo>
                  <a:lnTo>
                    <a:pt x="72720" y="273050"/>
                  </a:lnTo>
                  <a:lnTo>
                    <a:pt x="87909" y="289560"/>
                  </a:lnTo>
                  <a:lnTo>
                    <a:pt x="105333" y="303530"/>
                  </a:lnTo>
                  <a:lnTo>
                    <a:pt x="124752" y="313690"/>
                  </a:lnTo>
                  <a:lnTo>
                    <a:pt x="124739" y="321310"/>
                  </a:lnTo>
                  <a:lnTo>
                    <a:pt x="89750" y="337820"/>
                  </a:lnTo>
                  <a:lnTo>
                    <a:pt x="55118" y="363220"/>
                  </a:lnTo>
                  <a:lnTo>
                    <a:pt x="28638" y="394970"/>
                  </a:lnTo>
                  <a:lnTo>
                    <a:pt x="18084" y="433070"/>
                  </a:lnTo>
                  <a:lnTo>
                    <a:pt x="18084" y="495300"/>
                  </a:lnTo>
                  <a:lnTo>
                    <a:pt x="31102" y="495300"/>
                  </a:lnTo>
                  <a:lnTo>
                    <a:pt x="31102" y="433070"/>
                  </a:lnTo>
                  <a:lnTo>
                    <a:pt x="40220" y="401320"/>
                  </a:lnTo>
                  <a:lnTo>
                    <a:pt x="63207" y="374650"/>
                  </a:lnTo>
                  <a:lnTo>
                    <a:pt x="93548" y="351790"/>
                  </a:lnTo>
                  <a:lnTo>
                    <a:pt x="124739" y="335280"/>
                  </a:lnTo>
                  <a:lnTo>
                    <a:pt x="124752" y="341630"/>
                  </a:lnTo>
                  <a:lnTo>
                    <a:pt x="128930" y="363220"/>
                  </a:lnTo>
                  <a:lnTo>
                    <a:pt x="140360" y="379730"/>
                  </a:lnTo>
                  <a:lnTo>
                    <a:pt x="157289" y="391160"/>
                  </a:lnTo>
                  <a:lnTo>
                    <a:pt x="178003" y="396240"/>
                  </a:lnTo>
                  <a:lnTo>
                    <a:pt x="198716" y="391160"/>
                  </a:lnTo>
                  <a:lnTo>
                    <a:pt x="211810" y="382270"/>
                  </a:lnTo>
                  <a:lnTo>
                    <a:pt x="215646" y="379730"/>
                  </a:lnTo>
                  <a:lnTo>
                    <a:pt x="227076" y="363220"/>
                  </a:lnTo>
                  <a:lnTo>
                    <a:pt x="231267" y="341630"/>
                  </a:lnTo>
                  <a:lnTo>
                    <a:pt x="231267" y="335280"/>
                  </a:lnTo>
                  <a:lnTo>
                    <a:pt x="262445" y="351790"/>
                  </a:lnTo>
                  <a:lnTo>
                    <a:pt x="292798" y="374650"/>
                  </a:lnTo>
                  <a:lnTo>
                    <a:pt x="315798" y="401320"/>
                  </a:lnTo>
                  <a:lnTo>
                    <a:pt x="324904" y="433070"/>
                  </a:lnTo>
                  <a:lnTo>
                    <a:pt x="324904" y="495300"/>
                  </a:lnTo>
                  <a:lnTo>
                    <a:pt x="337921" y="495300"/>
                  </a:lnTo>
                  <a:lnTo>
                    <a:pt x="337921" y="433070"/>
                  </a:lnTo>
                  <a:lnTo>
                    <a:pt x="327367" y="394970"/>
                  </a:lnTo>
                  <a:lnTo>
                    <a:pt x="300875" y="363220"/>
                  </a:lnTo>
                  <a:lnTo>
                    <a:pt x="266242" y="337820"/>
                  </a:lnTo>
                  <a:lnTo>
                    <a:pt x="260299" y="335280"/>
                  </a:lnTo>
                  <a:lnTo>
                    <a:pt x="231267" y="321310"/>
                  </a:lnTo>
                  <a:lnTo>
                    <a:pt x="231267" y="318770"/>
                  </a:lnTo>
                  <a:lnTo>
                    <a:pt x="231267" y="313690"/>
                  </a:lnTo>
                  <a:lnTo>
                    <a:pt x="234937" y="312420"/>
                  </a:lnTo>
                  <a:lnTo>
                    <a:pt x="250685" y="303530"/>
                  </a:lnTo>
                  <a:lnTo>
                    <a:pt x="268109" y="289560"/>
                  </a:lnTo>
                  <a:lnTo>
                    <a:pt x="283298" y="273050"/>
                  </a:lnTo>
                  <a:lnTo>
                    <a:pt x="296011" y="252730"/>
                  </a:lnTo>
                  <a:lnTo>
                    <a:pt x="322224" y="252730"/>
                  </a:lnTo>
                  <a:lnTo>
                    <a:pt x="355904" y="218440"/>
                  </a:lnTo>
                  <a:lnTo>
                    <a:pt x="355904" y="165100"/>
                  </a:lnTo>
                  <a:close/>
                </a:path>
              </a:pathLst>
            </a:custGeom>
            <a:solidFill>
              <a:srgbClr val="5858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6533991" y="7098335"/>
              <a:ext cx="667385" cy="667385"/>
            </a:xfrm>
            <a:custGeom>
              <a:avLst/>
              <a:gdLst/>
              <a:ahLst/>
              <a:cxnLst/>
              <a:rect l="l" t="t" r="r" b="b"/>
              <a:pathLst>
                <a:path w="667384" h="667384">
                  <a:moveTo>
                    <a:pt x="356816" y="0"/>
                  </a:moveTo>
                  <a:lnTo>
                    <a:pt x="310180" y="0"/>
                  </a:lnTo>
                  <a:lnTo>
                    <a:pt x="263909" y="6473"/>
                  </a:lnTo>
                  <a:lnTo>
                    <a:pt x="218734" y="19421"/>
                  </a:lnTo>
                  <a:lnTo>
                    <a:pt x="175388" y="38842"/>
                  </a:lnTo>
                  <a:lnTo>
                    <a:pt x="134600" y="64737"/>
                  </a:lnTo>
                  <a:lnTo>
                    <a:pt x="97104" y="97106"/>
                  </a:lnTo>
                  <a:lnTo>
                    <a:pt x="64736" y="134601"/>
                  </a:lnTo>
                  <a:lnTo>
                    <a:pt x="38841" y="175387"/>
                  </a:lnTo>
                  <a:lnTo>
                    <a:pt x="19420" y="218733"/>
                  </a:lnTo>
                  <a:lnTo>
                    <a:pt x="6473" y="263907"/>
                  </a:lnTo>
                  <a:lnTo>
                    <a:pt x="0" y="310178"/>
                  </a:lnTo>
                  <a:lnTo>
                    <a:pt x="0" y="356815"/>
                  </a:lnTo>
                  <a:lnTo>
                    <a:pt x="6473" y="403086"/>
                  </a:lnTo>
                  <a:lnTo>
                    <a:pt x="19420" y="448260"/>
                  </a:lnTo>
                  <a:lnTo>
                    <a:pt x="38841" y="491605"/>
                  </a:lnTo>
                  <a:lnTo>
                    <a:pt x="64736" y="532391"/>
                  </a:lnTo>
                  <a:lnTo>
                    <a:pt x="97104" y="569886"/>
                  </a:lnTo>
                  <a:lnTo>
                    <a:pt x="134600" y="602255"/>
                  </a:lnTo>
                  <a:lnTo>
                    <a:pt x="175388" y="628151"/>
                  </a:lnTo>
                  <a:lnTo>
                    <a:pt x="218734" y="647572"/>
                  </a:lnTo>
                  <a:lnTo>
                    <a:pt x="263909" y="660520"/>
                  </a:lnTo>
                  <a:lnTo>
                    <a:pt x="310180" y="666993"/>
                  </a:lnTo>
                  <a:lnTo>
                    <a:pt x="356816" y="666993"/>
                  </a:lnTo>
                  <a:lnTo>
                    <a:pt x="403087" y="660520"/>
                  </a:lnTo>
                  <a:lnTo>
                    <a:pt x="448261" y="647572"/>
                  </a:lnTo>
                  <a:lnTo>
                    <a:pt x="491606" y="628151"/>
                  </a:lnTo>
                  <a:lnTo>
                    <a:pt x="532391" y="602255"/>
                  </a:lnTo>
                  <a:lnTo>
                    <a:pt x="569885" y="569886"/>
                  </a:lnTo>
                  <a:lnTo>
                    <a:pt x="602256" y="532391"/>
                  </a:lnTo>
                  <a:lnTo>
                    <a:pt x="628152" y="491605"/>
                  </a:lnTo>
                  <a:lnTo>
                    <a:pt x="647574" y="448260"/>
                  </a:lnTo>
                  <a:lnTo>
                    <a:pt x="660523" y="403086"/>
                  </a:lnTo>
                  <a:lnTo>
                    <a:pt x="666997" y="356815"/>
                  </a:lnTo>
                  <a:lnTo>
                    <a:pt x="666997" y="310178"/>
                  </a:lnTo>
                  <a:lnTo>
                    <a:pt x="660523" y="263907"/>
                  </a:lnTo>
                  <a:lnTo>
                    <a:pt x="647574" y="218733"/>
                  </a:lnTo>
                  <a:lnTo>
                    <a:pt x="628152" y="175387"/>
                  </a:lnTo>
                  <a:lnTo>
                    <a:pt x="602256" y="134601"/>
                  </a:lnTo>
                  <a:lnTo>
                    <a:pt x="569885" y="97106"/>
                  </a:lnTo>
                  <a:lnTo>
                    <a:pt x="532391" y="64737"/>
                  </a:lnTo>
                  <a:lnTo>
                    <a:pt x="491606" y="38842"/>
                  </a:lnTo>
                  <a:lnTo>
                    <a:pt x="448261" y="19421"/>
                  </a:lnTo>
                  <a:lnTo>
                    <a:pt x="403087" y="6473"/>
                  </a:lnTo>
                  <a:lnTo>
                    <a:pt x="356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6533991" y="7098335"/>
              <a:ext cx="667385" cy="667385"/>
            </a:xfrm>
            <a:custGeom>
              <a:avLst/>
              <a:gdLst/>
              <a:ahLst/>
              <a:cxnLst/>
              <a:rect l="l" t="t" r="r" b="b"/>
              <a:pathLst>
                <a:path w="667384" h="667384">
                  <a:moveTo>
                    <a:pt x="569887" y="97106"/>
                  </a:moveTo>
                  <a:lnTo>
                    <a:pt x="602256" y="134601"/>
                  </a:lnTo>
                  <a:lnTo>
                    <a:pt x="628151" y="175388"/>
                  </a:lnTo>
                  <a:lnTo>
                    <a:pt x="647572" y="218733"/>
                  </a:lnTo>
                  <a:lnTo>
                    <a:pt x="660520" y="263907"/>
                  </a:lnTo>
                  <a:lnTo>
                    <a:pt x="666994" y="310178"/>
                  </a:lnTo>
                  <a:lnTo>
                    <a:pt x="666994" y="356815"/>
                  </a:lnTo>
                  <a:lnTo>
                    <a:pt x="660520" y="403086"/>
                  </a:lnTo>
                  <a:lnTo>
                    <a:pt x="647572" y="448260"/>
                  </a:lnTo>
                  <a:lnTo>
                    <a:pt x="628151" y="491606"/>
                  </a:lnTo>
                  <a:lnTo>
                    <a:pt x="602256" y="532392"/>
                  </a:lnTo>
                  <a:lnTo>
                    <a:pt x="569887" y="569887"/>
                  </a:lnTo>
                  <a:lnTo>
                    <a:pt x="532392" y="602256"/>
                  </a:lnTo>
                  <a:lnTo>
                    <a:pt x="491606" y="628151"/>
                  </a:lnTo>
                  <a:lnTo>
                    <a:pt x="448260" y="647572"/>
                  </a:lnTo>
                  <a:lnTo>
                    <a:pt x="403086" y="660520"/>
                  </a:lnTo>
                  <a:lnTo>
                    <a:pt x="356815" y="666994"/>
                  </a:lnTo>
                  <a:lnTo>
                    <a:pt x="310178" y="666994"/>
                  </a:lnTo>
                  <a:lnTo>
                    <a:pt x="263907" y="660520"/>
                  </a:lnTo>
                  <a:lnTo>
                    <a:pt x="218733" y="647572"/>
                  </a:lnTo>
                  <a:lnTo>
                    <a:pt x="175388" y="628151"/>
                  </a:lnTo>
                  <a:lnTo>
                    <a:pt x="134601" y="602256"/>
                  </a:lnTo>
                  <a:lnTo>
                    <a:pt x="97106" y="569887"/>
                  </a:lnTo>
                  <a:lnTo>
                    <a:pt x="64737" y="532392"/>
                  </a:lnTo>
                  <a:lnTo>
                    <a:pt x="38842" y="491606"/>
                  </a:lnTo>
                  <a:lnTo>
                    <a:pt x="19421" y="448260"/>
                  </a:lnTo>
                  <a:lnTo>
                    <a:pt x="6473" y="403086"/>
                  </a:lnTo>
                  <a:lnTo>
                    <a:pt x="0" y="356815"/>
                  </a:lnTo>
                  <a:lnTo>
                    <a:pt x="0" y="310178"/>
                  </a:lnTo>
                  <a:lnTo>
                    <a:pt x="6473" y="263907"/>
                  </a:lnTo>
                  <a:lnTo>
                    <a:pt x="19421" y="218733"/>
                  </a:lnTo>
                  <a:lnTo>
                    <a:pt x="38842" y="175388"/>
                  </a:lnTo>
                  <a:lnTo>
                    <a:pt x="64737" y="134601"/>
                  </a:lnTo>
                  <a:lnTo>
                    <a:pt x="97106" y="97106"/>
                  </a:lnTo>
                  <a:lnTo>
                    <a:pt x="134601" y="64737"/>
                  </a:lnTo>
                  <a:lnTo>
                    <a:pt x="175388" y="38842"/>
                  </a:lnTo>
                  <a:lnTo>
                    <a:pt x="218733" y="19421"/>
                  </a:lnTo>
                  <a:lnTo>
                    <a:pt x="263907" y="6473"/>
                  </a:lnTo>
                  <a:lnTo>
                    <a:pt x="310178" y="0"/>
                  </a:lnTo>
                  <a:lnTo>
                    <a:pt x="356815" y="0"/>
                  </a:lnTo>
                  <a:lnTo>
                    <a:pt x="403086" y="6473"/>
                  </a:lnTo>
                  <a:lnTo>
                    <a:pt x="448260" y="19421"/>
                  </a:lnTo>
                  <a:lnTo>
                    <a:pt x="491606" y="38842"/>
                  </a:lnTo>
                  <a:lnTo>
                    <a:pt x="532392" y="64737"/>
                  </a:lnTo>
                  <a:lnTo>
                    <a:pt x="569887" y="97106"/>
                  </a:lnTo>
                  <a:close/>
                </a:path>
              </a:pathLst>
            </a:custGeom>
            <a:ln w="20941">
              <a:solidFill>
                <a:srgbClr val="2A90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6660927" y="7174782"/>
              <a:ext cx="403225" cy="510540"/>
            </a:xfrm>
            <a:custGeom>
              <a:avLst/>
              <a:gdLst/>
              <a:ahLst/>
              <a:cxnLst/>
              <a:rect l="l" t="t" r="r" b="b"/>
              <a:pathLst>
                <a:path w="403225" h="510540">
                  <a:moveTo>
                    <a:pt x="88112" y="197396"/>
                  </a:moveTo>
                  <a:lnTo>
                    <a:pt x="83375" y="191363"/>
                  </a:lnTo>
                  <a:lnTo>
                    <a:pt x="71716" y="191363"/>
                  </a:lnTo>
                  <a:lnTo>
                    <a:pt x="66992" y="197396"/>
                  </a:lnTo>
                  <a:lnTo>
                    <a:pt x="66992" y="212280"/>
                  </a:lnTo>
                  <a:lnTo>
                    <a:pt x="71716" y="218325"/>
                  </a:lnTo>
                  <a:lnTo>
                    <a:pt x="83375" y="218325"/>
                  </a:lnTo>
                  <a:lnTo>
                    <a:pt x="88112" y="212280"/>
                  </a:lnTo>
                  <a:lnTo>
                    <a:pt x="88112" y="197396"/>
                  </a:lnTo>
                  <a:close/>
                </a:path>
                <a:path w="403225" h="510540">
                  <a:moveTo>
                    <a:pt x="146291" y="223342"/>
                  </a:moveTo>
                  <a:lnTo>
                    <a:pt x="143725" y="220776"/>
                  </a:lnTo>
                  <a:lnTo>
                    <a:pt x="137401" y="220776"/>
                  </a:lnTo>
                  <a:lnTo>
                    <a:pt x="134835" y="223342"/>
                  </a:lnTo>
                  <a:lnTo>
                    <a:pt x="134835" y="246380"/>
                  </a:lnTo>
                  <a:lnTo>
                    <a:pt x="137401" y="248958"/>
                  </a:lnTo>
                  <a:lnTo>
                    <a:pt x="143725" y="248958"/>
                  </a:lnTo>
                  <a:lnTo>
                    <a:pt x="146291" y="246380"/>
                  </a:lnTo>
                  <a:lnTo>
                    <a:pt x="146291" y="223342"/>
                  </a:lnTo>
                  <a:close/>
                </a:path>
                <a:path w="403225" h="510540">
                  <a:moveTo>
                    <a:pt x="171704" y="275666"/>
                  </a:moveTo>
                  <a:lnTo>
                    <a:pt x="160248" y="275666"/>
                  </a:lnTo>
                  <a:lnTo>
                    <a:pt x="158699" y="282194"/>
                  </a:lnTo>
                  <a:lnTo>
                    <a:pt x="154482" y="287528"/>
                  </a:lnTo>
                  <a:lnTo>
                    <a:pt x="148221" y="291122"/>
                  </a:lnTo>
                  <a:lnTo>
                    <a:pt x="140563" y="292442"/>
                  </a:lnTo>
                  <a:lnTo>
                    <a:pt x="132905" y="291122"/>
                  </a:lnTo>
                  <a:lnTo>
                    <a:pt x="126657" y="287528"/>
                  </a:lnTo>
                  <a:lnTo>
                    <a:pt x="122440" y="282194"/>
                  </a:lnTo>
                  <a:lnTo>
                    <a:pt x="120891" y="275666"/>
                  </a:lnTo>
                  <a:lnTo>
                    <a:pt x="109435" y="275666"/>
                  </a:lnTo>
                  <a:lnTo>
                    <a:pt x="111887" y="286651"/>
                  </a:lnTo>
                  <a:lnTo>
                    <a:pt x="118567" y="295643"/>
                  </a:lnTo>
                  <a:lnTo>
                    <a:pt x="128460" y="301701"/>
                  </a:lnTo>
                  <a:lnTo>
                    <a:pt x="140563" y="303923"/>
                  </a:lnTo>
                  <a:lnTo>
                    <a:pt x="152679" y="301701"/>
                  </a:lnTo>
                  <a:lnTo>
                    <a:pt x="162572" y="295643"/>
                  </a:lnTo>
                  <a:lnTo>
                    <a:pt x="164960" y="292442"/>
                  </a:lnTo>
                  <a:lnTo>
                    <a:pt x="169252" y="286651"/>
                  </a:lnTo>
                  <a:lnTo>
                    <a:pt x="171704" y="275666"/>
                  </a:lnTo>
                  <a:close/>
                </a:path>
                <a:path w="403225" h="510540">
                  <a:moveTo>
                    <a:pt x="214147" y="197396"/>
                  </a:moveTo>
                  <a:lnTo>
                    <a:pt x="209410" y="191363"/>
                  </a:lnTo>
                  <a:lnTo>
                    <a:pt x="197764" y="191363"/>
                  </a:lnTo>
                  <a:lnTo>
                    <a:pt x="193027" y="197396"/>
                  </a:lnTo>
                  <a:lnTo>
                    <a:pt x="193027" y="212280"/>
                  </a:lnTo>
                  <a:lnTo>
                    <a:pt x="197764" y="218325"/>
                  </a:lnTo>
                  <a:lnTo>
                    <a:pt x="209410" y="218325"/>
                  </a:lnTo>
                  <a:lnTo>
                    <a:pt x="214147" y="212280"/>
                  </a:lnTo>
                  <a:lnTo>
                    <a:pt x="214147" y="197396"/>
                  </a:lnTo>
                  <a:close/>
                </a:path>
                <a:path w="403225" h="510540">
                  <a:moveTo>
                    <a:pt x="402945" y="491490"/>
                  </a:moveTo>
                  <a:lnTo>
                    <a:pt x="402844" y="387350"/>
                  </a:lnTo>
                  <a:lnTo>
                    <a:pt x="391502" y="373659"/>
                  </a:lnTo>
                  <a:lnTo>
                    <a:pt x="391502" y="392430"/>
                  </a:lnTo>
                  <a:lnTo>
                    <a:pt x="391502" y="491490"/>
                  </a:lnTo>
                  <a:lnTo>
                    <a:pt x="384835" y="487680"/>
                  </a:lnTo>
                  <a:lnTo>
                    <a:pt x="375983" y="485140"/>
                  </a:lnTo>
                  <a:lnTo>
                    <a:pt x="364629" y="482600"/>
                  </a:lnTo>
                  <a:lnTo>
                    <a:pt x="350469" y="481330"/>
                  </a:lnTo>
                  <a:lnTo>
                    <a:pt x="336308" y="482600"/>
                  </a:lnTo>
                  <a:lnTo>
                    <a:pt x="324954" y="483870"/>
                  </a:lnTo>
                  <a:lnTo>
                    <a:pt x="316103" y="487680"/>
                  </a:lnTo>
                  <a:lnTo>
                    <a:pt x="309435" y="491490"/>
                  </a:lnTo>
                  <a:lnTo>
                    <a:pt x="309435" y="392430"/>
                  </a:lnTo>
                  <a:lnTo>
                    <a:pt x="348513" y="374650"/>
                  </a:lnTo>
                  <a:lnTo>
                    <a:pt x="369214" y="375920"/>
                  </a:lnTo>
                  <a:lnTo>
                    <a:pt x="382358" y="381000"/>
                  </a:lnTo>
                  <a:lnTo>
                    <a:pt x="389331" y="387350"/>
                  </a:lnTo>
                  <a:lnTo>
                    <a:pt x="391502" y="392430"/>
                  </a:lnTo>
                  <a:lnTo>
                    <a:pt x="391502" y="373659"/>
                  </a:lnTo>
                  <a:lnTo>
                    <a:pt x="387019" y="370840"/>
                  </a:lnTo>
                  <a:lnTo>
                    <a:pt x="376529" y="365760"/>
                  </a:lnTo>
                  <a:lnTo>
                    <a:pt x="363677" y="363220"/>
                  </a:lnTo>
                  <a:lnTo>
                    <a:pt x="348513" y="363220"/>
                  </a:lnTo>
                  <a:lnTo>
                    <a:pt x="331127" y="364490"/>
                  </a:lnTo>
                  <a:lnTo>
                    <a:pt x="318274" y="368300"/>
                  </a:lnTo>
                  <a:lnTo>
                    <a:pt x="309257" y="372110"/>
                  </a:lnTo>
                  <a:lnTo>
                    <a:pt x="303415" y="378460"/>
                  </a:lnTo>
                  <a:lnTo>
                    <a:pt x="302221" y="377190"/>
                  </a:lnTo>
                  <a:lnTo>
                    <a:pt x="301485" y="375920"/>
                  </a:lnTo>
                  <a:lnTo>
                    <a:pt x="299453" y="374650"/>
                  </a:lnTo>
                  <a:lnTo>
                    <a:pt x="297865" y="373659"/>
                  </a:lnTo>
                  <a:lnTo>
                    <a:pt x="297865" y="392430"/>
                  </a:lnTo>
                  <a:lnTo>
                    <a:pt x="297865" y="491490"/>
                  </a:lnTo>
                  <a:lnTo>
                    <a:pt x="291185" y="487680"/>
                  </a:lnTo>
                  <a:lnTo>
                    <a:pt x="282333" y="485140"/>
                  </a:lnTo>
                  <a:lnTo>
                    <a:pt x="270979" y="482600"/>
                  </a:lnTo>
                  <a:lnTo>
                    <a:pt x="256819" y="481330"/>
                  </a:lnTo>
                  <a:lnTo>
                    <a:pt x="242671" y="482600"/>
                  </a:lnTo>
                  <a:lnTo>
                    <a:pt x="231317" y="483870"/>
                  </a:lnTo>
                  <a:lnTo>
                    <a:pt x="222465" y="487680"/>
                  </a:lnTo>
                  <a:lnTo>
                    <a:pt x="215785" y="491490"/>
                  </a:lnTo>
                  <a:lnTo>
                    <a:pt x="215785" y="392430"/>
                  </a:lnTo>
                  <a:lnTo>
                    <a:pt x="216547" y="389890"/>
                  </a:lnTo>
                  <a:lnTo>
                    <a:pt x="221068" y="383540"/>
                  </a:lnTo>
                  <a:lnTo>
                    <a:pt x="232727" y="377190"/>
                  </a:lnTo>
                  <a:lnTo>
                    <a:pt x="254876" y="374650"/>
                  </a:lnTo>
                  <a:lnTo>
                    <a:pt x="275577" y="375920"/>
                  </a:lnTo>
                  <a:lnTo>
                    <a:pt x="288721" y="381000"/>
                  </a:lnTo>
                  <a:lnTo>
                    <a:pt x="295694" y="387350"/>
                  </a:lnTo>
                  <a:lnTo>
                    <a:pt x="297865" y="392430"/>
                  </a:lnTo>
                  <a:lnTo>
                    <a:pt x="297865" y="373659"/>
                  </a:lnTo>
                  <a:lnTo>
                    <a:pt x="293382" y="370840"/>
                  </a:lnTo>
                  <a:lnTo>
                    <a:pt x="285508" y="367030"/>
                  </a:lnTo>
                  <a:lnTo>
                    <a:pt x="282892" y="365760"/>
                  </a:lnTo>
                  <a:lnTo>
                    <a:pt x="270040" y="363220"/>
                  </a:lnTo>
                  <a:lnTo>
                    <a:pt x="246240" y="363220"/>
                  </a:lnTo>
                  <a:lnTo>
                    <a:pt x="238658" y="364490"/>
                  </a:lnTo>
                  <a:lnTo>
                    <a:pt x="232041" y="365760"/>
                  </a:lnTo>
                  <a:lnTo>
                    <a:pt x="226339" y="367030"/>
                  </a:lnTo>
                  <a:lnTo>
                    <a:pt x="214007" y="361950"/>
                  </a:lnTo>
                  <a:lnTo>
                    <a:pt x="201676" y="356870"/>
                  </a:lnTo>
                  <a:lnTo>
                    <a:pt x="189814" y="353060"/>
                  </a:lnTo>
                  <a:lnTo>
                    <a:pt x="178790" y="350520"/>
                  </a:lnTo>
                  <a:lnTo>
                    <a:pt x="178790" y="339090"/>
                  </a:lnTo>
                  <a:lnTo>
                    <a:pt x="178790" y="336550"/>
                  </a:lnTo>
                  <a:lnTo>
                    <a:pt x="190233" y="330200"/>
                  </a:lnTo>
                  <a:lnTo>
                    <a:pt x="213118" y="317500"/>
                  </a:lnTo>
                  <a:lnTo>
                    <a:pt x="239801" y="287020"/>
                  </a:lnTo>
                  <a:lnTo>
                    <a:pt x="257111" y="248920"/>
                  </a:lnTo>
                  <a:lnTo>
                    <a:pt x="263258" y="204470"/>
                  </a:lnTo>
                  <a:lnTo>
                    <a:pt x="257467" y="160020"/>
                  </a:lnTo>
                  <a:lnTo>
                    <a:pt x="256946" y="158750"/>
                  </a:lnTo>
                  <a:lnTo>
                    <a:pt x="255384" y="154940"/>
                  </a:lnTo>
                  <a:lnTo>
                    <a:pt x="251802" y="146227"/>
                  </a:lnTo>
                  <a:lnTo>
                    <a:pt x="251802" y="204470"/>
                  </a:lnTo>
                  <a:lnTo>
                    <a:pt x="243344" y="254000"/>
                  </a:lnTo>
                  <a:lnTo>
                    <a:pt x="219976" y="294640"/>
                  </a:lnTo>
                  <a:lnTo>
                    <a:pt x="184708" y="321310"/>
                  </a:lnTo>
                  <a:lnTo>
                    <a:pt x="167347" y="324815"/>
                  </a:lnTo>
                  <a:lnTo>
                    <a:pt x="167347" y="339090"/>
                  </a:lnTo>
                  <a:lnTo>
                    <a:pt x="167347" y="356870"/>
                  </a:lnTo>
                  <a:lnTo>
                    <a:pt x="167043" y="360680"/>
                  </a:lnTo>
                  <a:lnTo>
                    <a:pt x="166941" y="361950"/>
                  </a:lnTo>
                  <a:lnTo>
                    <a:pt x="166839" y="363220"/>
                  </a:lnTo>
                  <a:lnTo>
                    <a:pt x="166738" y="364490"/>
                  </a:lnTo>
                  <a:lnTo>
                    <a:pt x="166636" y="365760"/>
                  </a:lnTo>
                  <a:lnTo>
                    <a:pt x="163131" y="377190"/>
                  </a:lnTo>
                  <a:lnTo>
                    <a:pt x="154800" y="387350"/>
                  </a:lnTo>
                  <a:lnTo>
                    <a:pt x="139611" y="392430"/>
                  </a:lnTo>
                  <a:lnTo>
                    <a:pt x="124421" y="387350"/>
                  </a:lnTo>
                  <a:lnTo>
                    <a:pt x="116103" y="377190"/>
                  </a:lnTo>
                  <a:lnTo>
                    <a:pt x="112598" y="365760"/>
                  </a:lnTo>
                  <a:lnTo>
                    <a:pt x="112496" y="364490"/>
                  </a:lnTo>
                  <a:lnTo>
                    <a:pt x="112395" y="363220"/>
                  </a:lnTo>
                  <a:lnTo>
                    <a:pt x="112293" y="361950"/>
                  </a:lnTo>
                  <a:lnTo>
                    <a:pt x="111887" y="356870"/>
                  </a:lnTo>
                  <a:lnTo>
                    <a:pt x="111887" y="339090"/>
                  </a:lnTo>
                  <a:lnTo>
                    <a:pt x="125920" y="341630"/>
                  </a:lnTo>
                  <a:lnTo>
                    <a:pt x="133172" y="341630"/>
                  </a:lnTo>
                  <a:lnTo>
                    <a:pt x="140563" y="342900"/>
                  </a:lnTo>
                  <a:lnTo>
                    <a:pt x="147447" y="341630"/>
                  </a:lnTo>
                  <a:lnTo>
                    <a:pt x="154216" y="341630"/>
                  </a:lnTo>
                  <a:lnTo>
                    <a:pt x="167347" y="339090"/>
                  </a:lnTo>
                  <a:lnTo>
                    <a:pt x="167347" y="324815"/>
                  </a:lnTo>
                  <a:lnTo>
                    <a:pt x="140563" y="330200"/>
                  </a:lnTo>
                  <a:lnTo>
                    <a:pt x="96431" y="321310"/>
                  </a:lnTo>
                  <a:lnTo>
                    <a:pt x="61163" y="294640"/>
                  </a:lnTo>
                  <a:lnTo>
                    <a:pt x="37795" y="254000"/>
                  </a:lnTo>
                  <a:lnTo>
                    <a:pt x="29337" y="204470"/>
                  </a:lnTo>
                  <a:lnTo>
                    <a:pt x="29768" y="191770"/>
                  </a:lnTo>
                  <a:lnTo>
                    <a:pt x="31038" y="180340"/>
                  </a:lnTo>
                  <a:lnTo>
                    <a:pt x="33121" y="168910"/>
                  </a:lnTo>
                  <a:lnTo>
                    <a:pt x="35966" y="158750"/>
                  </a:lnTo>
                  <a:lnTo>
                    <a:pt x="44475" y="161290"/>
                  </a:lnTo>
                  <a:lnTo>
                    <a:pt x="53352" y="165100"/>
                  </a:lnTo>
                  <a:lnTo>
                    <a:pt x="62509" y="166370"/>
                  </a:lnTo>
                  <a:lnTo>
                    <a:pt x="71869" y="166370"/>
                  </a:lnTo>
                  <a:lnTo>
                    <a:pt x="92951" y="163830"/>
                  </a:lnTo>
                  <a:lnTo>
                    <a:pt x="105676" y="158750"/>
                  </a:lnTo>
                  <a:lnTo>
                    <a:pt x="112039" y="156210"/>
                  </a:lnTo>
                  <a:lnTo>
                    <a:pt x="113512" y="154940"/>
                  </a:lnTo>
                  <a:lnTo>
                    <a:pt x="128219" y="142240"/>
                  </a:lnTo>
                  <a:lnTo>
                    <a:pt x="140563" y="125730"/>
                  </a:lnTo>
                  <a:lnTo>
                    <a:pt x="152920" y="142240"/>
                  </a:lnTo>
                  <a:lnTo>
                    <a:pt x="169100" y="156210"/>
                  </a:lnTo>
                  <a:lnTo>
                    <a:pt x="188188" y="163830"/>
                  </a:lnTo>
                  <a:lnTo>
                    <a:pt x="209270" y="166370"/>
                  </a:lnTo>
                  <a:lnTo>
                    <a:pt x="218617" y="166370"/>
                  </a:lnTo>
                  <a:lnTo>
                    <a:pt x="227787" y="165100"/>
                  </a:lnTo>
                  <a:lnTo>
                    <a:pt x="236651" y="161290"/>
                  </a:lnTo>
                  <a:lnTo>
                    <a:pt x="245160" y="158750"/>
                  </a:lnTo>
                  <a:lnTo>
                    <a:pt x="248005" y="168910"/>
                  </a:lnTo>
                  <a:lnTo>
                    <a:pt x="250088" y="180340"/>
                  </a:lnTo>
                  <a:lnTo>
                    <a:pt x="251371" y="191770"/>
                  </a:lnTo>
                  <a:lnTo>
                    <a:pt x="251802" y="204470"/>
                  </a:lnTo>
                  <a:lnTo>
                    <a:pt x="251802" y="146227"/>
                  </a:lnTo>
                  <a:lnTo>
                    <a:pt x="241376" y="120840"/>
                  </a:lnTo>
                  <a:lnTo>
                    <a:pt x="241376" y="147320"/>
                  </a:lnTo>
                  <a:lnTo>
                    <a:pt x="233819" y="151130"/>
                  </a:lnTo>
                  <a:lnTo>
                    <a:pt x="225882" y="153670"/>
                  </a:lnTo>
                  <a:lnTo>
                    <a:pt x="217678" y="154940"/>
                  </a:lnTo>
                  <a:lnTo>
                    <a:pt x="209270" y="154940"/>
                  </a:lnTo>
                  <a:lnTo>
                    <a:pt x="188569" y="152400"/>
                  </a:lnTo>
                  <a:lnTo>
                    <a:pt x="170307" y="142240"/>
                  </a:lnTo>
                  <a:lnTo>
                    <a:pt x="155702" y="128270"/>
                  </a:lnTo>
                  <a:lnTo>
                    <a:pt x="154406" y="125730"/>
                  </a:lnTo>
                  <a:lnTo>
                    <a:pt x="145986" y="109220"/>
                  </a:lnTo>
                  <a:lnTo>
                    <a:pt x="145211" y="107950"/>
                  </a:lnTo>
                  <a:lnTo>
                    <a:pt x="143027" y="105410"/>
                  </a:lnTo>
                  <a:lnTo>
                    <a:pt x="138099" y="105410"/>
                  </a:lnTo>
                  <a:lnTo>
                    <a:pt x="135915" y="107950"/>
                  </a:lnTo>
                  <a:lnTo>
                    <a:pt x="135140" y="109220"/>
                  </a:lnTo>
                  <a:lnTo>
                    <a:pt x="125425" y="128270"/>
                  </a:lnTo>
                  <a:lnTo>
                    <a:pt x="110832" y="142240"/>
                  </a:lnTo>
                  <a:lnTo>
                    <a:pt x="92570" y="152400"/>
                  </a:lnTo>
                  <a:lnTo>
                    <a:pt x="71869" y="154940"/>
                  </a:lnTo>
                  <a:lnTo>
                    <a:pt x="63474" y="154940"/>
                  </a:lnTo>
                  <a:lnTo>
                    <a:pt x="55257" y="153670"/>
                  </a:lnTo>
                  <a:lnTo>
                    <a:pt x="47332" y="151130"/>
                  </a:lnTo>
                  <a:lnTo>
                    <a:pt x="39763" y="147320"/>
                  </a:lnTo>
                  <a:lnTo>
                    <a:pt x="56730" y="115570"/>
                  </a:lnTo>
                  <a:lnTo>
                    <a:pt x="80098" y="91440"/>
                  </a:lnTo>
                  <a:lnTo>
                    <a:pt x="108508" y="74930"/>
                  </a:lnTo>
                  <a:lnTo>
                    <a:pt x="140563" y="69850"/>
                  </a:lnTo>
                  <a:lnTo>
                    <a:pt x="172631" y="74930"/>
                  </a:lnTo>
                  <a:lnTo>
                    <a:pt x="201028" y="91440"/>
                  </a:lnTo>
                  <a:lnTo>
                    <a:pt x="224409" y="115570"/>
                  </a:lnTo>
                  <a:lnTo>
                    <a:pt x="241376" y="147320"/>
                  </a:lnTo>
                  <a:lnTo>
                    <a:pt x="241376" y="120840"/>
                  </a:lnTo>
                  <a:lnTo>
                    <a:pt x="241300" y="120650"/>
                  </a:lnTo>
                  <a:lnTo>
                    <a:pt x="216560" y="88900"/>
                  </a:lnTo>
                  <a:lnTo>
                    <a:pt x="188747" y="69850"/>
                  </a:lnTo>
                  <a:lnTo>
                    <a:pt x="185039" y="67310"/>
                  </a:lnTo>
                  <a:lnTo>
                    <a:pt x="187045" y="63500"/>
                  </a:lnTo>
                  <a:lnTo>
                    <a:pt x="187718" y="62230"/>
                  </a:lnTo>
                  <a:lnTo>
                    <a:pt x="189230" y="54610"/>
                  </a:lnTo>
                  <a:lnTo>
                    <a:pt x="189230" y="48260"/>
                  </a:lnTo>
                  <a:lnTo>
                    <a:pt x="185394" y="29210"/>
                  </a:lnTo>
                  <a:lnTo>
                    <a:pt x="177774" y="18097"/>
                  </a:lnTo>
                  <a:lnTo>
                    <a:pt x="177774" y="48260"/>
                  </a:lnTo>
                  <a:lnTo>
                    <a:pt x="177774" y="53340"/>
                  </a:lnTo>
                  <a:lnTo>
                    <a:pt x="176555" y="58420"/>
                  </a:lnTo>
                  <a:lnTo>
                    <a:pt x="174421" y="63500"/>
                  </a:lnTo>
                  <a:lnTo>
                    <a:pt x="166243" y="60960"/>
                  </a:lnTo>
                  <a:lnTo>
                    <a:pt x="149301" y="58420"/>
                  </a:lnTo>
                  <a:lnTo>
                    <a:pt x="131838" y="58420"/>
                  </a:lnTo>
                  <a:lnTo>
                    <a:pt x="114896" y="60960"/>
                  </a:lnTo>
                  <a:lnTo>
                    <a:pt x="106718" y="63500"/>
                  </a:lnTo>
                  <a:lnTo>
                    <a:pt x="104584" y="58420"/>
                  </a:lnTo>
                  <a:lnTo>
                    <a:pt x="103352" y="53340"/>
                  </a:lnTo>
                  <a:lnTo>
                    <a:pt x="103352" y="48260"/>
                  </a:lnTo>
                  <a:lnTo>
                    <a:pt x="106286" y="34290"/>
                  </a:lnTo>
                  <a:lnTo>
                    <a:pt x="114261" y="21590"/>
                  </a:lnTo>
                  <a:lnTo>
                    <a:pt x="126098" y="13970"/>
                  </a:lnTo>
                  <a:lnTo>
                    <a:pt x="140563" y="11430"/>
                  </a:lnTo>
                  <a:lnTo>
                    <a:pt x="155041" y="13970"/>
                  </a:lnTo>
                  <a:lnTo>
                    <a:pt x="166865" y="21590"/>
                  </a:lnTo>
                  <a:lnTo>
                    <a:pt x="174853" y="34290"/>
                  </a:lnTo>
                  <a:lnTo>
                    <a:pt x="177774" y="48260"/>
                  </a:lnTo>
                  <a:lnTo>
                    <a:pt x="177774" y="18097"/>
                  </a:lnTo>
                  <a:lnTo>
                    <a:pt x="174955" y="13970"/>
                  </a:lnTo>
                  <a:lnTo>
                    <a:pt x="171094" y="11430"/>
                  </a:lnTo>
                  <a:lnTo>
                    <a:pt x="159486" y="3810"/>
                  </a:lnTo>
                  <a:lnTo>
                    <a:pt x="140563" y="0"/>
                  </a:lnTo>
                  <a:lnTo>
                    <a:pt x="121640" y="3810"/>
                  </a:lnTo>
                  <a:lnTo>
                    <a:pt x="106172" y="13970"/>
                  </a:lnTo>
                  <a:lnTo>
                    <a:pt x="95732" y="29210"/>
                  </a:lnTo>
                  <a:lnTo>
                    <a:pt x="91909" y="48260"/>
                  </a:lnTo>
                  <a:lnTo>
                    <a:pt x="91909" y="54610"/>
                  </a:lnTo>
                  <a:lnTo>
                    <a:pt x="93421" y="62230"/>
                  </a:lnTo>
                  <a:lnTo>
                    <a:pt x="96100" y="67310"/>
                  </a:lnTo>
                  <a:lnTo>
                    <a:pt x="64592" y="88900"/>
                  </a:lnTo>
                  <a:lnTo>
                    <a:pt x="39839" y="120650"/>
                  </a:lnTo>
                  <a:lnTo>
                    <a:pt x="23672" y="160020"/>
                  </a:lnTo>
                  <a:lnTo>
                    <a:pt x="17881" y="204470"/>
                  </a:lnTo>
                  <a:lnTo>
                    <a:pt x="23888" y="248920"/>
                  </a:lnTo>
                  <a:lnTo>
                    <a:pt x="40767" y="287020"/>
                  </a:lnTo>
                  <a:lnTo>
                    <a:pt x="66852" y="316230"/>
                  </a:lnTo>
                  <a:lnTo>
                    <a:pt x="100431" y="335280"/>
                  </a:lnTo>
                  <a:lnTo>
                    <a:pt x="100431" y="350520"/>
                  </a:lnTo>
                  <a:lnTo>
                    <a:pt x="68376" y="360680"/>
                  </a:lnTo>
                  <a:lnTo>
                    <a:pt x="35674" y="378460"/>
                  </a:lnTo>
                  <a:lnTo>
                    <a:pt x="10236" y="403860"/>
                  </a:lnTo>
                  <a:lnTo>
                    <a:pt x="0" y="435610"/>
                  </a:lnTo>
                  <a:lnTo>
                    <a:pt x="0" y="490220"/>
                  </a:lnTo>
                  <a:lnTo>
                    <a:pt x="11442" y="490220"/>
                  </a:lnTo>
                  <a:lnTo>
                    <a:pt x="11442" y="435610"/>
                  </a:lnTo>
                  <a:lnTo>
                    <a:pt x="20510" y="408940"/>
                  </a:lnTo>
                  <a:lnTo>
                    <a:pt x="43053" y="387350"/>
                  </a:lnTo>
                  <a:lnTo>
                    <a:pt x="72110" y="372110"/>
                  </a:lnTo>
                  <a:lnTo>
                    <a:pt x="100685" y="361950"/>
                  </a:lnTo>
                  <a:lnTo>
                    <a:pt x="104063" y="378460"/>
                  </a:lnTo>
                  <a:lnTo>
                    <a:pt x="111163" y="391160"/>
                  </a:lnTo>
                  <a:lnTo>
                    <a:pt x="121564" y="398780"/>
                  </a:lnTo>
                  <a:lnTo>
                    <a:pt x="134848" y="403860"/>
                  </a:lnTo>
                  <a:lnTo>
                    <a:pt x="134848" y="487680"/>
                  </a:lnTo>
                  <a:lnTo>
                    <a:pt x="146291" y="487680"/>
                  </a:lnTo>
                  <a:lnTo>
                    <a:pt x="146291" y="402590"/>
                  </a:lnTo>
                  <a:lnTo>
                    <a:pt x="158902" y="398780"/>
                  </a:lnTo>
                  <a:lnTo>
                    <a:pt x="165938" y="392430"/>
                  </a:lnTo>
                  <a:lnTo>
                    <a:pt x="168757" y="389890"/>
                  </a:lnTo>
                  <a:lnTo>
                    <a:pt x="175450" y="377190"/>
                  </a:lnTo>
                  <a:lnTo>
                    <a:pt x="178600" y="361950"/>
                  </a:lnTo>
                  <a:lnTo>
                    <a:pt x="186804" y="364490"/>
                  </a:lnTo>
                  <a:lnTo>
                    <a:pt x="195567" y="367030"/>
                  </a:lnTo>
                  <a:lnTo>
                    <a:pt x="204685" y="369570"/>
                  </a:lnTo>
                  <a:lnTo>
                    <a:pt x="213944" y="374650"/>
                  </a:lnTo>
                  <a:lnTo>
                    <a:pt x="204546" y="382270"/>
                  </a:lnTo>
                  <a:lnTo>
                    <a:pt x="204431" y="387350"/>
                  </a:lnTo>
                  <a:lnTo>
                    <a:pt x="204343" y="510540"/>
                  </a:lnTo>
                  <a:lnTo>
                    <a:pt x="215785" y="510540"/>
                  </a:lnTo>
                  <a:lnTo>
                    <a:pt x="217830" y="505460"/>
                  </a:lnTo>
                  <a:lnTo>
                    <a:pt x="224447" y="499110"/>
                  </a:lnTo>
                  <a:lnTo>
                    <a:pt x="237007" y="495300"/>
                  </a:lnTo>
                  <a:lnTo>
                    <a:pt x="256819" y="492760"/>
                  </a:lnTo>
                  <a:lnTo>
                    <a:pt x="279857" y="495300"/>
                  </a:lnTo>
                  <a:lnTo>
                    <a:pt x="292112" y="501650"/>
                  </a:lnTo>
                  <a:lnTo>
                    <a:pt x="296976" y="508000"/>
                  </a:lnTo>
                  <a:lnTo>
                    <a:pt x="297865" y="510540"/>
                  </a:lnTo>
                  <a:lnTo>
                    <a:pt x="309422" y="510540"/>
                  </a:lnTo>
                  <a:lnTo>
                    <a:pt x="311467" y="505460"/>
                  </a:lnTo>
                  <a:lnTo>
                    <a:pt x="318096" y="499110"/>
                  </a:lnTo>
                  <a:lnTo>
                    <a:pt x="330644" y="495300"/>
                  </a:lnTo>
                  <a:lnTo>
                    <a:pt x="350469" y="492760"/>
                  </a:lnTo>
                  <a:lnTo>
                    <a:pt x="373494" y="495300"/>
                  </a:lnTo>
                  <a:lnTo>
                    <a:pt x="385749" y="501650"/>
                  </a:lnTo>
                  <a:lnTo>
                    <a:pt x="390613" y="508000"/>
                  </a:lnTo>
                  <a:lnTo>
                    <a:pt x="391515" y="510540"/>
                  </a:lnTo>
                  <a:lnTo>
                    <a:pt x="402945" y="510540"/>
                  </a:lnTo>
                  <a:lnTo>
                    <a:pt x="402945" y="492760"/>
                  </a:lnTo>
                  <a:lnTo>
                    <a:pt x="402945" y="491490"/>
                  </a:lnTo>
                  <a:close/>
                </a:path>
              </a:pathLst>
            </a:custGeom>
            <a:solidFill>
              <a:srgbClr val="5858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5905738" y="4838252"/>
              <a:ext cx="667385" cy="667385"/>
            </a:xfrm>
            <a:custGeom>
              <a:avLst/>
              <a:gdLst/>
              <a:ahLst/>
              <a:cxnLst/>
              <a:rect l="l" t="t" r="r" b="b"/>
              <a:pathLst>
                <a:path w="667384" h="667385">
                  <a:moveTo>
                    <a:pt x="356816" y="0"/>
                  </a:moveTo>
                  <a:lnTo>
                    <a:pt x="310180" y="0"/>
                  </a:lnTo>
                  <a:lnTo>
                    <a:pt x="263909" y="6473"/>
                  </a:lnTo>
                  <a:lnTo>
                    <a:pt x="218734" y="19421"/>
                  </a:lnTo>
                  <a:lnTo>
                    <a:pt x="175388" y="38842"/>
                  </a:lnTo>
                  <a:lnTo>
                    <a:pt x="134600" y="64738"/>
                  </a:lnTo>
                  <a:lnTo>
                    <a:pt x="97104" y="97107"/>
                  </a:lnTo>
                  <a:lnTo>
                    <a:pt x="64736" y="134602"/>
                  </a:lnTo>
                  <a:lnTo>
                    <a:pt x="38841" y="175388"/>
                  </a:lnTo>
                  <a:lnTo>
                    <a:pt x="19420" y="218733"/>
                  </a:lnTo>
                  <a:lnTo>
                    <a:pt x="6473" y="263907"/>
                  </a:lnTo>
                  <a:lnTo>
                    <a:pt x="0" y="310178"/>
                  </a:lnTo>
                  <a:lnTo>
                    <a:pt x="0" y="356815"/>
                  </a:lnTo>
                  <a:lnTo>
                    <a:pt x="6473" y="403086"/>
                  </a:lnTo>
                  <a:lnTo>
                    <a:pt x="19420" y="448260"/>
                  </a:lnTo>
                  <a:lnTo>
                    <a:pt x="38841" y="491606"/>
                  </a:lnTo>
                  <a:lnTo>
                    <a:pt x="64736" y="532392"/>
                  </a:lnTo>
                  <a:lnTo>
                    <a:pt x="97104" y="569887"/>
                  </a:lnTo>
                  <a:lnTo>
                    <a:pt x="134600" y="602256"/>
                  </a:lnTo>
                  <a:lnTo>
                    <a:pt x="175388" y="628151"/>
                  </a:lnTo>
                  <a:lnTo>
                    <a:pt x="218734" y="647573"/>
                  </a:lnTo>
                  <a:lnTo>
                    <a:pt x="263909" y="660520"/>
                  </a:lnTo>
                  <a:lnTo>
                    <a:pt x="310180" y="666994"/>
                  </a:lnTo>
                  <a:lnTo>
                    <a:pt x="356816" y="666994"/>
                  </a:lnTo>
                  <a:lnTo>
                    <a:pt x="403087" y="660520"/>
                  </a:lnTo>
                  <a:lnTo>
                    <a:pt x="448261" y="647573"/>
                  </a:lnTo>
                  <a:lnTo>
                    <a:pt x="491606" y="628151"/>
                  </a:lnTo>
                  <a:lnTo>
                    <a:pt x="532391" y="602256"/>
                  </a:lnTo>
                  <a:lnTo>
                    <a:pt x="569885" y="569887"/>
                  </a:lnTo>
                  <a:lnTo>
                    <a:pt x="602256" y="532392"/>
                  </a:lnTo>
                  <a:lnTo>
                    <a:pt x="628152" y="491606"/>
                  </a:lnTo>
                  <a:lnTo>
                    <a:pt x="647574" y="448260"/>
                  </a:lnTo>
                  <a:lnTo>
                    <a:pt x="660523" y="403086"/>
                  </a:lnTo>
                  <a:lnTo>
                    <a:pt x="666997" y="356815"/>
                  </a:lnTo>
                  <a:lnTo>
                    <a:pt x="666997" y="310178"/>
                  </a:lnTo>
                  <a:lnTo>
                    <a:pt x="660523" y="263907"/>
                  </a:lnTo>
                  <a:lnTo>
                    <a:pt x="647574" y="218733"/>
                  </a:lnTo>
                  <a:lnTo>
                    <a:pt x="628152" y="175388"/>
                  </a:lnTo>
                  <a:lnTo>
                    <a:pt x="602256" y="134602"/>
                  </a:lnTo>
                  <a:lnTo>
                    <a:pt x="569885" y="97107"/>
                  </a:lnTo>
                  <a:lnTo>
                    <a:pt x="532391" y="64738"/>
                  </a:lnTo>
                  <a:lnTo>
                    <a:pt x="491606" y="38842"/>
                  </a:lnTo>
                  <a:lnTo>
                    <a:pt x="448261" y="19421"/>
                  </a:lnTo>
                  <a:lnTo>
                    <a:pt x="403087" y="6473"/>
                  </a:lnTo>
                  <a:lnTo>
                    <a:pt x="356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5905738" y="4838252"/>
              <a:ext cx="667385" cy="667385"/>
            </a:xfrm>
            <a:custGeom>
              <a:avLst/>
              <a:gdLst/>
              <a:ahLst/>
              <a:cxnLst/>
              <a:rect l="l" t="t" r="r" b="b"/>
              <a:pathLst>
                <a:path w="667384" h="667385">
                  <a:moveTo>
                    <a:pt x="569887" y="97106"/>
                  </a:moveTo>
                  <a:lnTo>
                    <a:pt x="602256" y="134601"/>
                  </a:lnTo>
                  <a:lnTo>
                    <a:pt x="628151" y="175388"/>
                  </a:lnTo>
                  <a:lnTo>
                    <a:pt x="647572" y="218733"/>
                  </a:lnTo>
                  <a:lnTo>
                    <a:pt x="660520" y="263907"/>
                  </a:lnTo>
                  <a:lnTo>
                    <a:pt x="666994" y="310178"/>
                  </a:lnTo>
                  <a:lnTo>
                    <a:pt x="666994" y="356815"/>
                  </a:lnTo>
                  <a:lnTo>
                    <a:pt x="660520" y="403086"/>
                  </a:lnTo>
                  <a:lnTo>
                    <a:pt x="647572" y="448260"/>
                  </a:lnTo>
                  <a:lnTo>
                    <a:pt x="628151" y="491606"/>
                  </a:lnTo>
                  <a:lnTo>
                    <a:pt x="602256" y="532392"/>
                  </a:lnTo>
                  <a:lnTo>
                    <a:pt x="569887" y="569887"/>
                  </a:lnTo>
                  <a:lnTo>
                    <a:pt x="532392" y="602256"/>
                  </a:lnTo>
                  <a:lnTo>
                    <a:pt x="491606" y="628151"/>
                  </a:lnTo>
                  <a:lnTo>
                    <a:pt x="448260" y="647572"/>
                  </a:lnTo>
                  <a:lnTo>
                    <a:pt x="403086" y="660520"/>
                  </a:lnTo>
                  <a:lnTo>
                    <a:pt x="356815" y="666994"/>
                  </a:lnTo>
                  <a:lnTo>
                    <a:pt x="310178" y="666994"/>
                  </a:lnTo>
                  <a:lnTo>
                    <a:pt x="263907" y="660520"/>
                  </a:lnTo>
                  <a:lnTo>
                    <a:pt x="218733" y="647572"/>
                  </a:lnTo>
                  <a:lnTo>
                    <a:pt x="175388" y="628151"/>
                  </a:lnTo>
                  <a:lnTo>
                    <a:pt x="134601" y="602256"/>
                  </a:lnTo>
                  <a:lnTo>
                    <a:pt x="97106" y="569887"/>
                  </a:lnTo>
                  <a:lnTo>
                    <a:pt x="64737" y="532392"/>
                  </a:lnTo>
                  <a:lnTo>
                    <a:pt x="38842" y="491606"/>
                  </a:lnTo>
                  <a:lnTo>
                    <a:pt x="19421" y="448260"/>
                  </a:lnTo>
                  <a:lnTo>
                    <a:pt x="6473" y="403086"/>
                  </a:lnTo>
                  <a:lnTo>
                    <a:pt x="0" y="356815"/>
                  </a:lnTo>
                  <a:lnTo>
                    <a:pt x="0" y="310178"/>
                  </a:lnTo>
                  <a:lnTo>
                    <a:pt x="6473" y="263907"/>
                  </a:lnTo>
                  <a:lnTo>
                    <a:pt x="19421" y="218733"/>
                  </a:lnTo>
                  <a:lnTo>
                    <a:pt x="38842" y="175388"/>
                  </a:lnTo>
                  <a:lnTo>
                    <a:pt x="64737" y="134601"/>
                  </a:lnTo>
                  <a:lnTo>
                    <a:pt x="97106" y="97106"/>
                  </a:lnTo>
                  <a:lnTo>
                    <a:pt x="134601" y="64737"/>
                  </a:lnTo>
                  <a:lnTo>
                    <a:pt x="175388" y="38842"/>
                  </a:lnTo>
                  <a:lnTo>
                    <a:pt x="218733" y="19421"/>
                  </a:lnTo>
                  <a:lnTo>
                    <a:pt x="263907" y="6473"/>
                  </a:lnTo>
                  <a:lnTo>
                    <a:pt x="310178" y="0"/>
                  </a:lnTo>
                  <a:lnTo>
                    <a:pt x="356815" y="0"/>
                  </a:lnTo>
                  <a:lnTo>
                    <a:pt x="403086" y="6473"/>
                  </a:lnTo>
                  <a:lnTo>
                    <a:pt x="448260" y="19421"/>
                  </a:lnTo>
                  <a:lnTo>
                    <a:pt x="491606" y="38842"/>
                  </a:lnTo>
                  <a:lnTo>
                    <a:pt x="532392" y="64737"/>
                  </a:lnTo>
                  <a:lnTo>
                    <a:pt x="569887" y="97106"/>
                  </a:lnTo>
                  <a:close/>
                </a:path>
              </a:pathLst>
            </a:custGeom>
            <a:ln w="20941">
              <a:solidFill>
                <a:srgbClr val="2A90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6053333" y="4915223"/>
              <a:ext cx="372110" cy="506730"/>
            </a:xfrm>
            <a:custGeom>
              <a:avLst/>
              <a:gdLst/>
              <a:ahLst/>
              <a:cxnLst/>
              <a:rect l="l" t="t" r="r" b="b"/>
              <a:pathLst>
                <a:path w="372109" h="506729">
                  <a:moveTo>
                    <a:pt x="102387" y="162915"/>
                  </a:moveTo>
                  <a:lnTo>
                    <a:pt x="96901" y="155829"/>
                  </a:lnTo>
                  <a:lnTo>
                    <a:pt x="83350" y="155829"/>
                  </a:lnTo>
                  <a:lnTo>
                    <a:pt x="77851" y="162915"/>
                  </a:lnTo>
                  <a:lnTo>
                    <a:pt x="77851" y="180416"/>
                  </a:lnTo>
                  <a:lnTo>
                    <a:pt x="83350" y="187515"/>
                  </a:lnTo>
                  <a:lnTo>
                    <a:pt x="96901" y="187515"/>
                  </a:lnTo>
                  <a:lnTo>
                    <a:pt x="102387" y="180416"/>
                  </a:lnTo>
                  <a:lnTo>
                    <a:pt x="102387" y="162915"/>
                  </a:lnTo>
                  <a:close/>
                </a:path>
                <a:path w="372109" h="506729">
                  <a:moveTo>
                    <a:pt x="170002" y="193421"/>
                  </a:moveTo>
                  <a:lnTo>
                    <a:pt x="167030" y="190398"/>
                  </a:lnTo>
                  <a:lnTo>
                    <a:pt x="159677" y="190398"/>
                  </a:lnTo>
                  <a:lnTo>
                    <a:pt x="156705" y="193421"/>
                  </a:lnTo>
                  <a:lnTo>
                    <a:pt x="156705" y="220497"/>
                  </a:lnTo>
                  <a:lnTo>
                    <a:pt x="159677" y="223520"/>
                  </a:lnTo>
                  <a:lnTo>
                    <a:pt x="167030" y="223520"/>
                  </a:lnTo>
                  <a:lnTo>
                    <a:pt x="170002" y="220497"/>
                  </a:lnTo>
                  <a:lnTo>
                    <a:pt x="170002" y="193421"/>
                  </a:lnTo>
                  <a:close/>
                </a:path>
                <a:path w="372109" h="506729">
                  <a:moveTo>
                    <a:pt x="199529" y="254927"/>
                  </a:moveTo>
                  <a:lnTo>
                    <a:pt x="186232" y="254927"/>
                  </a:lnTo>
                  <a:lnTo>
                    <a:pt x="184429" y="262585"/>
                  </a:lnTo>
                  <a:lnTo>
                    <a:pt x="179514" y="268859"/>
                  </a:lnTo>
                  <a:lnTo>
                    <a:pt x="172250" y="273088"/>
                  </a:lnTo>
                  <a:lnTo>
                    <a:pt x="163347" y="274637"/>
                  </a:lnTo>
                  <a:lnTo>
                    <a:pt x="154457" y="273088"/>
                  </a:lnTo>
                  <a:lnTo>
                    <a:pt x="147193" y="268859"/>
                  </a:lnTo>
                  <a:lnTo>
                    <a:pt x="142278" y="262585"/>
                  </a:lnTo>
                  <a:lnTo>
                    <a:pt x="140487" y="254927"/>
                  </a:lnTo>
                  <a:lnTo>
                    <a:pt x="127177" y="254927"/>
                  </a:lnTo>
                  <a:lnTo>
                    <a:pt x="130035" y="267843"/>
                  </a:lnTo>
                  <a:lnTo>
                    <a:pt x="137782" y="278396"/>
                  </a:lnTo>
                  <a:lnTo>
                    <a:pt x="149288" y="285521"/>
                  </a:lnTo>
                  <a:lnTo>
                    <a:pt x="163347" y="288137"/>
                  </a:lnTo>
                  <a:lnTo>
                    <a:pt x="177419" y="285521"/>
                  </a:lnTo>
                  <a:lnTo>
                    <a:pt x="188912" y="278396"/>
                  </a:lnTo>
                  <a:lnTo>
                    <a:pt x="191681" y="274637"/>
                  </a:lnTo>
                  <a:lnTo>
                    <a:pt x="196684" y="267843"/>
                  </a:lnTo>
                  <a:lnTo>
                    <a:pt x="199529" y="254927"/>
                  </a:lnTo>
                  <a:close/>
                </a:path>
                <a:path w="372109" h="506729">
                  <a:moveTo>
                    <a:pt x="248843" y="162915"/>
                  </a:moveTo>
                  <a:lnTo>
                    <a:pt x="243344" y="155829"/>
                  </a:lnTo>
                  <a:lnTo>
                    <a:pt x="229793" y="155829"/>
                  </a:lnTo>
                  <a:lnTo>
                    <a:pt x="224307" y="162915"/>
                  </a:lnTo>
                  <a:lnTo>
                    <a:pt x="224307" y="180416"/>
                  </a:lnTo>
                  <a:lnTo>
                    <a:pt x="229793" y="187515"/>
                  </a:lnTo>
                  <a:lnTo>
                    <a:pt x="243344" y="187515"/>
                  </a:lnTo>
                  <a:lnTo>
                    <a:pt x="248843" y="180416"/>
                  </a:lnTo>
                  <a:lnTo>
                    <a:pt x="248843" y="162915"/>
                  </a:lnTo>
                  <a:close/>
                </a:path>
                <a:path w="372109" h="506729">
                  <a:moveTo>
                    <a:pt x="371779" y="159321"/>
                  </a:moveTo>
                  <a:lnTo>
                    <a:pt x="366280" y="131762"/>
                  </a:lnTo>
                  <a:lnTo>
                    <a:pt x="358482" y="120027"/>
                  </a:lnTo>
                  <a:lnTo>
                    <a:pt x="358482" y="159321"/>
                  </a:lnTo>
                  <a:lnTo>
                    <a:pt x="357390" y="175895"/>
                  </a:lnTo>
                  <a:lnTo>
                    <a:pt x="354507" y="192214"/>
                  </a:lnTo>
                  <a:lnTo>
                    <a:pt x="350456" y="208280"/>
                  </a:lnTo>
                  <a:lnTo>
                    <a:pt x="345871" y="224066"/>
                  </a:lnTo>
                  <a:lnTo>
                    <a:pt x="339940" y="244906"/>
                  </a:lnTo>
                  <a:lnTo>
                    <a:pt x="335838" y="265049"/>
                  </a:lnTo>
                  <a:lnTo>
                    <a:pt x="335241" y="284276"/>
                  </a:lnTo>
                  <a:lnTo>
                    <a:pt x="339699" y="301917"/>
                  </a:lnTo>
                  <a:lnTo>
                    <a:pt x="339813" y="302361"/>
                  </a:lnTo>
                  <a:lnTo>
                    <a:pt x="327050" y="297141"/>
                  </a:lnTo>
                  <a:lnTo>
                    <a:pt x="312293" y="289242"/>
                  </a:lnTo>
                  <a:lnTo>
                    <a:pt x="296672" y="278206"/>
                  </a:lnTo>
                  <a:lnTo>
                    <a:pt x="293687" y="275361"/>
                  </a:lnTo>
                  <a:lnTo>
                    <a:pt x="281317" y="263575"/>
                  </a:lnTo>
                  <a:lnTo>
                    <a:pt x="291744" y="242887"/>
                  </a:lnTo>
                  <a:lnTo>
                    <a:pt x="299478" y="220218"/>
                  </a:lnTo>
                  <a:lnTo>
                    <a:pt x="304266" y="195795"/>
                  </a:lnTo>
                  <a:lnTo>
                    <a:pt x="305917" y="169875"/>
                  </a:lnTo>
                  <a:lnTo>
                    <a:pt x="305295" y="155041"/>
                  </a:lnTo>
                  <a:lnTo>
                    <a:pt x="305168" y="152158"/>
                  </a:lnTo>
                  <a:lnTo>
                    <a:pt x="303339" y="138010"/>
                  </a:lnTo>
                  <a:lnTo>
                    <a:pt x="303288" y="137579"/>
                  </a:lnTo>
                  <a:lnTo>
                    <a:pt x="303212" y="137007"/>
                  </a:lnTo>
                  <a:lnTo>
                    <a:pt x="303136" y="136359"/>
                  </a:lnTo>
                  <a:lnTo>
                    <a:pt x="303009" y="135420"/>
                  </a:lnTo>
                  <a:lnTo>
                    <a:pt x="302958" y="134975"/>
                  </a:lnTo>
                  <a:lnTo>
                    <a:pt x="302729" y="133959"/>
                  </a:lnTo>
                  <a:lnTo>
                    <a:pt x="299440" y="118770"/>
                  </a:lnTo>
                  <a:lnTo>
                    <a:pt x="299364" y="118376"/>
                  </a:lnTo>
                  <a:lnTo>
                    <a:pt x="294462" y="102476"/>
                  </a:lnTo>
                  <a:lnTo>
                    <a:pt x="296900" y="102133"/>
                  </a:lnTo>
                  <a:lnTo>
                    <a:pt x="299402" y="101942"/>
                  </a:lnTo>
                  <a:lnTo>
                    <a:pt x="301942" y="101942"/>
                  </a:lnTo>
                  <a:lnTo>
                    <a:pt x="323926" y="106451"/>
                  </a:lnTo>
                  <a:lnTo>
                    <a:pt x="341909" y="118770"/>
                  </a:lnTo>
                  <a:lnTo>
                    <a:pt x="354037" y="137007"/>
                  </a:lnTo>
                  <a:lnTo>
                    <a:pt x="358482" y="159321"/>
                  </a:lnTo>
                  <a:lnTo>
                    <a:pt x="358482" y="120027"/>
                  </a:lnTo>
                  <a:lnTo>
                    <a:pt x="351307" y="109220"/>
                  </a:lnTo>
                  <a:lnTo>
                    <a:pt x="340664" y="101942"/>
                  </a:lnTo>
                  <a:lnTo>
                    <a:pt x="329107" y="94018"/>
                  </a:lnTo>
                  <a:lnTo>
                    <a:pt x="307962" y="89674"/>
                  </a:lnTo>
                  <a:lnTo>
                    <a:pt x="301942" y="88442"/>
                  </a:lnTo>
                  <a:lnTo>
                    <a:pt x="297624" y="88442"/>
                  </a:lnTo>
                  <a:lnTo>
                    <a:pt x="293446" y="88900"/>
                  </a:lnTo>
                  <a:lnTo>
                    <a:pt x="292620" y="89065"/>
                  </a:lnTo>
                  <a:lnTo>
                    <a:pt x="292620" y="169875"/>
                  </a:lnTo>
                  <a:lnTo>
                    <a:pt x="286245" y="218033"/>
                  </a:lnTo>
                  <a:lnTo>
                    <a:pt x="268338" y="259092"/>
                  </a:lnTo>
                  <a:lnTo>
                    <a:pt x="240690" y="290995"/>
                  </a:lnTo>
                  <a:lnTo>
                    <a:pt x="205092" y="311658"/>
                  </a:lnTo>
                  <a:lnTo>
                    <a:pt x="194665" y="313499"/>
                  </a:lnTo>
                  <a:lnTo>
                    <a:pt x="194665" y="328853"/>
                  </a:lnTo>
                  <a:lnTo>
                    <a:pt x="163347" y="462140"/>
                  </a:lnTo>
                  <a:lnTo>
                    <a:pt x="154584" y="424853"/>
                  </a:lnTo>
                  <a:lnTo>
                    <a:pt x="154584" y="483044"/>
                  </a:lnTo>
                  <a:lnTo>
                    <a:pt x="83515" y="436194"/>
                  </a:lnTo>
                  <a:lnTo>
                    <a:pt x="125818" y="360591"/>
                  </a:lnTo>
                  <a:lnTo>
                    <a:pt x="154584" y="483044"/>
                  </a:lnTo>
                  <a:lnTo>
                    <a:pt x="154584" y="424853"/>
                  </a:lnTo>
                  <a:lnTo>
                    <a:pt x="139484" y="360591"/>
                  </a:lnTo>
                  <a:lnTo>
                    <a:pt x="138760" y="357479"/>
                  </a:lnTo>
                  <a:lnTo>
                    <a:pt x="132029" y="328853"/>
                  </a:lnTo>
                  <a:lnTo>
                    <a:pt x="139649" y="330428"/>
                  </a:lnTo>
                  <a:lnTo>
                    <a:pt x="147408" y="331571"/>
                  </a:lnTo>
                  <a:lnTo>
                    <a:pt x="155321" y="332270"/>
                  </a:lnTo>
                  <a:lnTo>
                    <a:pt x="163347" y="332498"/>
                  </a:lnTo>
                  <a:lnTo>
                    <a:pt x="171411" y="332270"/>
                  </a:lnTo>
                  <a:lnTo>
                    <a:pt x="179311" y="331571"/>
                  </a:lnTo>
                  <a:lnTo>
                    <a:pt x="187071" y="330428"/>
                  </a:lnTo>
                  <a:lnTo>
                    <a:pt x="194665" y="328853"/>
                  </a:lnTo>
                  <a:lnTo>
                    <a:pt x="194665" y="313499"/>
                  </a:lnTo>
                  <a:lnTo>
                    <a:pt x="163347" y="318998"/>
                  </a:lnTo>
                  <a:lnTo>
                    <a:pt x="121615" y="311658"/>
                  </a:lnTo>
                  <a:lnTo>
                    <a:pt x="86017" y="290995"/>
                  </a:lnTo>
                  <a:lnTo>
                    <a:pt x="58369" y="259092"/>
                  </a:lnTo>
                  <a:lnTo>
                    <a:pt x="40462" y="218033"/>
                  </a:lnTo>
                  <a:lnTo>
                    <a:pt x="34099" y="169875"/>
                  </a:lnTo>
                  <a:lnTo>
                    <a:pt x="34264" y="162382"/>
                  </a:lnTo>
                  <a:lnTo>
                    <a:pt x="36855" y="137579"/>
                  </a:lnTo>
                  <a:lnTo>
                    <a:pt x="36944" y="137007"/>
                  </a:lnTo>
                  <a:lnTo>
                    <a:pt x="37045" y="136359"/>
                  </a:lnTo>
                  <a:lnTo>
                    <a:pt x="68745" y="138010"/>
                  </a:lnTo>
                  <a:lnTo>
                    <a:pt x="98907" y="136359"/>
                  </a:lnTo>
                  <a:lnTo>
                    <a:pt x="116090" y="135420"/>
                  </a:lnTo>
                  <a:lnTo>
                    <a:pt x="161759" y="124383"/>
                  </a:lnTo>
                  <a:lnTo>
                    <a:pt x="167246" y="123063"/>
                  </a:lnTo>
                  <a:lnTo>
                    <a:pt x="210337" y="95415"/>
                  </a:lnTo>
                  <a:lnTo>
                    <a:pt x="230365" y="121907"/>
                  </a:lnTo>
                  <a:lnTo>
                    <a:pt x="254012" y="137579"/>
                  </a:lnTo>
                  <a:lnTo>
                    <a:pt x="276072" y="145275"/>
                  </a:lnTo>
                  <a:lnTo>
                    <a:pt x="291338" y="147828"/>
                  </a:lnTo>
                  <a:lnTo>
                    <a:pt x="292163" y="155041"/>
                  </a:lnTo>
                  <a:lnTo>
                    <a:pt x="292430" y="159321"/>
                  </a:lnTo>
                  <a:lnTo>
                    <a:pt x="292557" y="161302"/>
                  </a:lnTo>
                  <a:lnTo>
                    <a:pt x="292620" y="169875"/>
                  </a:lnTo>
                  <a:lnTo>
                    <a:pt x="292620" y="89065"/>
                  </a:lnTo>
                  <a:lnTo>
                    <a:pt x="289356" y="89674"/>
                  </a:lnTo>
                  <a:lnTo>
                    <a:pt x="289204" y="89420"/>
                  </a:lnTo>
                  <a:lnTo>
                    <a:pt x="289204" y="133959"/>
                  </a:lnTo>
                  <a:lnTo>
                    <a:pt x="273799" y="130594"/>
                  </a:lnTo>
                  <a:lnTo>
                    <a:pt x="233794" y="106172"/>
                  </a:lnTo>
                  <a:lnTo>
                    <a:pt x="217627" y="78447"/>
                  </a:lnTo>
                  <a:lnTo>
                    <a:pt x="217500" y="78130"/>
                  </a:lnTo>
                  <a:lnTo>
                    <a:pt x="215468" y="76479"/>
                  </a:lnTo>
                  <a:lnTo>
                    <a:pt x="210629" y="75780"/>
                  </a:lnTo>
                  <a:lnTo>
                    <a:pt x="208241" y="76809"/>
                  </a:lnTo>
                  <a:lnTo>
                    <a:pt x="206794" y="78803"/>
                  </a:lnTo>
                  <a:lnTo>
                    <a:pt x="168871" y="107746"/>
                  </a:lnTo>
                  <a:lnTo>
                    <a:pt x="119913" y="121119"/>
                  </a:lnTo>
                  <a:lnTo>
                    <a:pt x="72669" y="124383"/>
                  </a:lnTo>
                  <a:lnTo>
                    <a:pt x="40716" y="123063"/>
                  </a:lnTo>
                  <a:lnTo>
                    <a:pt x="39865" y="123063"/>
                  </a:lnTo>
                  <a:lnTo>
                    <a:pt x="57924" y="78447"/>
                  </a:lnTo>
                  <a:lnTo>
                    <a:pt x="86017" y="43192"/>
                  </a:lnTo>
                  <a:lnTo>
                    <a:pt x="121907" y="20027"/>
                  </a:lnTo>
                  <a:lnTo>
                    <a:pt x="163347" y="11684"/>
                  </a:lnTo>
                  <a:lnTo>
                    <a:pt x="206946" y="20955"/>
                  </a:lnTo>
                  <a:lnTo>
                    <a:pt x="244221" y="46583"/>
                  </a:lnTo>
                  <a:lnTo>
                    <a:pt x="272529" y="85331"/>
                  </a:lnTo>
                  <a:lnTo>
                    <a:pt x="289204" y="133959"/>
                  </a:lnTo>
                  <a:lnTo>
                    <a:pt x="289204" y="89420"/>
                  </a:lnTo>
                  <a:lnTo>
                    <a:pt x="267246" y="52451"/>
                  </a:lnTo>
                  <a:lnTo>
                    <a:pt x="237832" y="23545"/>
                  </a:lnTo>
                  <a:lnTo>
                    <a:pt x="202692" y="4838"/>
                  </a:lnTo>
                  <a:lnTo>
                    <a:pt x="174066" y="0"/>
                  </a:lnTo>
                  <a:lnTo>
                    <a:pt x="154051" y="0"/>
                  </a:lnTo>
                  <a:lnTo>
                    <a:pt x="79209" y="31356"/>
                  </a:lnTo>
                  <a:lnTo>
                    <a:pt x="48323" y="68541"/>
                  </a:lnTo>
                  <a:lnTo>
                    <a:pt x="28067" y="115658"/>
                  </a:lnTo>
                  <a:lnTo>
                    <a:pt x="20789" y="169875"/>
                  </a:lnTo>
                  <a:lnTo>
                    <a:pt x="27813" y="222377"/>
                  </a:lnTo>
                  <a:lnTo>
                    <a:pt x="47574" y="267144"/>
                  </a:lnTo>
                  <a:lnTo>
                    <a:pt x="78079" y="301917"/>
                  </a:lnTo>
                  <a:lnTo>
                    <a:pt x="117335" y="324434"/>
                  </a:lnTo>
                  <a:lnTo>
                    <a:pt x="117817" y="326567"/>
                  </a:lnTo>
                  <a:lnTo>
                    <a:pt x="117805" y="342163"/>
                  </a:lnTo>
                  <a:lnTo>
                    <a:pt x="80429" y="353898"/>
                  </a:lnTo>
                  <a:lnTo>
                    <a:pt x="42049" y="374573"/>
                  </a:lnTo>
                  <a:lnTo>
                    <a:pt x="12090" y="404012"/>
                  </a:lnTo>
                  <a:lnTo>
                    <a:pt x="0" y="442036"/>
                  </a:lnTo>
                  <a:lnTo>
                    <a:pt x="0" y="506145"/>
                  </a:lnTo>
                  <a:lnTo>
                    <a:pt x="13309" y="506145"/>
                  </a:lnTo>
                  <a:lnTo>
                    <a:pt x="13309" y="442036"/>
                  </a:lnTo>
                  <a:lnTo>
                    <a:pt x="23101" y="411734"/>
                  </a:lnTo>
                  <a:lnTo>
                    <a:pt x="47650" y="387273"/>
                  </a:lnTo>
                  <a:lnTo>
                    <a:pt x="79768" y="369074"/>
                  </a:lnTo>
                  <a:lnTo>
                    <a:pt x="112242" y="357479"/>
                  </a:lnTo>
                  <a:lnTo>
                    <a:pt x="65773" y="440588"/>
                  </a:lnTo>
                  <a:lnTo>
                    <a:pt x="163347" y="504926"/>
                  </a:lnTo>
                  <a:lnTo>
                    <a:pt x="196532" y="483044"/>
                  </a:lnTo>
                  <a:lnTo>
                    <a:pt x="260934" y="440588"/>
                  </a:lnTo>
                  <a:lnTo>
                    <a:pt x="243179" y="408851"/>
                  </a:lnTo>
                  <a:lnTo>
                    <a:pt x="243179" y="436194"/>
                  </a:lnTo>
                  <a:lnTo>
                    <a:pt x="172110" y="483044"/>
                  </a:lnTo>
                  <a:lnTo>
                    <a:pt x="177025" y="462140"/>
                  </a:lnTo>
                  <a:lnTo>
                    <a:pt x="200888" y="360591"/>
                  </a:lnTo>
                  <a:lnTo>
                    <a:pt x="243179" y="436194"/>
                  </a:lnTo>
                  <a:lnTo>
                    <a:pt x="243179" y="408851"/>
                  </a:lnTo>
                  <a:lnTo>
                    <a:pt x="216192" y="360591"/>
                  </a:lnTo>
                  <a:lnTo>
                    <a:pt x="214452" y="357479"/>
                  </a:lnTo>
                  <a:lnTo>
                    <a:pt x="246926" y="369074"/>
                  </a:lnTo>
                  <a:lnTo>
                    <a:pt x="279044" y="387273"/>
                  </a:lnTo>
                  <a:lnTo>
                    <a:pt x="303606" y="411734"/>
                  </a:lnTo>
                  <a:lnTo>
                    <a:pt x="313397" y="442036"/>
                  </a:lnTo>
                  <a:lnTo>
                    <a:pt x="313397" y="506145"/>
                  </a:lnTo>
                  <a:lnTo>
                    <a:pt x="326707" y="506145"/>
                  </a:lnTo>
                  <a:lnTo>
                    <a:pt x="326707" y="442036"/>
                  </a:lnTo>
                  <a:lnTo>
                    <a:pt x="314617" y="404012"/>
                  </a:lnTo>
                  <a:lnTo>
                    <a:pt x="284657" y="374573"/>
                  </a:lnTo>
                  <a:lnTo>
                    <a:pt x="252920" y="357479"/>
                  </a:lnTo>
                  <a:lnTo>
                    <a:pt x="246265" y="353898"/>
                  </a:lnTo>
                  <a:lnTo>
                    <a:pt x="208889" y="342163"/>
                  </a:lnTo>
                  <a:lnTo>
                    <a:pt x="208889" y="328853"/>
                  </a:lnTo>
                  <a:lnTo>
                    <a:pt x="208889" y="326567"/>
                  </a:lnTo>
                  <a:lnTo>
                    <a:pt x="209384" y="324434"/>
                  </a:lnTo>
                  <a:lnTo>
                    <a:pt x="221348" y="318998"/>
                  </a:lnTo>
                  <a:lnTo>
                    <a:pt x="227901" y="316014"/>
                  </a:lnTo>
                  <a:lnTo>
                    <a:pt x="244894" y="304901"/>
                  </a:lnTo>
                  <a:lnTo>
                    <a:pt x="260159" y="291287"/>
                  </a:lnTo>
                  <a:lnTo>
                    <a:pt x="273545" y="275361"/>
                  </a:lnTo>
                  <a:lnTo>
                    <a:pt x="301117" y="298221"/>
                  </a:lnTo>
                  <a:lnTo>
                    <a:pt x="327304" y="311886"/>
                  </a:lnTo>
                  <a:lnTo>
                    <a:pt x="347345" y="318643"/>
                  </a:lnTo>
                  <a:lnTo>
                    <a:pt x="347548" y="318643"/>
                  </a:lnTo>
                  <a:lnTo>
                    <a:pt x="355066" y="320255"/>
                  </a:lnTo>
                  <a:lnTo>
                    <a:pt x="357733" y="320255"/>
                  </a:lnTo>
                  <a:lnTo>
                    <a:pt x="360222" y="318643"/>
                  </a:lnTo>
                  <a:lnTo>
                    <a:pt x="362318" y="313702"/>
                  </a:lnTo>
                  <a:lnTo>
                    <a:pt x="361823" y="310819"/>
                  </a:lnTo>
                  <a:lnTo>
                    <a:pt x="360006" y="308851"/>
                  </a:lnTo>
                  <a:lnTo>
                    <a:pt x="356209" y="302361"/>
                  </a:lnTo>
                  <a:lnTo>
                    <a:pt x="350253" y="292176"/>
                  </a:lnTo>
                  <a:lnTo>
                    <a:pt x="348335" y="273215"/>
                  </a:lnTo>
                  <a:lnTo>
                    <a:pt x="351904" y="251853"/>
                  </a:lnTo>
                  <a:lnTo>
                    <a:pt x="358597" y="227977"/>
                  </a:lnTo>
                  <a:lnTo>
                    <a:pt x="363270" y="211886"/>
                  </a:lnTo>
                  <a:lnTo>
                    <a:pt x="367512" y="194945"/>
                  </a:lnTo>
                  <a:lnTo>
                    <a:pt x="370598" y="177355"/>
                  </a:lnTo>
                  <a:lnTo>
                    <a:pt x="371779" y="159321"/>
                  </a:lnTo>
                  <a:close/>
                </a:path>
              </a:pathLst>
            </a:custGeom>
            <a:solidFill>
              <a:srgbClr val="5858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14468533" y="3327512"/>
            <a:ext cx="4170679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65">
                <a:solidFill>
                  <a:srgbClr val="53585F"/>
                </a:solidFill>
                <a:latin typeface="Lucida Sans Unicode"/>
                <a:cs typeface="Lucida Sans Unicode"/>
              </a:rPr>
              <a:t>Relevant</a:t>
            </a:r>
            <a:r>
              <a:rPr dirty="0" sz="2850" spc="-17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100">
                <a:solidFill>
                  <a:srgbClr val="53585F"/>
                </a:solidFill>
                <a:latin typeface="Lucida Sans Unicode"/>
                <a:cs typeface="Lucida Sans Unicode"/>
              </a:rPr>
              <a:t>across</a:t>
            </a:r>
            <a:r>
              <a:rPr dirty="0" sz="2850" spc="-16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95">
                <a:solidFill>
                  <a:srgbClr val="53585F"/>
                </a:solidFill>
                <a:latin typeface="Lucida Sans Unicode"/>
                <a:cs typeface="Lucida Sans Unicode"/>
              </a:rPr>
              <a:t>all</a:t>
            </a:r>
            <a:r>
              <a:rPr dirty="0" sz="2850" spc="-17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45">
                <a:solidFill>
                  <a:srgbClr val="53585F"/>
                </a:solidFill>
                <a:latin typeface="Lucida Sans Unicode"/>
                <a:cs typeface="Lucida Sans Unicode"/>
              </a:rPr>
              <a:t>teams</a:t>
            </a:r>
            <a:endParaRPr sz="2850">
              <a:latin typeface="Lucida Sans Unicode"/>
              <a:cs typeface="Lucida Sans Unicode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3302767" y="3634592"/>
            <a:ext cx="0" cy="3972560"/>
          </a:xfrm>
          <a:custGeom>
            <a:avLst/>
            <a:gdLst/>
            <a:ahLst/>
            <a:cxnLst/>
            <a:rect l="l" t="t" r="r" b="b"/>
            <a:pathLst>
              <a:path w="0" h="3972559">
                <a:moveTo>
                  <a:pt x="0" y="3972304"/>
                </a:moveTo>
                <a:lnTo>
                  <a:pt x="0" y="0"/>
                </a:lnTo>
              </a:path>
            </a:pathLst>
          </a:custGeom>
          <a:ln w="20941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918335">
              <a:lnSpc>
                <a:spcPct val="100000"/>
              </a:lnSpc>
              <a:spcBef>
                <a:spcPts val="120"/>
              </a:spcBef>
            </a:pPr>
            <a:r>
              <a:rPr dirty="0" spc="120">
                <a:solidFill>
                  <a:srgbClr val="53585F"/>
                </a:solidFill>
              </a:rPr>
              <a:t>Our</a:t>
            </a:r>
            <a:r>
              <a:rPr dirty="0" spc="-155">
                <a:solidFill>
                  <a:srgbClr val="53585F"/>
                </a:solidFill>
              </a:rPr>
              <a:t> </a:t>
            </a:r>
            <a:r>
              <a:rPr dirty="0" spc="210">
                <a:solidFill>
                  <a:srgbClr val="53585F"/>
                </a:solidFill>
              </a:rPr>
              <a:t>two</a:t>
            </a:r>
            <a:r>
              <a:rPr dirty="0" spc="-150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areas</a:t>
            </a:r>
            <a:r>
              <a:rPr dirty="0" spc="-150">
                <a:solidFill>
                  <a:srgbClr val="53585F"/>
                </a:solidFill>
              </a:rPr>
              <a:t> </a:t>
            </a:r>
            <a:r>
              <a:rPr dirty="0" spc="114">
                <a:solidFill>
                  <a:srgbClr val="53585F"/>
                </a:solidFill>
              </a:rPr>
              <a:t>of</a:t>
            </a:r>
            <a:r>
              <a:rPr dirty="0" spc="-55">
                <a:solidFill>
                  <a:srgbClr val="53585F"/>
                </a:solidFill>
              </a:rPr>
              <a:t> </a:t>
            </a:r>
            <a:r>
              <a:rPr dirty="0" spc="-40">
                <a:solidFill>
                  <a:srgbClr val="53585F"/>
                </a:solidFill>
              </a:rPr>
              <a:t>focus</a:t>
            </a:r>
            <a:r>
              <a:rPr dirty="0" spc="-150">
                <a:solidFill>
                  <a:srgbClr val="53585F"/>
                </a:solidFill>
              </a:rPr>
              <a:t> </a:t>
            </a:r>
            <a:r>
              <a:rPr dirty="0" spc="90">
                <a:solidFill>
                  <a:srgbClr val="53585F"/>
                </a:solidFill>
              </a:rPr>
              <a:t>for</a:t>
            </a:r>
            <a:r>
              <a:rPr dirty="0" spc="-150">
                <a:solidFill>
                  <a:srgbClr val="53585F"/>
                </a:solidFill>
              </a:rPr>
              <a:t> </a:t>
            </a:r>
            <a:r>
              <a:rPr dirty="0" spc="365">
                <a:solidFill>
                  <a:srgbClr val="53585F"/>
                </a:solidFill>
              </a:rPr>
              <a:t>2018</a:t>
            </a:r>
          </a:p>
        </p:txBody>
      </p:sp>
      <p:sp>
        <p:nvSpPr>
          <p:cNvPr id="3" name="object 3"/>
          <p:cNvSpPr/>
          <p:nvPr/>
        </p:nvSpPr>
        <p:spPr>
          <a:xfrm>
            <a:off x="10062520" y="3200576"/>
            <a:ext cx="0" cy="5687060"/>
          </a:xfrm>
          <a:custGeom>
            <a:avLst/>
            <a:gdLst/>
            <a:ahLst/>
            <a:cxnLst/>
            <a:rect l="l" t="t" r="r" b="b"/>
            <a:pathLst>
              <a:path w="0" h="5687059">
                <a:moveTo>
                  <a:pt x="0" y="5687048"/>
                </a:moveTo>
                <a:lnTo>
                  <a:pt x="0" y="0"/>
                </a:lnTo>
              </a:path>
            </a:pathLst>
          </a:custGeom>
          <a:ln w="20941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829871" y="2165243"/>
            <a:ext cx="6076315" cy="1177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7850" marR="5080" indent="-565785">
              <a:lnSpc>
                <a:spcPct val="114500"/>
              </a:lnSpc>
              <a:spcBef>
                <a:spcPts val="100"/>
              </a:spcBef>
            </a:pPr>
            <a:r>
              <a:rPr dirty="0" sz="3300" spc="-90">
                <a:solidFill>
                  <a:srgbClr val="53585F"/>
                </a:solidFill>
                <a:latin typeface="Lucida Sans Unicode"/>
                <a:cs typeface="Lucida Sans Unicode"/>
              </a:rPr>
              <a:t>Improve</a:t>
            </a:r>
            <a:r>
              <a:rPr dirty="0" sz="3300" spc="-204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14">
                <a:solidFill>
                  <a:srgbClr val="53585F"/>
                </a:solidFill>
                <a:latin typeface="Lucida Sans Unicode"/>
                <a:cs typeface="Lucida Sans Unicode"/>
              </a:rPr>
              <a:t>our</a:t>
            </a:r>
            <a:r>
              <a:rPr dirty="0" sz="3300" spc="-20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30">
                <a:solidFill>
                  <a:srgbClr val="53585F"/>
                </a:solidFill>
                <a:latin typeface="Lucida Sans Unicode"/>
                <a:cs typeface="Lucida Sans Unicode"/>
              </a:rPr>
              <a:t>platform</a:t>
            </a:r>
            <a:r>
              <a:rPr dirty="0" sz="3300" spc="-20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20">
                <a:solidFill>
                  <a:srgbClr val="53585F"/>
                </a:solidFill>
                <a:latin typeface="Lucida Sans Unicode"/>
                <a:cs typeface="Lucida Sans Unicode"/>
              </a:rPr>
              <a:t>to</a:t>
            </a:r>
            <a:r>
              <a:rPr dirty="0" sz="3300" spc="-204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35">
                <a:solidFill>
                  <a:srgbClr val="53585F"/>
                </a:solidFill>
                <a:latin typeface="Lucida Sans Unicode"/>
                <a:cs typeface="Lucida Sans Unicode"/>
              </a:rPr>
              <a:t>make</a:t>
            </a:r>
            <a:r>
              <a:rPr dirty="0" sz="3300" spc="-20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80">
                <a:solidFill>
                  <a:srgbClr val="53585F"/>
                </a:solidFill>
                <a:latin typeface="Lucida Sans Unicode"/>
                <a:cs typeface="Lucida Sans Unicode"/>
              </a:rPr>
              <a:t>it </a:t>
            </a:r>
            <a:r>
              <a:rPr dirty="0" sz="3300" spc="-95">
                <a:solidFill>
                  <a:srgbClr val="53585F"/>
                </a:solidFill>
                <a:latin typeface="Lucida Sans Unicode"/>
                <a:cs typeface="Lucida Sans Unicode"/>
              </a:rPr>
              <a:t>easier</a:t>
            </a:r>
            <a:r>
              <a:rPr dirty="0" sz="3300" spc="-19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20">
                <a:solidFill>
                  <a:srgbClr val="53585F"/>
                </a:solidFill>
                <a:latin typeface="Lucida Sans Unicode"/>
                <a:cs typeface="Lucida Sans Unicode"/>
              </a:rPr>
              <a:t>to</a:t>
            </a:r>
            <a:r>
              <a:rPr dirty="0" sz="3300" spc="-19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90">
                <a:solidFill>
                  <a:srgbClr val="53585F"/>
                </a:solidFill>
                <a:latin typeface="Lucida Sans Unicode"/>
                <a:cs typeface="Lucida Sans Unicode"/>
              </a:rPr>
              <a:t>build</a:t>
            </a:r>
            <a:r>
              <a:rPr dirty="0" sz="3300" spc="-19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90">
                <a:solidFill>
                  <a:srgbClr val="53585F"/>
                </a:solidFill>
                <a:latin typeface="Lucida Sans Unicode"/>
                <a:cs typeface="Lucida Sans Unicode"/>
              </a:rPr>
              <a:t>on</a:t>
            </a:r>
            <a:r>
              <a:rPr dirty="0" sz="3300" spc="-19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80">
                <a:solidFill>
                  <a:srgbClr val="53585F"/>
                </a:solidFill>
                <a:latin typeface="Lucida Sans Unicode"/>
                <a:cs typeface="Lucida Sans Unicode"/>
              </a:rPr>
              <a:t>top</a:t>
            </a:r>
            <a:r>
              <a:rPr dirty="0" sz="3300" spc="-19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30">
                <a:solidFill>
                  <a:srgbClr val="53585F"/>
                </a:solidFill>
                <a:latin typeface="Lucida Sans Unicode"/>
                <a:cs typeface="Lucida Sans Unicode"/>
              </a:rPr>
              <a:t>of</a:t>
            </a:r>
            <a:r>
              <a:rPr dirty="0" sz="3300" spc="-12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25">
                <a:solidFill>
                  <a:srgbClr val="53585F"/>
                </a:solidFill>
                <a:latin typeface="Lucida Sans Unicode"/>
                <a:cs typeface="Lucida Sans Unicode"/>
              </a:rPr>
              <a:t>it</a:t>
            </a:r>
            <a:endParaRPr sz="33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45375" y="4305962"/>
            <a:ext cx="3847348" cy="38608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37487" y="2165243"/>
            <a:ext cx="5467985" cy="1177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4825" marR="5080" indent="-492759">
              <a:lnSpc>
                <a:spcPct val="114500"/>
              </a:lnSpc>
              <a:spcBef>
                <a:spcPts val="100"/>
              </a:spcBef>
            </a:pPr>
            <a:r>
              <a:rPr dirty="0" sz="3300">
                <a:solidFill>
                  <a:srgbClr val="53585F"/>
                </a:solidFill>
                <a:latin typeface="Lucida Sans Unicode"/>
                <a:cs typeface="Lucida Sans Unicode"/>
              </a:rPr>
              <a:t>Add</a:t>
            </a:r>
            <a:r>
              <a:rPr dirty="0" sz="3300" spc="-18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10">
                <a:solidFill>
                  <a:srgbClr val="53585F"/>
                </a:solidFill>
                <a:latin typeface="Lucida Sans Unicode"/>
                <a:cs typeface="Lucida Sans Unicode"/>
              </a:rPr>
              <a:t>more</a:t>
            </a:r>
            <a:r>
              <a:rPr dirty="0" sz="3300" spc="-18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65">
                <a:solidFill>
                  <a:srgbClr val="53585F"/>
                </a:solidFill>
                <a:latin typeface="Lucida Sans Unicode"/>
                <a:cs typeface="Lucida Sans Unicode"/>
              </a:rPr>
              <a:t>users</a:t>
            </a:r>
            <a:r>
              <a:rPr dirty="0" sz="3300" spc="-18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20">
                <a:solidFill>
                  <a:srgbClr val="53585F"/>
                </a:solidFill>
                <a:latin typeface="Lucida Sans Unicode"/>
                <a:cs typeface="Lucida Sans Unicode"/>
              </a:rPr>
              <a:t>to</a:t>
            </a:r>
            <a:r>
              <a:rPr dirty="0" sz="3300" spc="-18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35">
                <a:solidFill>
                  <a:srgbClr val="53585F"/>
                </a:solidFill>
                <a:latin typeface="Lucida Sans Unicode"/>
                <a:cs typeface="Lucida Sans Unicode"/>
              </a:rPr>
              <a:t>make</a:t>
            </a:r>
            <a:r>
              <a:rPr dirty="0" sz="3300" spc="-18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60">
                <a:solidFill>
                  <a:srgbClr val="53585F"/>
                </a:solidFill>
                <a:latin typeface="Lucida Sans Unicode"/>
                <a:cs typeface="Lucida Sans Unicode"/>
              </a:rPr>
              <a:t>our </a:t>
            </a:r>
            <a:r>
              <a:rPr dirty="0" sz="3300" spc="-130">
                <a:solidFill>
                  <a:srgbClr val="53585F"/>
                </a:solidFill>
                <a:latin typeface="Lucida Sans Unicode"/>
                <a:cs typeface="Lucida Sans Unicode"/>
              </a:rPr>
              <a:t>platform</a:t>
            </a:r>
            <a:r>
              <a:rPr dirty="0" sz="3300" spc="-204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10">
                <a:solidFill>
                  <a:srgbClr val="53585F"/>
                </a:solidFill>
                <a:latin typeface="Lucida Sans Unicode"/>
                <a:cs typeface="Lucida Sans Unicode"/>
              </a:rPr>
              <a:t>more</a:t>
            </a:r>
            <a:r>
              <a:rPr dirty="0" sz="3300" spc="-20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0">
                <a:solidFill>
                  <a:srgbClr val="53585F"/>
                </a:solidFill>
                <a:latin typeface="Lucida Sans Unicode"/>
                <a:cs typeface="Lucida Sans Unicode"/>
              </a:rPr>
              <a:t>valuable</a:t>
            </a:r>
            <a:endParaRPr sz="33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39662" y="4745997"/>
            <a:ext cx="4254500" cy="2340610"/>
            <a:chOff x="3039662" y="4745997"/>
            <a:chExt cx="4254500" cy="234061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9662" y="4983491"/>
              <a:ext cx="4254161" cy="210261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4670" y="4745997"/>
              <a:ext cx="625475" cy="618490"/>
            </a:xfrm>
            <a:custGeom>
              <a:avLst/>
              <a:gdLst/>
              <a:ahLst/>
              <a:cxnLst/>
              <a:rect l="l" t="t" r="r" b="b"/>
              <a:pathLst>
                <a:path w="625475" h="618489">
                  <a:moveTo>
                    <a:pt x="312710" y="0"/>
                  </a:moveTo>
                  <a:lnTo>
                    <a:pt x="266504" y="3389"/>
                  </a:lnTo>
                  <a:lnTo>
                    <a:pt x="222401" y="13234"/>
                  </a:lnTo>
                  <a:lnTo>
                    <a:pt x="180886" y="29051"/>
                  </a:lnTo>
                  <a:lnTo>
                    <a:pt x="142442" y="50358"/>
                  </a:lnTo>
                  <a:lnTo>
                    <a:pt x="107555" y="76669"/>
                  </a:lnTo>
                  <a:lnTo>
                    <a:pt x="76707" y="107501"/>
                  </a:lnTo>
                  <a:lnTo>
                    <a:pt x="50383" y="142371"/>
                  </a:lnTo>
                  <a:lnTo>
                    <a:pt x="29066" y="180796"/>
                  </a:lnTo>
                  <a:lnTo>
                    <a:pt x="13241" y="222290"/>
                  </a:lnTo>
                  <a:lnTo>
                    <a:pt x="3390" y="266371"/>
                  </a:lnTo>
                  <a:lnTo>
                    <a:pt x="0" y="312555"/>
                  </a:lnTo>
                  <a:lnTo>
                    <a:pt x="3844" y="361690"/>
                  </a:lnTo>
                  <a:lnTo>
                    <a:pt x="14988" y="408400"/>
                  </a:lnTo>
                  <a:lnTo>
                    <a:pt x="32846" y="452099"/>
                  </a:lnTo>
                  <a:lnTo>
                    <a:pt x="56831" y="492204"/>
                  </a:lnTo>
                  <a:lnTo>
                    <a:pt x="86358" y="528130"/>
                  </a:lnTo>
                  <a:lnTo>
                    <a:pt x="120841" y="559291"/>
                  </a:lnTo>
                  <a:lnTo>
                    <a:pt x="159695" y="585104"/>
                  </a:lnTo>
                  <a:lnTo>
                    <a:pt x="202333" y="604984"/>
                  </a:lnTo>
                  <a:lnTo>
                    <a:pt x="248170" y="618345"/>
                  </a:lnTo>
                  <a:lnTo>
                    <a:pt x="377251" y="618345"/>
                  </a:lnTo>
                  <a:lnTo>
                    <a:pt x="423088" y="604984"/>
                  </a:lnTo>
                  <a:lnTo>
                    <a:pt x="465726" y="585104"/>
                  </a:lnTo>
                  <a:lnTo>
                    <a:pt x="504580" y="559291"/>
                  </a:lnTo>
                  <a:lnTo>
                    <a:pt x="539063" y="528130"/>
                  </a:lnTo>
                  <a:lnTo>
                    <a:pt x="568590" y="492204"/>
                  </a:lnTo>
                  <a:lnTo>
                    <a:pt x="582085" y="469639"/>
                  </a:lnTo>
                  <a:lnTo>
                    <a:pt x="312710" y="469639"/>
                  </a:lnTo>
                  <a:lnTo>
                    <a:pt x="263091" y="461617"/>
                  </a:lnTo>
                  <a:lnTo>
                    <a:pt x="219955" y="439289"/>
                  </a:lnTo>
                  <a:lnTo>
                    <a:pt x="185914" y="405265"/>
                  </a:lnTo>
                  <a:lnTo>
                    <a:pt x="163576" y="362151"/>
                  </a:lnTo>
                  <a:lnTo>
                    <a:pt x="155550" y="312555"/>
                  </a:lnTo>
                  <a:lnTo>
                    <a:pt x="163576" y="262960"/>
                  </a:lnTo>
                  <a:lnTo>
                    <a:pt x="185914" y="219847"/>
                  </a:lnTo>
                  <a:lnTo>
                    <a:pt x="219955" y="185822"/>
                  </a:lnTo>
                  <a:lnTo>
                    <a:pt x="263091" y="163495"/>
                  </a:lnTo>
                  <a:lnTo>
                    <a:pt x="312710" y="155473"/>
                  </a:lnTo>
                  <a:lnTo>
                    <a:pt x="582307" y="155473"/>
                  </a:lnTo>
                  <a:lnTo>
                    <a:pt x="575038" y="142371"/>
                  </a:lnTo>
                  <a:lnTo>
                    <a:pt x="548714" y="107501"/>
                  </a:lnTo>
                  <a:lnTo>
                    <a:pt x="517866" y="76669"/>
                  </a:lnTo>
                  <a:lnTo>
                    <a:pt x="482978" y="50358"/>
                  </a:lnTo>
                  <a:lnTo>
                    <a:pt x="444535" y="29051"/>
                  </a:lnTo>
                  <a:lnTo>
                    <a:pt x="403020" y="13234"/>
                  </a:lnTo>
                  <a:lnTo>
                    <a:pt x="358917" y="3389"/>
                  </a:lnTo>
                  <a:lnTo>
                    <a:pt x="312710" y="0"/>
                  </a:lnTo>
                  <a:close/>
                </a:path>
                <a:path w="625475" h="618489">
                  <a:moveTo>
                    <a:pt x="582307" y="155473"/>
                  </a:moveTo>
                  <a:lnTo>
                    <a:pt x="312710" y="155473"/>
                  </a:lnTo>
                  <a:lnTo>
                    <a:pt x="362330" y="163495"/>
                  </a:lnTo>
                  <a:lnTo>
                    <a:pt x="405465" y="185822"/>
                  </a:lnTo>
                  <a:lnTo>
                    <a:pt x="439507" y="219847"/>
                  </a:lnTo>
                  <a:lnTo>
                    <a:pt x="461845" y="262960"/>
                  </a:lnTo>
                  <a:lnTo>
                    <a:pt x="469871" y="312555"/>
                  </a:lnTo>
                  <a:lnTo>
                    <a:pt x="461920" y="361690"/>
                  </a:lnTo>
                  <a:lnTo>
                    <a:pt x="461845" y="362151"/>
                  </a:lnTo>
                  <a:lnTo>
                    <a:pt x="439507" y="405265"/>
                  </a:lnTo>
                  <a:lnTo>
                    <a:pt x="405465" y="439289"/>
                  </a:lnTo>
                  <a:lnTo>
                    <a:pt x="362330" y="461617"/>
                  </a:lnTo>
                  <a:lnTo>
                    <a:pt x="312710" y="469639"/>
                  </a:lnTo>
                  <a:lnTo>
                    <a:pt x="582085" y="469639"/>
                  </a:lnTo>
                  <a:lnTo>
                    <a:pt x="592575" y="452099"/>
                  </a:lnTo>
                  <a:lnTo>
                    <a:pt x="610432" y="408400"/>
                  </a:lnTo>
                  <a:lnTo>
                    <a:pt x="621467" y="362151"/>
                  </a:lnTo>
                  <a:lnTo>
                    <a:pt x="621576" y="361690"/>
                  </a:lnTo>
                  <a:lnTo>
                    <a:pt x="625421" y="312555"/>
                  </a:lnTo>
                  <a:lnTo>
                    <a:pt x="622030" y="266371"/>
                  </a:lnTo>
                  <a:lnTo>
                    <a:pt x="612180" y="222290"/>
                  </a:lnTo>
                  <a:lnTo>
                    <a:pt x="596355" y="180796"/>
                  </a:lnTo>
                  <a:lnTo>
                    <a:pt x="582307" y="155473"/>
                  </a:lnTo>
                  <a:close/>
                </a:path>
              </a:pathLst>
            </a:custGeom>
            <a:solidFill>
              <a:srgbClr val="F3B743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62520" y="3200576"/>
            <a:ext cx="0" cy="5687060"/>
          </a:xfrm>
          <a:custGeom>
            <a:avLst/>
            <a:gdLst/>
            <a:ahLst/>
            <a:cxnLst/>
            <a:rect l="l" t="t" r="r" b="b"/>
            <a:pathLst>
              <a:path w="0" h="5687059">
                <a:moveTo>
                  <a:pt x="0" y="5687048"/>
                </a:moveTo>
                <a:lnTo>
                  <a:pt x="0" y="0"/>
                </a:lnTo>
              </a:path>
            </a:pathLst>
          </a:custGeom>
          <a:ln w="20941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918335">
              <a:lnSpc>
                <a:spcPct val="100000"/>
              </a:lnSpc>
              <a:spcBef>
                <a:spcPts val="120"/>
              </a:spcBef>
            </a:pPr>
            <a:r>
              <a:rPr dirty="0" spc="120">
                <a:solidFill>
                  <a:srgbClr val="53585F"/>
                </a:solidFill>
              </a:rPr>
              <a:t>Our</a:t>
            </a:r>
            <a:r>
              <a:rPr dirty="0" spc="-155">
                <a:solidFill>
                  <a:srgbClr val="53585F"/>
                </a:solidFill>
              </a:rPr>
              <a:t> </a:t>
            </a:r>
            <a:r>
              <a:rPr dirty="0" spc="210">
                <a:solidFill>
                  <a:srgbClr val="53585F"/>
                </a:solidFill>
              </a:rPr>
              <a:t>two</a:t>
            </a:r>
            <a:r>
              <a:rPr dirty="0" spc="-150">
                <a:solidFill>
                  <a:srgbClr val="53585F"/>
                </a:solidFill>
              </a:rPr>
              <a:t> </a:t>
            </a:r>
            <a:r>
              <a:rPr dirty="0">
                <a:solidFill>
                  <a:srgbClr val="53585F"/>
                </a:solidFill>
              </a:rPr>
              <a:t>areas</a:t>
            </a:r>
            <a:r>
              <a:rPr dirty="0" spc="-150">
                <a:solidFill>
                  <a:srgbClr val="53585F"/>
                </a:solidFill>
              </a:rPr>
              <a:t> </a:t>
            </a:r>
            <a:r>
              <a:rPr dirty="0" spc="114">
                <a:solidFill>
                  <a:srgbClr val="53585F"/>
                </a:solidFill>
              </a:rPr>
              <a:t>of</a:t>
            </a:r>
            <a:r>
              <a:rPr dirty="0" spc="-55">
                <a:solidFill>
                  <a:srgbClr val="53585F"/>
                </a:solidFill>
              </a:rPr>
              <a:t> </a:t>
            </a:r>
            <a:r>
              <a:rPr dirty="0" spc="-40">
                <a:solidFill>
                  <a:srgbClr val="53585F"/>
                </a:solidFill>
              </a:rPr>
              <a:t>focus</a:t>
            </a:r>
            <a:r>
              <a:rPr dirty="0" spc="-150">
                <a:solidFill>
                  <a:srgbClr val="53585F"/>
                </a:solidFill>
              </a:rPr>
              <a:t> </a:t>
            </a:r>
            <a:r>
              <a:rPr dirty="0" spc="90">
                <a:solidFill>
                  <a:srgbClr val="53585F"/>
                </a:solidFill>
              </a:rPr>
              <a:t>for</a:t>
            </a:r>
            <a:r>
              <a:rPr dirty="0" spc="-150">
                <a:solidFill>
                  <a:srgbClr val="53585F"/>
                </a:solidFill>
              </a:rPr>
              <a:t> </a:t>
            </a:r>
            <a:r>
              <a:rPr dirty="0" spc="365">
                <a:solidFill>
                  <a:srgbClr val="53585F"/>
                </a:solidFill>
              </a:rPr>
              <a:t>2018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35877" y="6489719"/>
            <a:ext cx="3829685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>
                <a:solidFill>
                  <a:srgbClr val="53585F"/>
                </a:solidFill>
                <a:latin typeface="Trebuchet MS"/>
                <a:cs typeface="Trebuchet MS"/>
              </a:rPr>
              <a:t>Become</a:t>
            </a:r>
            <a:r>
              <a:rPr dirty="0" sz="2450" spc="-5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53585F"/>
                </a:solidFill>
                <a:latin typeface="Trebuchet MS"/>
                <a:cs typeface="Trebuchet MS"/>
              </a:rPr>
              <a:t>a</a:t>
            </a:r>
            <a:r>
              <a:rPr dirty="0" sz="2450" spc="-5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55">
                <a:solidFill>
                  <a:srgbClr val="53585F"/>
                </a:solidFill>
                <a:latin typeface="Trebuchet MS"/>
                <a:cs typeface="Trebuchet MS"/>
              </a:rPr>
              <a:t>great</a:t>
            </a:r>
            <a:r>
              <a:rPr dirty="0" sz="2450" spc="-4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55">
                <a:solidFill>
                  <a:srgbClr val="53585F"/>
                </a:solidFill>
                <a:latin typeface="Trebuchet MS"/>
                <a:cs typeface="Trebuchet MS"/>
              </a:rPr>
              <a:t>email</a:t>
            </a:r>
            <a:r>
              <a:rPr dirty="0" sz="2450" spc="-50">
                <a:solidFill>
                  <a:srgbClr val="53585F"/>
                </a:solidFill>
                <a:latin typeface="Trebuchet MS"/>
                <a:cs typeface="Trebuchet MS"/>
              </a:rPr>
              <a:t> client</a:t>
            </a:r>
            <a:endParaRPr sz="245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01611" y="6171174"/>
            <a:ext cx="965835" cy="980440"/>
          </a:xfrm>
          <a:custGeom>
            <a:avLst/>
            <a:gdLst/>
            <a:ahLst/>
            <a:cxnLst/>
            <a:rect l="l" t="t" r="r" b="b"/>
            <a:pathLst>
              <a:path w="965835" h="980440">
                <a:moveTo>
                  <a:pt x="362908" y="0"/>
                </a:moveTo>
                <a:lnTo>
                  <a:pt x="190936" y="0"/>
                </a:lnTo>
                <a:lnTo>
                  <a:pt x="181987" y="3810"/>
                </a:lnTo>
                <a:lnTo>
                  <a:pt x="145192" y="36830"/>
                </a:lnTo>
                <a:lnTo>
                  <a:pt x="134443" y="72390"/>
                </a:lnTo>
                <a:lnTo>
                  <a:pt x="134443" y="163830"/>
                </a:lnTo>
                <a:lnTo>
                  <a:pt x="134576" y="193040"/>
                </a:lnTo>
                <a:lnTo>
                  <a:pt x="134622" y="203200"/>
                </a:lnTo>
                <a:lnTo>
                  <a:pt x="134970" y="231140"/>
                </a:lnTo>
                <a:lnTo>
                  <a:pt x="135097" y="241300"/>
                </a:lnTo>
                <a:lnTo>
                  <a:pt x="135724" y="278130"/>
                </a:lnTo>
                <a:lnTo>
                  <a:pt x="136512" y="318770"/>
                </a:lnTo>
                <a:lnTo>
                  <a:pt x="136537" y="320040"/>
                </a:lnTo>
                <a:lnTo>
                  <a:pt x="130761" y="320040"/>
                </a:lnTo>
                <a:lnTo>
                  <a:pt x="121747" y="323850"/>
                </a:lnTo>
                <a:lnTo>
                  <a:pt x="110180" y="328930"/>
                </a:lnTo>
                <a:lnTo>
                  <a:pt x="96747" y="336550"/>
                </a:lnTo>
                <a:lnTo>
                  <a:pt x="77703" y="349250"/>
                </a:lnTo>
                <a:lnTo>
                  <a:pt x="58267" y="361950"/>
                </a:lnTo>
                <a:lnTo>
                  <a:pt x="38438" y="374650"/>
                </a:lnTo>
                <a:lnTo>
                  <a:pt x="18216" y="388620"/>
                </a:lnTo>
                <a:lnTo>
                  <a:pt x="17169" y="389890"/>
                </a:lnTo>
                <a:lnTo>
                  <a:pt x="15074" y="393700"/>
                </a:lnTo>
                <a:lnTo>
                  <a:pt x="15074" y="396240"/>
                </a:lnTo>
                <a:lnTo>
                  <a:pt x="10775" y="443230"/>
                </a:lnTo>
                <a:lnTo>
                  <a:pt x="10659" y="444500"/>
                </a:lnTo>
                <a:lnTo>
                  <a:pt x="10543" y="445770"/>
                </a:lnTo>
                <a:lnTo>
                  <a:pt x="6966" y="497840"/>
                </a:lnTo>
                <a:lnTo>
                  <a:pt x="4357" y="549910"/>
                </a:lnTo>
                <a:lnTo>
                  <a:pt x="4294" y="551180"/>
                </a:lnTo>
                <a:lnTo>
                  <a:pt x="2562" y="601980"/>
                </a:lnTo>
                <a:lnTo>
                  <a:pt x="2476" y="604520"/>
                </a:lnTo>
                <a:lnTo>
                  <a:pt x="1674" y="647700"/>
                </a:lnTo>
                <a:lnTo>
                  <a:pt x="501" y="717550"/>
                </a:lnTo>
                <a:lnTo>
                  <a:pt x="426" y="721360"/>
                </a:lnTo>
                <a:lnTo>
                  <a:pt x="300" y="727710"/>
                </a:lnTo>
                <a:lnTo>
                  <a:pt x="250" y="730250"/>
                </a:lnTo>
                <a:lnTo>
                  <a:pt x="125" y="736600"/>
                </a:lnTo>
                <a:lnTo>
                  <a:pt x="0" y="911860"/>
                </a:lnTo>
                <a:lnTo>
                  <a:pt x="15827" y="947420"/>
                </a:lnTo>
                <a:lnTo>
                  <a:pt x="37947" y="967740"/>
                </a:lnTo>
                <a:lnTo>
                  <a:pt x="46749" y="974090"/>
                </a:lnTo>
                <a:lnTo>
                  <a:pt x="64956" y="980440"/>
                </a:lnTo>
                <a:lnTo>
                  <a:pt x="901602" y="980440"/>
                </a:lnTo>
                <a:lnTo>
                  <a:pt x="937559" y="957580"/>
                </a:lnTo>
                <a:lnTo>
                  <a:pt x="953904" y="935990"/>
                </a:lnTo>
                <a:lnTo>
                  <a:pt x="523959" y="935990"/>
                </a:lnTo>
                <a:lnTo>
                  <a:pt x="472954" y="933450"/>
                </a:lnTo>
                <a:lnTo>
                  <a:pt x="421747" y="932180"/>
                </a:lnTo>
                <a:lnTo>
                  <a:pt x="370389" y="929640"/>
                </a:lnTo>
                <a:lnTo>
                  <a:pt x="318931" y="928370"/>
                </a:lnTo>
                <a:lnTo>
                  <a:pt x="267423" y="928370"/>
                </a:lnTo>
                <a:lnTo>
                  <a:pt x="235225" y="927100"/>
                </a:lnTo>
                <a:lnTo>
                  <a:pt x="170829" y="925830"/>
                </a:lnTo>
                <a:lnTo>
                  <a:pt x="84182" y="925830"/>
                </a:lnTo>
                <a:lnTo>
                  <a:pt x="82088" y="924560"/>
                </a:lnTo>
                <a:lnTo>
                  <a:pt x="74497" y="922020"/>
                </a:lnTo>
                <a:lnTo>
                  <a:pt x="67691" y="916940"/>
                </a:lnTo>
                <a:lnTo>
                  <a:pt x="62063" y="910590"/>
                </a:lnTo>
                <a:lnTo>
                  <a:pt x="58005" y="902970"/>
                </a:lnTo>
                <a:lnTo>
                  <a:pt x="56958" y="900430"/>
                </a:lnTo>
                <a:lnTo>
                  <a:pt x="56958" y="897890"/>
                </a:lnTo>
                <a:lnTo>
                  <a:pt x="55911" y="894080"/>
                </a:lnTo>
                <a:lnTo>
                  <a:pt x="55911" y="439420"/>
                </a:lnTo>
                <a:lnTo>
                  <a:pt x="133967" y="439420"/>
                </a:lnTo>
                <a:lnTo>
                  <a:pt x="120307" y="430530"/>
                </a:lnTo>
                <a:lnTo>
                  <a:pt x="109672" y="422910"/>
                </a:lnTo>
                <a:lnTo>
                  <a:pt x="98842" y="416560"/>
                </a:lnTo>
                <a:lnTo>
                  <a:pt x="90399" y="411480"/>
                </a:lnTo>
                <a:lnTo>
                  <a:pt x="82350" y="407670"/>
                </a:lnTo>
                <a:lnTo>
                  <a:pt x="74693" y="403860"/>
                </a:lnTo>
                <a:lnTo>
                  <a:pt x="67429" y="401320"/>
                </a:lnTo>
                <a:lnTo>
                  <a:pt x="76836" y="392430"/>
                </a:lnTo>
                <a:lnTo>
                  <a:pt x="95259" y="377190"/>
                </a:lnTo>
                <a:lnTo>
                  <a:pt x="104077" y="369570"/>
                </a:lnTo>
                <a:lnTo>
                  <a:pt x="114008" y="360680"/>
                </a:lnTo>
                <a:lnTo>
                  <a:pt x="123841" y="349250"/>
                </a:lnTo>
                <a:lnTo>
                  <a:pt x="131907" y="337820"/>
                </a:lnTo>
                <a:lnTo>
                  <a:pt x="136537" y="330200"/>
                </a:lnTo>
                <a:lnTo>
                  <a:pt x="190397" y="330200"/>
                </a:lnTo>
                <a:lnTo>
                  <a:pt x="191346" y="300990"/>
                </a:lnTo>
                <a:lnTo>
                  <a:pt x="192594" y="251460"/>
                </a:lnTo>
                <a:lnTo>
                  <a:pt x="193206" y="203200"/>
                </a:lnTo>
                <a:lnTo>
                  <a:pt x="193079" y="72390"/>
                </a:lnTo>
                <a:lnTo>
                  <a:pt x="194127" y="68580"/>
                </a:lnTo>
                <a:lnTo>
                  <a:pt x="198315" y="62230"/>
                </a:lnTo>
                <a:lnTo>
                  <a:pt x="201456" y="59690"/>
                </a:lnTo>
                <a:lnTo>
                  <a:pt x="204597" y="58420"/>
                </a:lnTo>
                <a:lnTo>
                  <a:pt x="206692" y="57150"/>
                </a:lnTo>
                <a:lnTo>
                  <a:pt x="212974" y="57150"/>
                </a:lnTo>
                <a:lnTo>
                  <a:pt x="218210" y="55880"/>
                </a:lnTo>
                <a:lnTo>
                  <a:pt x="470558" y="50800"/>
                </a:lnTo>
                <a:lnTo>
                  <a:pt x="816097" y="50800"/>
                </a:lnTo>
                <a:lnTo>
                  <a:pt x="813201" y="44450"/>
                </a:lnTo>
                <a:lnTo>
                  <a:pt x="776308" y="8890"/>
                </a:lnTo>
                <a:lnTo>
                  <a:pt x="754663" y="3810"/>
                </a:lnTo>
                <a:lnTo>
                  <a:pt x="748036" y="2540"/>
                </a:lnTo>
                <a:lnTo>
                  <a:pt x="671599" y="1270"/>
                </a:lnTo>
                <a:lnTo>
                  <a:pt x="366896" y="1270"/>
                </a:lnTo>
                <a:lnTo>
                  <a:pt x="362908" y="0"/>
                </a:lnTo>
                <a:close/>
              </a:path>
              <a:path w="965835" h="980440">
                <a:moveTo>
                  <a:pt x="964110" y="453390"/>
                </a:moveTo>
                <a:lnTo>
                  <a:pt x="910335" y="453390"/>
                </a:lnTo>
                <a:lnTo>
                  <a:pt x="909204" y="508000"/>
                </a:lnTo>
                <a:lnTo>
                  <a:pt x="908513" y="549910"/>
                </a:lnTo>
                <a:lnTo>
                  <a:pt x="908429" y="554990"/>
                </a:lnTo>
                <a:lnTo>
                  <a:pt x="908325" y="561340"/>
                </a:lnTo>
                <a:lnTo>
                  <a:pt x="908237" y="568960"/>
                </a:lnTo>
                <a:lnTo>
                  <a:pt x="908164" y="575310"/>
                </a:lnTo>
                <a:lnTo>
                  <a:pt x="908061" y="852170"/>
                </a:lnTo>
                <a:lnTo>
                  <a:pt x="908241" y="878840"/>
                </a:lnTo>
                <a:lnTo>
                  <a:pt x="908241" y="897890"/>
                </a:lnTo>
                <a:lnTo>
                  <a:pt x="907194" y="901700"/>
                </a:lnTo>
                <a:lnTo>
                  <a:pt x="905100" y="905510"/>
                </a:lnTo>
                <a:lnTo>
                  <a:pt x="901958" y="913130"/>
                </a:lnTo>
                <a:lnTo>
                  <a:pt x="896723" y="919480"/>
                </a:lnTo>
                <a:lnTo>
                  <a:pt x="890440" y="924560"/>
                </a:lnTo>
                <a:lnTo>
                  <a:pt x="884158" y="928370"/>
                </a:lnTo>
                <a:lnTo>
                  <a:pt x="875781" y="932180"/>
                </a:lnTo>
                <a:lnTo>
                  <a:pt x="830756" y="932180"/>
                </a:lnTo>
                <a:lnTo>
                  <a:pt x="523959" y="935990"/>
                </a:lnTo>
                <a:lnTo>
                  <a:pt x="953904" y="935990"/>
                </a:lnTo>
                <a:lnTo>
                  <a:pt x="955491" y="933450"/>
                </a:lnTo>
                <a:lnTo>
                  <a:pt x="961266" y="918210"/>
                </a:lnTo>
                <a:lnTo>
                  <a:pt x="964784" y="904240"/>
                </a:lnTo>
                <a:lnTo>
                  <a:pt x="964784" y="901700"/>
                </a:lnTo>
                <a:lnTo>
                  <a:pt x="965831" y="897890"/>
                </a:lnTo>
                <a:lnTo>
                  <a:pt x="965716" y="554990"/>
                </a:lnTo>
                <a:lnTo>
                  <a:pt x="965669" y="549910"/>
                </a:lnTo>
                <a:lnTo>
                  <a:pt x="965556" y="538480"/>
                </a:lnTo>
                <a:lnTo>
                  <a:pt x="964962" y="497840"/>
                </a:lnTo>
                <a:lnTo>
                  <a:pt x="964869" y="491490"/>
                </a:lnTo>
                <a:lnTo>
                  <a:pt x="964793" y="487680"/>
                </a:lnTo>
                <a:lnTo>
                  <a:pt x="964667" y="481330"/>
                </a:lnTo>
                <a:lnTo>
                  <a:pt x="964540" y="474980"/>
                </a:lnTo>
                <a:lnTo>
                  <a:pt x="964515" y="473710"/>
                </a:lnTo>
                <a:lnTo>
                  <a:pt x="964388" y="467360"/>
                </a:lnTo>
                <a:lnTo>
                  <a:pt x="964338" y="464820"/>
                </a:lnTo>
                <a:lnTo>
                  <a:pt x="964237" y="459740"/>
                </a:lnTo>
                <a:lnTo>
                  <a:pt x="964110" y="453390"/>
                </a:lnTo>
                <a:close/>
              </a:path>
              <a:path w="965835" h="980440">
                <a:moveTo>
                  <a:pt x="655285" y="679450"/>
                </a:moveTo>
                <a:lnTo>
                  <a:pt x="584691" y="679450"/>
                </a:lnTo>
                <a:lnTo>
                  <a:pt x="588061" y="687070"/>
                </a:lnTo>
                <a:lnTo>
                  <a:pt x="592020" y="694690"/>
                </a:lnTo>
                <a:lnTo>
                  <a:pt x="596765" y="701040"/>
                </a:lnTo>
                <a:lnTo>
                  <a:pt x="602491" y="707390"/>
                </a:lnTo>
                <a:lnTo>
                  <a:pt x="624235" y="727710"/>
                </a:lnTo>
                <a:lnTo>
                  <a:pt x="646076" y="749300"/>
                </a:lnTo>
                <a:lnTo>
                  <a:pt x="668899" y="768350"/>
                </a:lnTo>
                <a:lnTo>
                  <a:pt x="693588" y="784860"/>
                </a:lnTo>
                <a:lnTo>
                  <a:pt x="704059" y="796290"/>
                </a:lnTo>
                <a:lnTo>
                  <a:pt x="740314" y="825500"/>
                </a:lnTo>
                <a:lnTo>
                  <a:pt x="780496" y="849630"/>
                </a:lnTo>
                <a:lnTo>
                  <a:pt x="787106" y="852170"/>
                </a:lnTo>
                <a:lnTo>
                  <a:pt x="794108" y="850900"/>
                </a:lnTo>
                <a:lnTo>
                  <a:pt x="801111" y="848360"/>
                </a:lnTo>
                <a:lnTo>
                  <a:pt x="807720" y="840740"/>
                </a:lnTo>
                <a:lnTo>
                  <a:pt x="812023" y="833120"/>
                </a:lnTo>
                <a:lnTo>
                  <a:pt x="813872" y="825500"/>
                </a:lnTo>
                <a:lnTo>
                  <a:pt x="813169" y="817880"/>
                </a:lnTo>
                <a:lnTo>
                  <a:pt x="809815" y="811530"/>
                </a:lnTo>
                <a:lnTo>
                  <a:pt x="801160" y="802640"/>
                </a:lnTo>
                <a:lnTo>
                  <a:pt x="792407" y="792480"/>
                </a:lnTo>
                <a:lnTo>
                  <a:pt x="758147" y="765810"/>
                </a:lnTo>
                <a:lnTo>
                  <a:pt x="707200" y="732790"/>
                </a:lnTo>
                <a:lnTo>
                  <a:pt x="689383" y="709930"/>
                </a:lnTo>
                <a:lnTo>
                  <a:pt x="668327" y="689610"/>
                </a:lnTo>
                <a:lnTo>
                  <a:pt x="655285" y="679450"/>
                </a:lnTo>
                <a:close/>
              </a:path>
              <a:path w="965835" h="980440">
                <a:moveTo>
                  <a:pt x="133967" y="439420"/>
                </a:moveTo>
                <a:lnTo>
                  <a:pt x="55911" y="439420"/>
                </a:lnTo>
                <a:lnTo>
                  <a:pt x="67429" y="450850"/>
                </a:lnTo>
                <a:lnTo>
                  <a:pt x="109263" y="483870"/>
                </a:lnTo>
                <a:lnTo>
                  <a:pt x="145306" y="511810"/>
                </a:lnTo>
                <a:lnTo>
                  <a:pt x="181938" y="538480"/>
                </a:lnTo>
                <a:lnTo>
                  <a:pt x="254776" y="590550"/>
                </a:lnTo>
                <a:lnTo>
                  <a:pt x="290590" y="614680"/>
                </a:lnTo>
                <a:lnTo>
                  <a:pt x="326600" y="640080"/>
                </a:lnTo>
                <a:lnTo>
                  <a:pt x="362708" y="664210"/>
                </a:lnTo>
                <a:lnTo>
                  <a:pt x="347263" y="666750"/>
                </a:lnTo>
                <a:lnTo>
                  <a:pt x="340032" y="669290"/>
                </a:lnTo>
                <a:lnTo>
                  <a:pt x="333389" y="673100"/>
                </a:lnTo>
                <a:lnTo>
                  <a:pt x="281689" y="703580"/>
                </a:lnTo>
                <a:lnTo>
                  <a:pt x="256968" y="721360"/>
                </a:lnTo>
                <a:lnTo>
                  <a:pt x="233916" y="741680"/>
                </a:lnTo>
                <a:lnTo>
                  <a:pt x="229728" y="742950"/>
                </a:lnTo>
                <a:lnTo>
                  <a:pt x="225539" y="746760"/>
                </a:lnTo>
                <a:lnTo>
                  <a:pt x="221351" y="749300"/>
                </a:lnTo>
                <a:lnTo>
                  <a:pt x="201800" y="762000"/>
                </a:lnTo>
                <a:lnTo>
                  <a:pt x="164661" y="791210"/>
                </a:lnTo>
                <a:lnTo>
                  <a:pt x="143212" y="820420"/>
                </a:lnTo>
                <a:lnTo>
                  <a:pt x="144962" y="828040"/>
                </a:lnTo>
                <a:lnTo>
                  <a:pt x="150149" y="836930"/>
                </a:lnTo>
                <a:lnTo>
                  <a:pt x="156906" y="843280"/>
                </a:lnTo>
                <a:lnTo>
                  <a:pt x="164154" y="847090"/>
                </a:lnTo>
                <a:lnTo>
                  <a:pt x="171205" y="848360"/>
                </a:lnTo>
                <a:lnTo>
                  <a:pt x="177373" y="845820"/>
                </a:lnTo>
                <a:lnTo>
                  <a:pt x="188351" y="840740"/>
                </a:lnTo>
                <a:lnTo>
                  <a:pt x="199231" y="834390"/>
                </a:lnTo>
                <a:lnTo>
                  <a:pt x="209915" y="826770"/>
                </a:lnTo>
                <a:lnTo>
                  <a:pt x="220304" y="820420"/>
                </a:lnTo>
                <a:lnTo>
                  <a:pt x="235667" y="806450"/>
                </a:lnTo>
                <a:lnTo>
                  <a:pt x="250538" y="793750"/>
                </a:lnTo>
                <a:lnTo>
                  <a:pt x="265214" y="779780"/>
                </a:lnTo>
                <a:lnTo>
                  <a:pt x="279988" y="767080"/>
                </a:lnTo>
                <a:lnTo>
                  <a:pt x="313985" y="751840"/>
                </a:lnTo>
                <a:lnTo>
                  <a:pt x="343860" y="731520"/>
                </a:lnTo>
                <a:lnTo>
                  <a:pt x="372164" y="708660"/>
                </a:lnTo>
                <a:lnTo>
                  <a:pt x="401450" y="688340"/>
                </a:lnTo>
                <a:lnTo>
                  <a:pt x="570573" y="688340"/>
                </a:lnTo>
                <a:lnTo>
                  <a:pt x="578640" y="683260"/>
                </a:lnTo>
                <a:lnTo>
                  <a:pt x="479982" y="683260"/>
                </a:lnTo>
                <a:lnTo>
                  <a:pt x="466631" y="673100"/>
                </a:lnTo>
                <a:lnTo>
                  <a:pt x="439931" y="655320"/>
                </a:lnTo>
                <a:lnTo>
                  <a:pt x="426580" y="647700"/>
                </a:lnTo>
                <a:lnTo>
                  <a:pt x="341640" y="584200"/>
                </a:lnTo>
                <a:lnTo>
                  <a:pt x="300427" y="554990"/>
                </a:lnTo>
                <a:lnTo>
                  <a:pt x="258962" y="524510"/>
                </a:lnTo>
                <a:lnTo>
                  <a:pt x="217246" y="495300"/>
                </a:lnTo>
                <a:lnTo>
                  <a:pt x="175279" y="467360"/>
                </a:lnTo>
                <a:lnTo>
                  <a:pt x="180629" y="454660"/>
                </a:lnTo>
                <a:lnTo>
                  <a:pt x="183083" y="444500"/>
                </a:lnTo>
                <a:lnTo>
                  <a:pt x="141772" y="444500"/>
                </a:lnTo>
                <a:lnTo>
                  <a:pt x="133967" y="439420"/>
                </a:lnTo>
                <a:close/>
              </a:path>
              <a:path w="965835" h="980440">
                <a:moveTo>
                  <a:pt x="570573" y="688340"/>
                </a:moveTo>
                <a:lnTo>
                  <a:pt x="401450" y="688340"/>
                </a:lnTo>
                <a:lnTo>
                  <a:pt x="416355" y="698500"/>
                </a:lnTo>
                <a:lnTo>
                  <a:pt x="431161" y="707390"/>
                </a:lnTo>
                <a:lnTo>
                  <a:pt x="445771" y="717550"/>
                </a:lnTo>
                <a:lnTo>
                  <a:pt x="460087" y="727710"/>
                </a:lnTo>
                <a:lnTo>
                  <a:pt x="463228" y="730250"/>
                </a:lnTo>
                <a:lnTo>
                  <a:pt x="468464" y="735330"/>
                </a:lnTo>
                <a:lnTo>
                  <a:pt x="474746" y="740410"/>
                </a:lnTo>
                <a:lnTo>
                  <a:pt x="483123" y="741680"/>
                </a:lnTo>
                <a:lnTo>
                  <a:pt x="489406" y="736600"/>
                </a:lnTo>
                <a:lnTo>
                  <a:pt x="493594" y="735330"/>
                </a:lnTo>
                <a:lnTo>
                  <a:pt x="516957" y="721360"/>
                </a:lnTo>
                <a:lnTo>
                  <a:pt x="539928" y="707390"/>
                </a:lnTo>
                <a:lnTo>
                  <a:pt x="562505" y="693420"/>
                </a:lnTo>
                <a:lnTo>
                  <a:pt x="570573" y="688340"/>
                </a:lnTo>
                <a:close/>
              </a:path>
              <a:path w="965835" h="980440">
                <a:moveTo>
                  <a:pt x="816097" y="50800"/>
                </a:moveTo>
                <a:lnTo>
                  <a:pt x="470558" y="50800"/>
                </a:lnTo>
                <a:lnTo>
                  <a:pt x="515943" y="54610"/>
                </a:lnTo>
                <a:lnTo>
                  <a:pt x="561131" y="57150"/>
                </a:lnTo>
                <a:lnTo>
                  <a:pt x="606320" y="58420"/>
                </a:lnTo>
                <a:lnTo>
                  <a:pt x="651704" y="60960"/>
                </a:lnTo>
                <a:lnTo>
                  <a:pt x="674478" y="60960"/>
                </a:lnTo>
                <a:lnTo>
                  <a:pt x="720027" y="62230"/>
                </a:lnTo>
                <a:lnTo>
                  <a:pt x="752225" y="62230"/>
                </a:lnTo>
                <a:lnTo>
                  <a:pt x="753272" y="63500"/>
                </a:lnTo>
                <a:lnTo>
                  <a:pt x="757460" y="66040"/>
                </a:lnTo>
                <a:lnTo>
                  <a:pt x="761649" y="69850"/>
                </a:lnTo>
                <a:lnTo>
                  <a:pt x="762696" y="72390"/>
                </a:lnTo>
                <a:lnTo>
                  <a:pt x="762696" y="455930"/>
                </a:lnTo>
                <a:lnTo>
                  <a:pt x="763416" y="464820"/>
                </a:lnTo>
                <a:lnTo>
                  <a:pt x="765313" y="473710"/>
                </a:lnTo>
                <a:lnTo>
                  <a:pt x="767997" y="481330"/>
                </a:lnTo>
                <a:lnTo>
                  <a:pt x="771072" y="487680"/>
                </a:lnTo>
                <a:lnTo>
                  <a:pt x="765837" y="491490"/>
                </a:lnTo>
                <a:lnTo>
                  <a:pt x="761649" y="494030"/>
                </a:lnTo>
                <a:lnTo>
                  <a:pt x="756413" y="497840"/>
                </a:lnTo>
                <a:lnTo>
                  <a:pt x="716813" y="523240"/>
                </a:lnTo>
                <a:lnTo>
                  <a:pt x="677066" y="549910"/>
                </a:lnTo>
                <a:lnTo>
                  <a:pt x="637283" y="575310"/>
                </a:lnTo>
                <a:lnTo>
                  <a:pt x="518813" y="655320"/>
                </a:lnTo>
                <a:lnTo>
                  <a:pt x="479982" y="683260"/>
                </a:lnTo>
                <a:lnTo>
                  <a:pt x="578640" y="683260"/>
                </a:lnTo>
                <a:lnTo>
                  <a:pt x="584691" y="679450"/>
                </a:lnTo>
                <a:lnTo>
                  <a:pt x="655285" y="679450"/>
                </a:lnTo>
                <a:lnTo>
                  <a:pt x="622386" y="654050"/>
                </a:lnTo>
                <a:lnTo>
                  <a:pt x="705023" y="598170"/>
                </a:lnTo>
                <a:lnTo>
                  <a:pt x="868833" y="481330"/>
                </a:lnTo>
                <a:lnTo>
                  <a:pt x="874493" y="477520"/>
                </a:lnTo>
                <a:lnTo>
                  <a:pt x="788873" y="477520"/>
                </a:lnTo>
                <a:lnTo>
                  <a:pt x="789920" y="474980"/>
                </a:lnTo>
                <a:lnTo>
                  <a:pt x="799720" y="430530"/>
                </a:lnTo>
                <a:lnTo>
                  <a:pt x="805757" y="392430"/>
                </a:lnTo>
                <a:lnTo>
                  <a:pt x="810420" y="351790"/>
                </a:lnTo>
                <a:lnTo>
                  <a:pt x="814003" y="311150"/>
                </a:lnTo>
                <a:lnTo>
                  <a:pt x="869602" y="311150"/>
                </a:lnTo>
                <a:lnTo>
                  <a:pt x="854970" y="300990"/>
                </a:lnTo>
                <a:lnTo>
                  <a:pt x="832703" y="287020"/>
                </a:lnTo>
                <a:lnTo>
                  <a:pt x="815050" y="278130"/>
                </a:lnTo>
                <a:lnTo>
                  <a:pt x="815672" y="266700"/>
                </a:lnTo>
                <a:lnTo>
                  <a:pt x="816523" y="243840"/>
                </a:lnTo>
                <a:lnTo>
                  <a:pt x="817144" y="231140"/>
                </a:lnTo>
                <a:lnTo>
                  <a:pt x="817946" y="193040"/>
                </a:lnTo>
                <a:lnTo>
                  <a:pt x="818846" y="154940"/>
                </a:lnTo>
                <a:lnTo>
                  <a:pt x="819942" y="116840"/>
                </a:lnTo>
                <a:lnTo>
                  <a:pt x="821333" y="80010"/>
                </a:lnTo>
                <a:lnTo>
                  <a:pt x="821104" y="72390"/>
                </a:lnTo>
                <a:lnTo>
                  <a:pt x="820286" y="66040"/>
                </a:lnTo>
                <a:lnTo>
                  <a:pt x="818682" y="58420"/>
                </a:lnTo>
                <a:lnTo>
                  <a:pt x="816097" y="50800"/>
                </a:lnTo>
                <a:close/>
              </a:path>
              <a:path w="965835" h="980440">
                <a:moveTo>
                  <a:pt x="869602" y="311150"/>
                </a:moveTo>
                <a:lnTo>
                  <a:pt x="814003" y="311150"/>
                </a:lnTo>
                <a:lnTo>
                  <a:pt x="825930" y="325120"/>
                </a:lnTo>
                <a:lnTo>
                  <a:pt x="841096" y="341630"/>
                </a:lnTo>
                <a:lnTo>
                  <a:pt x="859208" y="359410"/>
                </a:lnTo>
                <a:lnTo>
                  <a:pt x="879970" y="378460"/>
                </a:lnTo>
                <a:lnTo>
                  <a:pt x="895676" y="393700"/>
                </a:lnTo>
                <a:lnTo>
                  <a:pt x="911382" y="406400"/>
                </a:lnTo>
                <a:lnTo>
                  <a:pt x="911382" y="420370"/>
                </a:lnTo>
                <a:lnTo>
                  <a:pt x="881197" y="430530"/>
                </a:lnTo>
                <a:lnTo>
                  <a:pt x="850520" y="443230"/>
                </a:lnTo>
                <a:lnTo>
                  <a:pt x="819647" y="459740"/>
                </a:lnTo>
                <a:lnTo>
                  <a:pt x="788873" y="477520"/>
                </a:lnTo>
                <a:lnTo>
                  <a:pt x="874493" y="477520"/>
                </a:lnTo>
                <a:lnTo>
                  <a:pt x="910335" y="453390"/>
                </a:lnTo>
                <a:lnTo>
                  <a:pt x="964110" y="453390"/>
                </a:lnTo>
                <a:lnTo>
                  <a:pt x="964059" y="450850"/>
                </a:lnTo>
                <a:lnTo>
                  <a:pt x="963933" y="444500"/>
                </a:lnTo>
                <a:lnTo>
                  <a:pt x="962690" y="396240"/>
                </a:lnTo>
                <a:lnTo>
                  <a:pt x="962690" y="387350"/>
                </a:lnTo>
                <a:lnTo>
                  <a:pt x="958501" y="378460"/>
                </a:lnTo>
                <a:lnTo>
                  <a:pt x="952219" y="374650"/>
                </a:lnTo>
                <a:lnTo>
                  <a:pt x="880575" y="318770"/>
                </a:lnTo>
                <a:lnTo>
                  <a:pt x="869602" y="311150"/>
                </a:lnTo>
                <a:close/>
              </a:path>
              <a:path w="965835" h="980440">
                <a:moveTo>
                  <a:pt x="190397" y="330200"/>
                </a:moveTo>
                <a:lnTo>
                  <a:pt x="136537" y="330200"/>
                </a:lnTo>
                <a:lnTo>
                  <a:pt x="137158" y="347980"/>
                </a:lnTo>
                <a:lnTo>
                  <a:pt x="138009" y="386080"/>
                </a:lnTo>
                <a:lnTo>
                  <a:pt x="138542" y="401320"/>
                </a:lnTo>
                <a:lnTo>
                  <a:pt x="138631" y="403860"/>
                </a:lnTo>
                <a:lnTo>
                  <a:pt x="139416" y="415290"/>
                </a:lnTo>
                <a:lnTo>
                  <a:pt x="140202" y="425450"/>
                </a:lnTo>
                <a:lnTo>
                  <a:pt x="140987" y="434340"/>
                </a:lnTo>
                <a:lnTo>
                  <a:pt x="141674" y="443230"/>
                </a:lnTo>
                <a:lnTo>
                  <a:pt x="141772" y="444500"/>
                </a:lnTo>
                <a:lnTo>
                  <a:pt x="183083" y="444500"/>
                </a:lnTo>
                <a:lnTo>
                  <a:pt x="187762" y="403860"/>
                </a:lnTo>
                <a:lnTo>
                  <a:pt x="189695" y="351790"/>
                </a:lnTo>
                <a:lnTo>
                  <a:pt x="190397" y="330200"/>
                </a:lnTo>
                <a:close/>
              </a:path>
              <a:path w="965835" h="980440">
                <a:moveTo>
                  <a:pt x="660946" y="0"/>
                </a:moveTo>
                <a:lnTo>
                  <a:pt x="377734" y="0"/>
                </a:lnTo>
                <a:lnTo>
                  <a:pt x="366896" y="1270"/>
                </a:lnTo>
                <a:lnTo>
                  <a:pt x="671599" y="1270"/>
                </a:lnTo>
                <a:lnTo>
                  <a:pt x="660946" y="0"/>
                </a:lnTo>
                <a:close/>
              </a:path>
            </a:pathLst>
          </a:custGeom>
          <a:solidFill>
            <a:srgbClr val="FAB23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2773" y="4075394"/>
            <a:ext cx="997269" cy="100203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37487" y="2165243"/>
            <a:ext cx="5467985" cy="277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4825" marR="5080" indent="-492759">
              <a:lnSpc>
                <a:spcPct val="114500"/>
              </a:lnSpc>
              <a:spcBef>
                <a:spcPts val="100"/>
              </a:spcBef>
            </a:pPr>
            <a:r>
              <a:rPr dirty="0" sz="3300">
                <a:solidFill>
                  <a:srgbClr val="53585F"/>
                </a:solidFill>
                <a:latin typeface="Lucida Sans Unicode"/>
                <a:cs typeface="Lucida Sans Unicode"/>
              </a:rPr>
              <a:t>Add</a:t>
            </a:r>
            <a:r>
              <a:rPr dirty="0" sz="3300" spc="-18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10">
                <a:solidFill>
                  <a:srgbClr val="53585F"/>
                </a:solidFill>
                <a:latin typeface="Lucida Sans Unicode"/>
                <a:cs typeface="Lucida Sans Unicode"/>
              </a:rPr>
              <a:t>more</a:t>
            </a:r>
            <a:r>
              <a:rPr dirty="0" sz="3300" spc="-18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65">
                <a:solidFill>
                  <a:srgbClr val="53585F"/>
                </a:solidFill>
                <a:latin typeface="Lucida Sans Unicode"/>
                <a:cs typeface="Lucida Sans Unicode"/>
              </a:rPr>
              <a:t>users</a:t>
            </a:r>
            <a:r>
              <a:rPr dirty="0" sz="3300" spc="-18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20">
                <a:solidFill>
                  <a:srgbClr val="53585F"/>
                </a:solidFill>
                <a:latin typeface="Lucida Sans Unicode"/>
                <a:cs typeface="Lucida Sans Unicode"/>
              </a:rPr>
              <a:t>to</a:t>
            </a:r>
            <a:r>
              <a:rPr dirty="0" sz="3300" spc="-18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35">
                <a:solidFill>
                  <a:srgbClr val="53585F"/>
                </a:solidFill>
                <a:latin typeface="Lucida Sans Unicode"/>
                <a:cs typeface="Lucida Sans Unicode"/>
              </a:rPr>
              <a:t>make</a:t>
            </a:r>
            <a:r>
              <a:rPr dirty="0" sz="3300" spc="-18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60">
                <a:solidFill>
                  <a:srgbClr val="53585F"/>
                </a:solidFill>
                <a:latin typeface="Lucida Sans Unicode"/>
                <a:cs typeface="Lucida Sans Unicode"/>
              </a:rPr>
              <a:t>our </a:t>
            </a:r>
            <a:r>
              <a:rPr dirty="0" sz="3300" spc="-130">
                <a:solidFill>
                  <a:srgbClr val="53585F"/>
                </a:solidFill>
                <a:latin typeface="Lucida Sans Unicode"/>
                <a:cs typeface="Lucida Sans Unicode"/>
              </a:rPr>
              <a:t>platform</a:t>
            </a:r>
            <a:r>
              <a:rPr dirty="0" sz="3300" spc="-204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10">
                <a:solidFill>
                  <a:srgbClr val="53585F"/>
                </a:solidFill>
                <a:latin typeface="Lucida Sans Unicode"/>
                <a:cs typeface="Lucida Sans Unicode"/>
              </a:rPr>
              <a:t>more</a:t>
            </a:r>
            <a:r>
              <a:rPr dirty="0" sz="3300" spc="-20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0">
                <a:solidFill>
                  <a:srgbClr val="53585F"/>
                </a:solidFill>
                <a:latin typeface="Lucida Sans Unicode"/>
                <a:cs typeface="Lucida Sans Unicode"/>
              </a:rPr>
              <a:t>valuable</a:t>
            </a:r>
            <a:endParaRPr sz="33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endParaRPr sz="3300">
              <a:latin typeface="Lucida Sans Unicode"/>
              <a:cs typeface="Lucida Sans Unicode"/>
            </a:endParaRPr>
          </a:p>
          <a:p>
            <a:pPr marL="1310640" marR="1033144">
              <a:lnSpc>
                <a:spcPts val="2890"/>
              </a:lnSpc>
            </a:pPr>
            <a:r>
              <a:rPr dirty="0" sz="2450">
                <a:solidFill>
                  <a:srgbClr val="53585F"/>
                </a:solidFill>
                <a:latin typeface="Trebuchet MS"/>
                <a:cs typeface="Trebuchet MS"/>
              </a:rPr>
              <a:t>Maintain</a:t>
            </a:r>
            <a:r>
              <a:rPr dirty="0" sz="2450" spc="-14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35">
                <a:solidFill>
                  <a:srgbClr val="53585F"/>
                </a:solidFill>
                <a:latin typeface="Trebuchet MS"/>
                <a:cs typeface="Trebuchet MS"/>
              </a:rPr>
              <a:t>leadership</a:t>
            </a:r>
            <a:r>
              <a:rPr dirty="0" sz="2450" spc="-13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25">
                <a:solidFill>
                  <a:srgbClr val="53585F"/>
                </a:solidFill>
                <a:latin typeface="Trebuchet MS"/>
                <a:cs typeface="Trebuchet MS"/>
              </a:rPr>
              <a:t>on </a:t>
            </a:r>
            <a:r>
              <a:rPr dirty="0" sz="2450" spc="-10">
                <a:solidFill>
                  <a:srgbClr val="53585F"/>
                </a:solidFill>
                <a:latin typeface="Trebuchet MS"/>
                <a:cs typeface="Trebuchet MS"/>
              </a:rPr>
              <a:t>our</a:t>
            </a:r>
            <a:r>
              <a:rPr dirty="0" sz="2450" spc="-16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20">
                <a:solidFill>
                  <a:srgbClr val="53585F"/>
                </a:solidFill>
                <a:latin typeface="Trebuchet MS"/>
                <a:cs typeface="Trebuchet MS"/>
              </a:rPr>
              <a:t>core</a:t>
            </a:r>
            <a:r>
              <a:rPr dirty="0" sz="2450" spc="-16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53585F"/>
                </a:solidFill>
                <a:latin typeface="Trebuchet MS"/>
                <a:cs typeface="Trebuchet MS"/>
              </a:rPr>
              <a:t>targets</a:t>
            </a:r>
            <a:endParaRPr sz="24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5877" y="8280241"/>
            <a:ext cx="3627120" cy="76898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 marR="5080">
              <a:lnSpc>
                <a:spcPts val="2890"/>
              </a:lnSpc>
              <a:spcBef>
                <a:spcPts val="260"/>
              </a:spcBef>
            </a:pPr>
            <a:r>
              <a:rPr dirty="0" sz="2450">
                <a:solidFill>
                  <a:srgbClr val="53585F"/>
                </a:solidFill>
                <a:latin typeface="Trebuchet MS"/>
                <a:cs typeface="Trebuchet MS"/>
              </a:rPr>
              <a:t>Ship</a:t>
            </a:r>
            <a:r>
              <a:rPr dirty="0" sz="2450" spc="-6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53585F"/>
                </a:solidFill>
                <a:latin typeface="Trebuchet MS"/>
                <a:cs typeface="Trebuchet MS"/>
              </a:rPr>
              <a:t>products</a:t>
            </a:r>
            <a:r>
              <a:rPr dirty="0" sz="2450" spc="-6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90">
                <a:solidFill>
                  <a:srgbClr val="53585F"/>
                </a:solidFill>
                <a:latin typeface="Trebuchet MS"/>
                <a:cs typeface="Trebuchet MS"/>
              </a:rPr>
              <a:t>that</a:t>
            </a:r>
            <a:r>
              <a:rPr dirty="0" sz="2450" spc="-6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53585F"/>
                </a:solidFill>
                <a:latin typeface="Trebuchet MS"/>
                <a:cs typeface="Trebuchet MS"/>
              </a:rPr>
              <a:t>expand our</a:t>
            </a:r>
            <a:r>
              <a:rPr dirty="0" sz="2450" spc="-16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50">
                <a:solidFill>
                  <a:srgbClr val="53585F"/>
                </a:solidFill>
                <a:latin typeface="Trebuchet MS"/>
                <a:cs typeface="Trebuchet MS"/>
              </a:rPr>
              <a:t>value</a:t>
            </a:r>
            <a:r>
              <a:rPr dirty="0" sz="2450" spc="-14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53585F"/>
                </a:solidFill>
                <a:latin typeface="Trebuchet MS"/>
                <a:cs typeface="Trebuchet MS"/>
              </a:rPr>
              <a:t>proposition</a:t>
            </a:r>
            <a:endParaRPr sz="245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0179" y="8169389"/>
            <a:ext cx="1000930" cy="102108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829871" y="2165243"/>
            <a:ext cx="6076315" cy="1177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7850" marR="5080" indent="-565785">
              <a:lnSpc>
                <a:spcPct val="114500"/>
              </a:lnSpc>
              <a:spcBef>
                <a:spcPts val="100"/>
              </a:spcBef>
            </a:pPr>
            <a:r>
              <a:rPr dirty="0" sz="3300" spc="-90">
                <a:solidFill>
                  <a:srgbClr val="53585F"/>
                </a:solidFill>
                <a:latin typeface="Lucida Sans Unicode"/>
                <a:cs typeface="Lucida Sans Unicode"/>
              </a:rPr>
              <a:t>Improve</a:t>
            </a:r>
            <a:r>
              <a:rPr dirty="0" sz="3300" spc="-204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14">
                <a:solidFill>
                  <a:srgbClr val="53585F"/>
                </a:solidFill>
                <a:latin typeface="Lucida Sans Unicode"/>
                <a:cs typeface="Lucida Sans Unicode"/>
              </a:rPr>
              <a:t>our</a:t>
            </a:r>
            <a:r>
              <a:rPr dirty="0" sz="3300" spc="-20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30">
                <a:solidFill>
                  <a:srgbClr val="53585F"/>
                </a:solidFill>
                <a:latin typeface="Lucida Sans Unicode"/>
                <a:cs typeface="Lucida Sans Unicode"/>
              </a:rPr>
              <a:t>platform</a:t>
            </a:r>
            <a:r>
              <a:rPr dirty="0" sz="3300" spc="-20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20">
                <a:solidFill>
                  <a:srgbClr val="53585F"/>
                </a:solidFill>
                <a:latin typeface="Lucida Sans Unicode"/>
                <a:cs typeface="Lucida Sans Unicode"/>
              </a:rPr>
              <a:t>to</a:t>
            </a:r>
            <a:r>
              <a:rPr dirty="0" sz="3300" spc="-204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35">
                <a:solidFill>
                  <a:srgbClr val="53585F"/>
                </a:solidFill>
                <a:latin typeface="Lucida Sans Unicode"/>
                <a:cs typeface="Lucida Sans Unicode"/>
              </a:rPr>
              <a:t>make</a:t>
            </a:r>
            <a:r>
              <a:rPr dirty="0" sz="3300" spc="-20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80">
                <a:solidFill>
                  <a:srgbClr val="53585F"/>
                </a:solidFill>
                <a:latin typeface="Lucida Sans Unicode"/>
                <a:cs typeface="Lucida Sans Unicode"/>
              </a:rPr>
              <a:t>it </a:t>
            </a:r>
            <a:r>
              <a:rPr dirty="0" sz="3300" spc="-95">
                <a:solidFill>
                  <a:srgbClr val="53585F"/>
                </a:solidFill>
                <a:latin typeface="Lucida Sans Unicode"/>
                <a:cs typeface="Lucida Sans Unicode"/>
              </a:rPr>
              <a:t>easier</a:t>
            </a:r>
            <a:r>
              <a:rPr dirty="0" sz="3300" spc="-19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20">
                <a:solidFill>
                  <a:srgbClr val="53585F"/>
                </a:solidFill>
                <a:latin typeface="Lucida Sans Unicode"/>
                <a:cs typeface="Lucida Sans Unicode"/>
              </a:rPr>
              <a:t>to</a:t>
            </a:r>
            <a:r>
              <a:rPr dirty="0" sz="3300" spc="-19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90">
                <a:solidFill>
                  <a:srgbClr val="53585F"/>
                </a:solidFill>
                <a:latin typeface="Lucida Sans Unicode"/>
                <a:cs typeface="Lucida Sans Unicode"/>
              </a:rPr>
              <a:t>build</a:t>
            </a:r>
            <a:r>
              <a:rPr dirty="0" sz="3300" spc="-19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90">
                <a:solidFill>
                  <a:srgbClr val="53585F"/>
                </a:solidFill>
                <a:latin typeface="Lucida Sans Unicode"/>
                <a:cs typeface="Lucida Sans Unicode"/>
              </a:rPr>
              <a:t>on</a:t>
            </a:r>
            <a:r>
              <a:rPr dirty="0" sz="3300" spc="-19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80">
                <a:solidFill>
                  <a:srgbClr val="53585F"/>
                </a:solidFill>
                <a:latin typeface="Lucida Sans Unicode"/>
                <a:cs typeface="Lucida Sans Unicode"/>
              </a:rPr>
              <a:t>top</a:t>
            </a:r>
            <a:r>
              <a:rPr dirty="0" sz="3300" spc="-19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30">
                <a:solidFill>
                  <a:srgbClr val="53585F"/>
                </a:solidFill>
                <a:latin typeface="Lucida Sans Unicode"/>
                <a:cs typeface="Lucida Sans Unicode"/>
              </a:rPr>
              <a:t>of</a:t>
            </a:r>
            <a:r>
              <a:rPr dirty="0" sz="3300" spc="-12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25">
                <a:solidFill>
                  <a:srgbClr val="53585F"/>
                </a:solidFill>
                <a:latin typeface="Lucida Sans Unicode"/>
                <a:cs typeface="Lucida Sans Unicode"/>
              </a:rPr>
              <a:t>it</a:t>
            </a:r>
            <a:endParaRPr sz="33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78509" y="4353659"/>
            <a:ext cx="3778885" cy="40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>
                <a:solidFill>
                  <a:srgbClr val="53585F"/>
                </a:solidFill>
                <a:latin typeface="Trebuchet MS"/>
                <a:cs typeface="Trebuchet MS"/>
              </a:rPr>
              <a:t>Ship</a:t>
            </a:r>
            <a:r>
              <a:rPr dirty="0" sz="2450" spc="-10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53585F"/>
                </a:solidFill>
                <a:latin typeface="Trebuchet MS"/>
                <a:cs typeface="Trebuchet MS"/>
              </a:rPr>
              <a:t>our</a:t>
            </a:r>
            <a:r>
              <a:rPr dirty="0" sz="2450" spc="-10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53585F"/>
                </a:solidFill>
                <a:latin typeface="Trebuchet MS"/>
                <a:cs typeface="Trebuchet MS"/>
              </a:rPr>
              <a:t>new</a:t>
            </a:r>
            <a:r>
              <a:rPr dirty="0" sz="2450" spc="-10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53585F"/>
                </a:solidFill>
                <a:latin typeface="Trebuchet MS"/>
                <a:cs typeface="Trebuchet MS"/>
              </a:rPr>
              <a:t>Extension</a:t>
            </a:r>
            <a:r>
              <a:rPr dirty="0" sz="2450" spc="-10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35">
                <a:solidFill>
                  <a:srgbClr val="53585F"/>
                </a:solidFill>
                <a:latin typeface="Trebuchet MS"/>
                <a:cs typeface="Trebuchet MS"/>
              </a:rPr>
              <a:t>API</a:t>
            </a:r>
            <a:endParaRPr sz="245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63580" y="4085083"/>
            <a:ext cx="989431" cy="98806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3578509" y="6301244"/>
            <a:ext cx="3564254" cy="76898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 marR="5080">
              <a:lnSpc>
                <a:spcPts val="2890"/>
              </a:lnSpc>
              <a:spcBef>
                <a:spcPts val="260"/>
              </a:spcBef>
            </a:pPr>
            <a:r>
              <a:rPr dirty="0" sz="2450" spc="-35">
                <a:solidFill>
                  <a:srgbClr val="53585F"/>
                </a:solidFill>
                <a:latin typeface="Trebuchet MS"/>
                <a:cs typeface="Trebuchet MS"/>
              </a:rPr>
              <a:t>Extend</a:t>
            </a:r>
            <a:r>
              <a:rPr dirty="0" sz="2450" spc="-14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53585F"/>
                </a:solidFill>
                <a:latin typeface="Trebuchet MS"/>
                <a:cs typeface="Trebuchet MS"/>
              </a:rPr>
              <a:t>our</a:t>
            </a:r>
            <a:r>
              <a:rPr dirty="0" sz="2450" spc="-145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53585F"/>
                </a:solidFill>
                <a:latin typeface="Trebuchet MS"/>
                <a:cs typeface="Trebuchet MS"/>
              </a:rPr>
              <a:t>collaborative </a:t>
            </a:r>
            <a:r>
              <a:rPr dirty="0" sz="2450">
                <a:solidFill>
                  <a:srgbClr val="53585F"/>
                </a:solidFill>
                <a:latin typeface="Trebuchet MS"/>
                <a:cs typeface="Trebuchet MS"/>
              </a:rPr>
              <a:t>model</a:t>
            </a:r>
            <a:r>
              <a:rPr dirty="0" sz="2450" spc="-15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53585F"/>
                </a:solidFill>
                <a:latin typeface="Trebuchet MS"/>
                <a:cs typeface="Trebuchet MS"/>
              </a:rPr>
              <a:t>beyond</a:t>
            </a:r>
            <a:r>
              <a:rPr dirty="0" sz="2450" spc="-15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70">
                <a:solidFill>
                  <a:srgbClr val="53585F"/>
                </a:solidFill>
                <a:latin typeface="Trebuchet MS"/>
                <a:cs typeface="Trebuchet MS"/>
              </a:rPr>
              <a:t>messaging</a:t>
            </a:r>
            <a:endParaRPr sz="245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53042" y="6151176"/>
            <a:ext cx="1010440" cy="101698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3578509" y="8280241"/>
            <a:ext cx="3579495" cy="76898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 marR="5080">
              <a:lnSpc>
                <a:spcPts val="2890"/>
              </a:lnSpc>
              <a:spcBef>
                <a:spcPts val="260"/>
              </a:spcBef>
            </a:pPr>
            <a:r>
              <a:rPr dirty="0" sz="2450">
                <a:solidFill>
                  <a:srgbClr val="53585F"/>
                </a:solidFill>
                <a:latin typeface="Trebuchet MS"/>
                <a:cs typeface="Trebuchet MS"/>
              </a:rPr>
              <a:t>Launch</a:t>
            </a:r>
            <a:r>
              <a:rPr dirty="0" sz="2450" spc="-6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53585F"/>
                </a:solidFill>
                <a:latin typeface="Trebuchet MS"/>
                <a:cs typeface="Trebuchet MS"/>
              </a:rPr>
              <a:t>an</a:t>
            </a:r>
            <a:r>
              <a:rPr dirty="0" sz="2450" spc="-6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25">
                <a:solidFill>
                  <a:srgbClr val="53585F"/>
                </a:solidFill>
                <a:latin typeface="Trebuchet MS"/>
                <a:cs typeface="Trebuchet MS"/>
              </a:rPr>
              <a:t>app-</a:t>
            </a:r>
            <a:r>
              <a:rPr dirty="0" sz="2450" spc="-105">
                <a:solidFill>
                  <a:srgbClr val="53585F"/>
                </a:solidFill>
                <a:latin typeface="Trebuchet MS"/>
                <a:cs typeface="Trebuchet MS"/>
              </a:rPr>
              <a:t>store,</a:t>
            </a:r>
            <a:r>
              <a:rPr dirty="0" sz="2450" spc="-6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20">
                <a:solidFill>
                  <a:srgbClr val="53585F"/>
                </a:solidFill>
                <a:latin typeface="Trebuchet MS"/>
                <a:cs typeface="Trebuchet MS"/>
              </a:rPr>
              <a:t>host 3rd</a:t>
            </a:r>
            <a:r>
              <a:rPr dirty="0" sz="2450" spc="-13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-60">
                <a:solidFill>
                  <a:srgbClr val="53585F"/>
                </a:solidFill>
                <a:latin typeface="Trebuchet MS"/>
                <a:cs typeface="Trebuchet MS"/>
              </a:rPr>
              <a:t>party</a:t>
            </a:r>
            <a:r>
              <a:rPr dirty="0" sz="2450" spc="-130">
                <a:solidFill>
                  <a:srgbClr val="53585F"/>
                </a:solidFill>
                <a:latin typeface="Trebuchet MS"/>
                <a:cs typeface="Trebuchet MS"/>
              </a:rPr>
              <a:t> </a:t>
            </a:r>
            <a:r>
              <a:rPr dirty="0" sz="2450" spc="45">
                <a:solidFill>
                  <a:srgbClr val="53585F"/>
                </a:solidFill>
                <a:latin typeface="Trebuchet MS"/>
                <a:cs typeface="Trebuchet MS"/>
              </a:rPr>
              <a:t>apps</a:t>
            </a:r>
            <a:endParaRPr sz="245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880625" y="8124469"/>
            <a:ext cx="1086159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518" y="890025"/>
              <a:ext cx="4293063" cy="607311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813175">
              <a:lnSpc>
                <a:spcPct val="100000"/>
              </a:lnSpc>
              <a:spcBef>
                <a:spcPts val="120"/>
              </a:spcBef>
            </a:pPr>
            <a:r>
              <a:rPr dirty="0" spc="-20"/>
              <a:t>Long-</a:t>
            </a:r>
            <a:r>
              <a:rPr dirty="0" spc="85"/>
              <a:t>term</a:t>
            </a:r>
            <a:r>
              <a:rPr dirty="0" spc="-65"/>
              <a:t> </a:t>
            </a:r>
            <a:r>
              <a:rPr dirty="0" spc="-10"/>
              <a:t>vision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60413" y="4584018"/>
            <a:ext cx="8187055" cy="217233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400050" marR="5080" indent="-387985">
              <a:lnSpc>
                <a:spcPct val="114799"/>
              </a:lnSpc>
              <a:spcBef>
                <a:spcPts val="50"/>
              </a:spcBef>
            </a:pPr>
            <a:r>
              <a:rPr dirty="0" sz="4100" spc="145" b="1">
                <a:latin typeface="Arial"/>
                <a:cs typeface="Arial"/>
              </a:rPr>
              <a:t>Head</a:t>
            </a:r>
            <a:r>
              <a:rPr dirty="0" sz="4100" spc="-110" b="1">
                <a:latin typeface="Arial"/>
                <a:cs typeface="Arial"/>
              </a:rPr>
              <a:t> </a:t>
            </a:r>
            <a:r>
              <a:rPr dirty="0" sz="4100" spc="85" b="1">
                <a:latin typeface="Arial"/>
                <a:cs typeface="Arial"/>
              </a:rPr>
              <a:t>over</a:t>
            </a:r>
            <a:r>
              <a:rPr dirty="0" sz="4100" spc="-110" b="1">
                <a:latin typeface="Arial"/>
                <a:cs typeface="Arial"/>
              </a:rPr>
              <a:t> </a:t>
            </a:r>
            <a:r>
              <a:rPr dirty="0" sz="4100" spc="135" b="1">
                <a:latin typeface="Arial"/>
                <a:cs typeface="Arial"/>
              </a:rPr>
              <a:t>to</a:t>
            </a:r>
            <a:r>
              <a:rPr dirty="0" sz="4100" spc="-105" b="1">
                <a:latin typeface="Arial"/>
                <a:cs typeface="Arial"/>
              </a:rPr>
              <a:t> </a:t>
            </a:r>
            <a:r>
              <a:rPr dirty="0" u="sng" sz="4100" spc="75" b="1">
                <a:solidFill>
                  <a:srgbClr val="0365C0"/>
                </a:solidFill>
                <a:uFill>
                  <a:solidFill>
                    <a:srgbClr val="0365C0"/>
                  </a:solidFill>
                </a:uFill>
                <a:latin typeface="Arial"/>
                <a:cs typeface="Arial"/>
              </a:rPr>
              <a:t>frontapp.com/jobs</a:t>
            </a:r>
            <a:r>
              <a:rPr dirty="0" u="none" sz="4100" spc="75" b="1">
                <a:solidFill>
                  <a:srgbClr val="0365C0"/>
                </a:solidFill>
                <a:latin typeface="Arial"/>
                <a:cs typeface="Arial"/>
              </a:rPr>
              <a:t> </a:t>
            </a:r>
            <a:r>
              <a:rPr dirty="0" u="none" sz="4100" spc="100" b="1">
                <a:latin typeface="Arial"/>
                <a:cs typeface="Arial"/>
              </a:rPr>
              <a:t>if</a:t>
            </a:r>
            <a:r>
              <a:rPr dirty="0" u="none" sz="4100" spc="20" b="1">
                <a:latin typeface="Arial"/>
                <a:cs typeface="Arial"/>
              </a:rPr>
              <a:t> </a:t>
            </a:r>
            <a:r>
              <a:rPr dirty="0" u="none" sz="4100" b="1">
                <a:latin typeface="Arial"/>
                <a:cs typeface="Arial"/>
              </a:rPr>
              <a:t>you</a:t>
            </a:r>
            <a:r>
              <a:rPr dirty="0" u="none" sz="4100" spc="-80" b="1">
                <a:latin typeface="Arial"/>
                <a:cs typeface="Arial"/>
              </a:rPr>
              <a:t> </a:t>
            </a:r>
            <a:r>
              <a:rPr dirty="0" u="none" sz="4100" spc="160" b="1">
                <a:latin typeface="Arial"/>
                <a:cs typeface="Arial"/>
              </a:rPr>
              <a:t>want</a:t>
            </a:r>
            <a:r>
              <a:rPr dirty="0" u="none" sz="4100" spc="-80" b="1">
                <a:latin typeface="Arial"/>
                <a:cs typeface="Arial"/>
              </a:rPr>
              <a:t> </a:t>
            </a:r>
            <a:r>
              <a:rPr dirty="0" u="none" sz="4100" spc="135" b="1">
                <a:latin typeface="Arial"/>
                <a:cs typeface="Arial"/>
              </a:rPr>
              <a:t>to</a:t>
            </a:r>
            <a:r>
              <a:rPr dirty="0" u="none" sz="4100" spc="-80" b="1">
                <a:latin typeface="Arial"/>
                <a:cs typeface="Arial"/>
              </a:rPr>
              <a:t> </a:t>
            </a:r>
            <a:r>
              <a:rPr dirty="0" u="none" sz="4100" spc="110" b="1">
                <a:latin typeface="Arial"/>
                <a:cs typeface="Arial"/>
              </a:rPr>
              <a:t>find</a:t>
            </a:r>
            <a:r>
              <a:rPr dirty="0" u="none" sz="4100" spc="-80" b="1">
                <a:latin typeface="Arial"/>
                <a:cs typeface="Arial"/>
              </a:rPr>
              <a:t> </a:t>
            </a:r>
            <a:r>
              <a:rPr dirty="0" u="none" sz="4100" spc="80" b="1">
                <a:latin typeface="Arial"/>
                <a:cs typeface="Arial"/>
              </a:rPr>
              <a:t>out</a:t>
            </a:r>
            <a:r>
              <a:rPr dirty="0" u="none" sz="4100" spc="-80" b="1">
                <a:latin typeface="Arial"/>
                <a:cs typeface="Arial"/>
              </a:rPr>
              <a:t> </a:t>
            </a:r>
            <a:r>
              <a:rPr dirty="0" u="none" sz="4100" spc="55" b="1">
                <a:latin typeface="Arial"/>
                <a:cs typeface="Arial"/>
              </a:rPr>
              <a:t>more </a:t>
            </a:r>
            <a:r>
              <a:rPr dirty="0" u="none" sz="4100" spc="110" b="1">
                <a:latin typeface="Arial"/>
                <a:cs typeface="Arial"/>
              </a:rPr>
              <a:t>about</a:t>
            </a:r>
            <a:r>
              <a:rPr dirty="0" u="none" sz="4100" spc="-70" b="1">
                <a:latin typeface="Arial"/>
                <a:cs typeface="Arial"/>
              </a:rPr>
              <a:t> </a:t>
            </a:r>
            <a:r>
              <a:rPr dirty="0" u="none" sz="4100" b="1">
                <a:latin typeface="Arial"/>
                <a:cs typeface="Arial"/>
              </a:rPr>
              <a:t>our</a:t>
            </a:r>
            <a:r>
              <a:rPr dirty="0" u="none" sz="4100" spc="-70" b="1">
                <a:latin typeface="Arial"/>
                <a:cs typeface="Arial"/>
              </a:rPr>
              <a:t> </a:t>
            </a:r>
            <a:r>
              <a:rPr dirty="0" u="none" sz="4100" spc="105" b="1">
                <a:latin typeface="Arial"/>
                <a:cs typeface="Arial"/>
              </a:rPr>
              <a:t>long</a:t>
            </a:r>
            <a:r>
              <a:rPr dirty="0" u="none" sz="4100" spc="-70" b="1">
                <a:latin typeface="Arial"/>
                <a:cs typeface="Arial"/>
              </a:rPr>
              <a:t> </a:t>
            </a:r>
            <a:r>
              <a:rPr dirty="0" u="none" sz="4100" spc="130" b="1">
                <a:latin typeface="Arial"/>
                <a:cs typeface="Arial"/>
              </a:rPr>
              <a:t>term</a:t>
            </a:r>
            <a:r>
              <a:rPr dirty="0" u="none" sz="4100" spc="-70" b="1">
                <a:latin typeface="Arial"/>
                <a:cs typeface="Arial"/>
              </a:rPr>
              <a:t> </a:t>
            </a:r>
            <a:r>
              <a:rPr dirty="0" u="none" sz="4100" spc="-10" b="1">
                <a:latin typeface="Arial"/>
                <a:cs typeface="Arial"/>
              </a:rPr>
              <a:t>vision</a:t>
            </a:r>
            <a:endParaRPr sz="4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905518" y="890025"/>
            <a:ext cx="5937250" cy="5790565"/>
            <a:chOff x="7905518" y="890025"/>
            <a:chExt cx="5937250" cy="57905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18966" y="6156880"/>
              <a:ext cx="523544" cy="523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518" y="890025"/>
              <a:ext cx="4293063" cy="607311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20"/>
              <a:t>Long-</a:t>
            </a:r>
            <a:r>
              <a:rPr dirty="0" spc="85"/>
              <a:t>term</a:t>
            </a:r>
            <a:r>
              <a:rPr dirty="0" spc="-65"/>
              <a:t> </a:t>
            </a:r>
            <a:r>
              <a:rPr dirty="0" spc="-10"/>
              <a:t>vision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36463" y="1152412"/>
            <a:ext cx="17468215" cy="9502775"/>
            <a:chOff x="2636463" y="1152412"/>
            <a:chExt cx="17468215" cy="9502775"/>
          </a:xfrm>
        </p:grpSpPr>
        <p:sp>
          <p:nvSpPr>
            <p:cNvPr id="3" name="object 3"/>
            <p:cNvSpPr/>
            <p:nvPr/>
          </p:nvSpPr>
          <p:spPr>
            <a:xfrm>
              <a:off x="2636463" y="1215518"/>
              <a:ext cx="16529685" cy="7632700"/>
            </a:xfrm>
            <a:custGeom>
              <a:avLst/>
              <a:gdLst/>
              <a:ahLst/>
              <a:cxnLst/>
              <a:rect l="l" t="t" r="r" b="b"/>
              <a:pathLst>
                <a:path w="16529685" h="7632700">
                  <a:moveTo>
                    <a:pt x="16529664" y="0"/>
                  </a:moveTo>
                  <a:lnTo>
                    <a:pt x="16519032" y="63500"/>
                  </a:lnTo>
                  <a:lnTo>
                    <a:pt x="16508175" y="114300"/>
                  </a:lnTo>
                  <a:lnTo>
                    <a:pt x="16497094" y="165100"/>
                  </a:lnTo>
                  <a:lnTo>
                    <a:pt x="16485790" y="215900"/>
                  </a:lnTo>
                  <a:lnTo>
                    <a:pt x="16474263" y="279400"/>
                  </a:lnTo>
                  <a:lnTo>
                    <a:pt x="16462515" y="330200"/>
                  </a:lnTo>
                  <a:lnTo>
                    <a:pt x="16450546" y="381000"/>
                  </a:lnTo>
                  <a:lnTo>
                    <a:pt x="16438357" y="431800"/>
                  </a:lnTo>
                  <a:lnTo>
                    <a:pt x="16425949" y="482600"/>
                  </a:lnTo>
                  <a:lnTo>
                    <a:pt x="16413323" y="546100"/>
                  </a:lnTo>
                  <a:lnTo>
                    <a:pt x="16400479" y="596900"/>
                  </a:lnTo>
                  <a:lnTo>
                    <a:pt x="16387418" y="647700"/>
                  </a:lnTo>
                  <a:lnTo>
                    <a:pt x="16374141" y="698500"/>
                  </a:lnTo>
                  <a:lnTo>
                    <a:pt x="16360649" y="749300"/>
                  </a:lnTo>
                  <a:lnTo>
                    <a:pt x="16346943" y="800100"/>
                  </a:lnTo>
                  <a:lnTo>
                    <a:pt x="16333022" y="850900"/>
                  </a:lnTo>
                  <a:lnTo>
                    <a:pt x="16318889" y="901700"/>
                  </a:lnTo>
                  <a:lnTo>
                    <a:pt x="16304544" y="952500"/>
                  </a:lnTo>
                  <a:lnTo>
                    <a:pt x="16289988" y="1003300"/>
                  </a:lnTo>
                  <a:lnTo>
                    <a:pt x="16275221" y="1054100"/>
                  </a:lnTo>
                  <a:lnTo>
                    <a:pt x="16260245" y="1104900"/>
                  </a:lnTo>
                  <a:lnTo>
                    <a:pt x="16245059" y="1155700"/>
                  </a:lnTo>
                  <a:lnTo>
                    <a:pt x="16229666" y="1206500"/>
                  </a:lnTo>
                  <a:lnTo>
                    <a:pt x="16214065" y="1257300"/>
                  </a:lnTo>
                  <a:lnTo>
                    <a:pt x="16198257" y="1308100"/>
                  </a:lnTo>
                  <a:lnTo>
                    <a:pt x="16182244" y="1358900"/>
                  </a:lnTo>
                  <a:lnTo>
                    <a:pt x="16166026" y="1409700"/>
                  </a:lnTo>
                  <a:lnTo>
                    <a:pt x="16149604" y="1460500"/>
                  </a:lnTo>
                  <a:lnTo>
                    <a:pt x="16132978" y="1511300"/>
                  </a:lnTo>
                  <a:lnTo>
                    <a:pt x="16116150" y="1562100"/>
                  </a:lnTo>
                  <a:lnTo>
                    <a:pt x="16099120" y="1612900"/>
                  </a:lnTo>
                  <a:lnTo>
                    <a:pt x="16081889" y="1651000"/>
                  </a:lnTo>
                  <a:lnTo>
                    <a:pt x="16064458" y="1701800"/>
                  </a:lnTo>
                  <a:lnTo>
                    <a:pt x="16046828" y="1752600"/>
                  </a:lnTo>
                  <a:lnTo>
                    <a:pt x="16028999" y="1803400"/>
                  </a:lnTo>
                  <a:lnTo>
                    <a:pt x="16010972" y="1841500"/>
                  </a:lnTo>
                  <a:lnTo>
                    <a:pt x="15992748" y="1892300"/>
                  </a:lnTo>
                  <a:lnTo>
                    <a:pt x="15974327" y="1943100"/>
                  </a:lnTo>
                  <a:lnTo>
                    <a:pt x="15955712" y="1993900"/>
                  </a:lnTo>
                  <a:lnTo>
                    <a:pt x="15936901" y="2032000"/>
                  </a:lnTo>
                  <a:lnTo>
                    <a:pt x="15917897" y="2082800"/>
                  </a:lnTo>
                  <a:lnTo>
                    <a:pt x="15898700" y="2133600"/>
                  </a:lnTo>
                  <a:lnTo>
                    <a:pt x="15879310" y="2171700"/>
                  </a:lnTo>
                  <a:lnTo>
                    <a:pt x="15859729" y="2222500"/>
                  </a:lnTo>
                  <a:lnTo>
                    <a:pt x="15839957" y="2260600"/>
                  </a:lnTo>
                  <a:lnTo>
                    <a:pt x="15819996" y="2311400"/>
                  </a:lnTo>
                  <a:lnTo>
                    <a:pt x="15799845" y="2362200"/>
                  </a:lnTo>
                  <a:lnTo>
                    <a:pt x="15779506" y="2400300"/>
                  </a:lnTo>
                  <a:lnTo>
                    <a:pt x="15758979" y="2451100"/>
                  </a:lnTo>
                  <a:lnTo>
                    <a:pt x="15738265" y="2489200"/>
                  </a:lnTo>
                  <a:lnTo>
                    <a:pt x="15717366" y="2540000"/>
                  </a:lnTo>
                  <a:lnTo>
                    <a:pt x="15696281" y="2578100"/>
                  </a:lnTo>
                  <a:lnTo>
                    <a:pt x="15675012" y="2628900"/>
                  </a:lnTo>
                  <a:lnTo>
                    <a:pt x="15653560" y="2667000"/>
                  </a:lnTo>
                  <a:lnTo>
                    <a:pt x="15631924" y="2705100"/>
                  </a:lnTo>
                  <a:lnTo>
                    <a:pt x="15610107" y="2755900"/>
                  </a:lnTo>
                  <a:lnTo>
                    <a:pt x="15588109" y="2794000"/>
                  </a:lnTo>
                  <a:lnTo>
                    <a:pt x="15565930" y="2832100"/>
                  </a:lnTo>
                  <a:lnTo>
                    <a:pt x="15543571" y="2882900"/>
                  </a:lnTo>
                  <a:lnTo>
                    <a:pt x="15521033" y="2921000"/>
                  </a:lnTo>
                  <a:lnTo>
                    <a:pt x="15498318" y="2959100"/>
                  </a:lnTo>
                  <a:lnTo>
                    <a:pt x="15475425" y="3009900"/>
                  </a:lnTo>
                  <a:lnTo>
                    <a:pt x="15452356" y="3048000"/>
                  </a:lnTo>
                  <a:lnTo>
                    <a:pt x="15429111" y="3086100"/>
                  </a:lnTo>
                  <a:lnTo>
                    <a:pt x="15405691" y="3124200"/>
                  </a:lnTo>
                  <a:lnTo>
                    <a:pt x="15382097" y="3162300"/>
                  </a:lnTo>
                  <a:lnTo>
                    <a:pt x="15358330" y="3213100"/>
                  </a:lnTo>
                  <a:lnTo>
                    <a:pt x="15334391" y="3251200"/>
                  </a:lnTo>
                  <a:lnTo>
                    <a:pt x="15310279" y="3289300"/>
                  </a:lnTo>
                  <a:lnTo>
                    <a:pt x="15285997" y="3327400"/>
                  </a:lnTo>
                  <a:lnTo>
                    <a:pt x="15261544" y="3365500"/>
                  </a:lnTo>
                  <a:lnTo>
                    <a:pt x="15236923" y="3403600"/>
                  </a:lnTo>
                  <a:lnTo>
                    <a:pt x="15212132" y="3441700"/>
                  </a:lnTo>
                  <a:lnTo>
                    <a:pt x="15187174" y="3479800"/>
                  </a:lnTo>
                  <a:lnTo>
                    <a:pt x="15136758" y="3556000"/>
                  </a:lnTo>
                  <a:lnTo>
                    <a:pt x="15085680" y="3632200"/>
                  </a:lnTo>
                  <a:lnTo>
                    <a:pt x="15033947" y="3708400"/>
                  </a:lnTo>
                  <a:lnTo>
                    <a:pt x="15007836" y="3733800"/>
                  </a:lnTo>
                  <a:lnTo>
                    <a:pt x="14940366" y="3835400"/>
                  </a:lnTo>
                  <a:lnTo>
                    <a:pt x="14906317" y="3873500"/>
                  </a:lnTo>
                  <a:lnTo>
                    <a:pt x="14872062" y="3924300"/>
                  </a:lnTo>
                  <a:lnTo>
                    <a:pt x="14802945" y="4000500"/>
                  </a:lnTo>
                  <a:lnTo>
                    <a:pt x="14768088" y="4051300"/>
                  </a:lnTo>
                  <a:lnTo>
                    <a:pt x="14697790" y="4127500"/>
                  </a:lnTo>
                  <a:lnTo>
                    <a:pt x="14662354" y="4178300"/>
                  </a:lnTo>
                  <a:lnTo>
                    <a:pt x="14626730" y="4216400"/>
                  </a:lnTo>
                  <a:lnTo>
                    <a:pt x="14518757" y="4330700"/>
                  </a:lnTo>
                  <a:lnTo>
                    <a:pt x="14409185" y="4445000"/>
                  </a:lnTo>
                  <a:lnTo>
                    <a:pt x="14260721" y="4597400"/>
                  </a:lnTo>
                  <a:lnTo>
                    <a:pt x="14223199" y="4622800"/>
                  </a:lnTo>
                  <a:lnTo>
                    <a:pt x="14147687" y="4699000"/>
                  </a:lnTo>
                  <a:lnTo>
                    <a:pt x="14109702" y="4724400"/>
                  </a:lnTo>
                  <a:lnTo>
                    <a:pt x="14033285" y="4800600"/>
                  </a:lnTo>
                  <a:lnTo>
                    <a:pt x="13994859" y="4826000"/>
                  </a:lnTo>
                  <a:lnTo>
                    <a:pt x="13956291" y="4864100"/>
                  </a:lnTo>
                  <a:lnTo>
                    <a:pt x="13917584" y="4889500"/>
                  </a:lnTo>
                  <a:lnTo>
                    <a:pt x="13878741" y="4927600"/>
                  </a:lnTo>
                  <a:lnTo>
                    <a:pt x="13839763" y="4953000"/>
                  </a:lnTo>
                  <a:lnTo>
                    <a:pt x="13800654" y="4991100"/>
                  </a:lnTo>
                  <a:lnTo>
                    <a:pt x="13722052" y="5041900"/>
                  </a:lnTo>
                  <a:lnTo>
                    <a:pt x="13682563" y="5080000"/>
                  </a:lnTo>
                  <a:lnTo>
                    <a:pt x="13603225" y="5130800"/>
                  </a:lnTo>
                  <a:lnTo>
                    <a:pt x="13563381" y="5168900"/>
                  </a:lnTo>
                  <a:lnTo>
                    <a:pt x="13402894" y="5270500"/>
                  </a:lnTo>
                  <a:lnTo>
                    <a:pt x="12870744" y="5600700"/>
                  </a:lnTo>
                  <a:lnTo>
                    <a:pt x="12829248" y="5613400"/>
                  </a:lnTo>
                  <a:lnTo>
                    <a:pt x="12704365" y="5689600"/>
                  </a:lnTo>
                  <a:lnTo>
                    <a:pt x="12662615" y="5702300"/>
                  </a:lnTo>
                  <a:lnTo>
                    <a:pt x="12578945" y="5753100"/>
                  </a:lnTo>
                  <a:lnTo>
                    <a:pt x="12537030" y="5765800"/>
                  </a:lnTo>
                  <a:lnTo>
                    <a:pt x="12495067" y="5791200"/>
                  </a:lnTo>
                  <a:lnTo>
                    <a:pt x="12453056" y="5803900"/>
                  </a:lnTo>
                  <a:lnTo>
                    <a:pt x="12368904" y="5854700"/>
                  </a:lnTo>
                  <a:lnTo>
                    <a:pt x="12326768" y="5867400"/>
                  </a:lnTo>
                  <a:lnTo>
                    <a:pt x="12284595" y="5892800"/>
                  </a:lnTo>
                  <a:lnTo>
                    <a:pt x="12242389" y="5905500"/>
                  </a:lnTo>
                  <a:lnTo>
                    <a:pt x="12200150" y="5930900"/>
                  </a:lnTo>
                  <a:lnTo>
                    <a:pt x="12157883" y="5943600"/>
                  </a:lnTo>
                  <a:lnTo>
                    <a:pt x="12115589" y="5969000"/>
                  </a:lnTo>
                  <a:lnTo>
                    <a:pt x="12067525" y="5981700"/>
                  </a:lnTo>
                  <a:lnTo>
                    <a:pt x="12019436" y="6007100"/>
                  </a:lnTo>
                  <a:lnTo>
                    <a:pt x="11971322" y="6019800"/>
                  </a:lnTo>
                  <a:lnTo>
                    <a:pt x="11875020" y="6070600"/>
                  </a:lnTo>
                  <a:lnTo>
                    <a:pt x="11826833" y="6083300"/>
                  </a:lnTo>
                  <a:lnTo>
                    <a:pt x="11778621" y="6108700"/>
                  </a:lnTo>
                  <a:lnTo>
                    <a:pt x="11730386" y="6121400"/>
                  </a:lnTo>
                  <a:lnTo>
                    <a:pt x="11682127" y="6146800"/>
                  </a:lnTo>
                  <a:lnTo>
                    <a:pt x="11633844" y="6159500"/>
                  </a:lnTo>
                  <a:lnTo>
                    <a:pt x="11585538" y="6184900"/>
                  </a:lnTo>
                  <a:lnTo>
                    <a:pt x="11488857" y="6210300"/>
                  </a:lnTo>
                  <a:lnTo>
                    <a:pt x="11440482" y="6235700"/>
                  </a:lnTo>
                  <a:lnTo>
                    <a:pt x="11392084" y="6248400"/>
                  </a:lnTo>
                  <a:lnTo>
                    <a:pt x="11343664" y="6273800"/>
                  </a:lnTo>
                  <a:lnTo>
                    <a:pt x="11246756" y="6299200"/>
                  </a:lnTo>
                  <a:lnTo>
                    <a:pt x="11198269" y="6324600"/>
                  </a:lnTo>
                  <a:lnTo>
                    <a:pt x="11052679" y="6362700"/>
                  </a:lnTo>
                  <a:lnTo>
                    <a:pt x="11004105" y="6388100"/>
                  </a:lnTo>
                  <a:lnTo>
                    <a:pt x="10809603" y="6438900"/>
                  </a:lnTo>
                  <a:lnTo>
                    <a:pt x="10760926" y="6464300"/>
                  </a:lnTo>
                  <a:lnTo>
                    <a:pt x="9734291" y="6731000"/>
                  </a:lnTo>
                  <a:lnTo>
                    <a:pt x="9685208" y="6731000"/>
                  </a:lnTo>
                  <a:lnTo>
                    <a:pt x="9488713" y="6781800"/>
                  </a:lnTo>
                  <a:lnTo>
                    <a:pt x="9439549" y="6781800"/>
                  </a:lnTo>
                  <a:lnTo>
                    <a:pt x="9291966" y="6819900"/>
                  </a:lnTo>
                  <a:lnTo>
                    <a:pt x="9242741" y="6819900"/>
                  </a:lnTo>
                  <a:lnTo>
                    <a:pt x="9094977" y="6858000"/>
                  </a:lnTo>
                  <a:lnTo>
                    <a:pt x="9045693" y="6858000"/>
                  </a:lnTo>
                  <a:lnTo>
                    <a:pt x="8947084" y="6883400"/>
                  </a:lnTo>
                  <a:lnTo>
                    <a:pt x="8897758" y="6883400"/>
                  </a:lnTo>
                  <a:lnTo>
                    <a:pt x="8799066" y="6908800"/>
                  </a:lnTo>
                  <a:lnTo>
                    <a:pt x="8749700" y="6908800"/>
                  </a:lnTo>
                  <a:lnTo>
                    <a:pt x="8700320" y="6921500"/>
                  </a:lnTo>
                  <a:lnTo>
                    <a:pt x="8650928" y="6921500"/>
                  </a:lnTo>
                  <a:lnTo>
                    <a:pt x="8552105" y="6946900"/>
                  </a:lnTo>
                  <a:lnTo>
                    <a:pt x="8502675" y="6946900"/>
                  </a:lnTo>
                  <a:lnTo>
                    <a:pt x="8453232" y="6959600"/>
                  </a:lnTo>
                  <a:lnTo>
                    <a:pt x="8403777" y="6959600"/>
                  </a:lnTo>
                  <a:lnTo>
                    <a:pt x="8354310" y="6972300"/>
                  </a:lnTo>
                  <a:lnTo>
                    <a:pt x="8304832" y="6972300"/>
                  </a:lnTo>
                  <a:lnTo>
                    <a:pt x="8255342" y="6985000"/>
                  </a:lnTo>
                  <a:lnTo>
                    <a:pt x="8205840" y="6985000"/>
                  </a:lnTo>
                  <a:lnTo>
                    <a:pt x="8156327" y="6997700"/>
                  </a:lnTo>
                  <a:lnTo>
                    <a:pt x="8106803" y="6997700"/>
                  </a:lnTo>
                  <a:lnTo>
                    <a:pt x="8057268" y="7010400"/>
                  </a:lnTo>
                  <a:lnTo>
                    <a:pt x="8007723" y="7010400"/>
                  </a:lnTo>
                  <a:lnTo>
                    <a:pt x="7958167" y="7023100"/>
                  </a:lnTo>
                  <a:lnTo>
                    <a:pt x="7908600" y="7023100"/>
                  </a:lnTo>
                  <a:lnTo>
                    <a:pt x="7859023" y="7035800"/>
                  </a:lnTo>
                  <a:lnTo>
                    <a:pt x="7809436" y="7035800"/>
                  </a:lnTo>
                  <a:lnTo>
                    <a:pt x="7759840" y="7048500"/>
                  </a:lnTo>
                  <a:lnTo>
                    <a:pt x="7660617" y="7048500"/>
                  </a:lnTo>
                  <a:lnTo>
                    <a:pt x="7610992" y="7061200"/>
                  </a:lnTo>
                  <a:lnTo>
                    <a:pt x="7561357" y="7061200"/>
                  </a:lnTo>
                  <a:lnTo>
                    <a:pt x="7511714" y="7073900"/>
                  </a:lnTo>
                  <a:lnTo>
                    <a:pt x="7412400" y="7073900"/>
                  </a:lnTo>
                  <a:lnTo>
                    <a:pt x="7362730" y="7086600"/>
                  </a:lnTo>
                  <a:lnTo>
                    <a:pt x="7263367" y="7086600"/>
                  </a:lnTo>
                  <a:lnTo>
                    <a:pt x="7213672" y="7099300"/>
                  </a:lnTo>
                  <a:lnTo>
                    <a:pt x="7114261" y="7099300"/>
                  </a:lnTo>
                  <a:lnTo>
                    <a:pt x="7064544" y="7112000"/>
                  </a:lnTo>
                  <a:lnTo>
                    <a:pt x="6965089" y="7112000"/>
                  </a:lnTo>
                  <a:lnTo>
                    <a:pt x="6915350" y="7124700"/>
                  </a:lnTo>
                  <a:lnTo>
                    <a:pt x="6815854" y="7124700"/>
                  </a:lnTo>
                  <a:lnTo>
                    <a:pt x="6766096" y="7137400"/>
                  </a:lnTo>
                  <a:lnTo>
                    <a:pt x="6616785" y="7137400"/>
                  </a:lnTo>
                  <a:lnTo>
                    <a:pt x="6567003" y="7150100"/>
                  </a:lnTo>
                  <a:lnTo>
                    <a:pt x="6467423" y="7150100"/>
                  </a:lnTo>
                  <a:lnTo>
                    <a:pt x="6417624" y="7162800"/>
                  </a:lnTo>
                  <a:lnTo>
                    <a:pt x="6268201" y="7162800"/>
                  </a:lnTo>
                  <a:lnTo>
                    <a:pt x="6218383" y="7175500"/>
                  </a:lnTo>
                  <a:lnTo>
                    <a:pt x="6019073" y="7175500"/>
                  </a:lnTo>
                  <a:lnTo>
                    <a:pt x="5969236" y="7188200"/>
                  </a:lnTo>
                  <a:lnTo>
                    <a:pt x="5819704" y="7188200"/>
                  </a:lnTo>
                  <a:lnTo>
                    <a:pt x="5769854" y="7200900"/>
                  </a:lnTo>
                  <a:lnTo>
                    <a:pt x="5570428" y="7200900"/>
                  </a:lnTo>
                  <a:lnTo>
                    <a:pt x="5520566" y="7213600"/>
                  </a:lnTo>
                  <a:lnTo>
                    <a:pt x="5321099" y="7213600"/>
                  </a:lnTo>
                  <a:lnTo>
                    <a:pt x="5221358" y="7226300"/>
                  </a:lnTo>
                  <a:lnTo>
                    <a:pt x="5021867" y="7226300"/>
                  </a:lnTo>
                  <a:lnTo>
                    <a:pt x="4872245" y="7239000"/>
                  </a:lnTo>
                  <a:lnTo>
                    <a:pt x="4423419" y="7264400"/>
                  </a:lnTo>
                  <a:lnTo>
                    <a:pt x="4174129" y="7264400"/>
                  </a:lnTo>
                  <a:lnTo>
                    <a:pt x="4074431" y="7277100"/>
                  </a:lnTo>
                  <a:lnTo>
                    <a:pt x="3974745" y="7277100"/>
                  </a:lnTo>
                  <a:lnTo>
                    <a:pt x="3875074" y="7289800"/>
                  </a:lnTo>
                  <a:lnTo>
                    <a:pt x="3671030" y="7289800"/>
                  </a:lnTo>
                  <a:lnTo>
                    <a:pt x="3620020" y="7302500"/>
                  </a:lnTo>
                  <a:lnTo>
                    <a:pt x="3415988" y="7302500"/>
                  </a:lnTo>
                  <a:lnTo>
                    <a:pt x="3364981" y="7315200"/>
                  </a:lnTo>
                  <a:lnTo>
                    <a:pt x="3211964" y="7315200"/>
                  </a:lnTo>
                  <a:lnTo>
                    <a:pt x="3160960" y="7327900"/>
                  </a:lnTo>
                  <a:lnTo>
                    <a:pt x="2956948" y="7327900"/>
                  </a:lnTo>
                  <a:lnTo>
                    <a:pt x="2905947" y="7340600"/>
                  </a:lnTo>
                  <a:lnTo>
                    <a:pt x="2752946" y="7340600"/>
                  </a:lnTo>
                  <a:lnTo>
                    <a:pt x="2701947" y="7353300"/>
                  </a:lnTo>
                  <a:lnTo>
                    <a:pt x="2548954" y="7353300"/>
                  </a:lnTo>
                  <a:lnTo>
                    <a:pt x="2497958" y="7366000"/>
                  </a:lnTo>
                  <a:lnTo>
                    <a:pt x="2344972" y="7366000"/>
                  </a:lnTo>
                  <a:lnTo>
                    <a:pt x="2293978" y="7378700"/>
                  </a:lnTo>
                  <a:lnTo>
                    <a:pt x="2191993" y="7378700"/>
                  </a:lnTo>
                  <a:lnTo>
                    <a:pt x="2141001" y="7391400"/>
                  </a:lnTo>
                  <a:lnTo>
                    <a:pt x="1988029" y="7391400"/>
                  </a:lnTo>
                  <a:lnTo>
                    <a:pt x="1937040" y="7404100"/>
                  </a:lnTo>
                  <a:lnTo>
                    <a:pt x="1784077" y="7404100"/>
                  </a:lnTo>
                  <a:lnTo>
                    <a:pt x="1733091" y="7416800"/>
                  </a:lnTo>
                  <a:lnTo>
                    <a:pt x="1631120" y="7416800"/>
                  </a:lnTo>
                  <a:lnTo>
                    <a:pt x="1580136" y="7429500"/>
                  </a:lnTo>
                  <a:lnTo>
                    <a:pt x="1478170" y="7429500"/>
                  </a:lnTo>
                  <a:lnTo>
                    <a:pt x="1427188" y="7442200"/>
                  </a:lnTo>
                  <a:lnTo>
                    <a:pt x="1274246" y="7442200"/>
                  </a:lnTo>
                  <a:lnTo>
                    <a:pt x="1223267" y="7454900"/>
                  </a:lnTo>
                  <a:lnTo>
                    <a:pt x="1121311" y="7454900"/>
                  </a:lnTo>
                  <a:lnTo>
                    <a:pt x="1070334" y="7467600"/>
                  </a:lnTo>
                  <a:lnTo>
                    <a:pt x="968382" y="7467600"/>
                  </a:lnTo>
                  <a:lnTo>
                    <a:pt x="917408" y="7480300"/>
                  </a:lnTo>
                  <a:lnTo>
                    <a:pt x="815461" y="7480300"/>
                  </a:lnTo>
                  <a:lnTo>
                    <a:pt x="764488" y="7493000"/>
                  </a:lnTo>
                  <a:lnTo>
                    <a:pt x="662546" y="7493000"/>
                  </a:lnTo>
                  <a:lnTo>
                    <a:pt x="611576" y="7505700"/>
                  </a:lnTo>
                  <a:lnTo>
                    <a:pt x="509639" y="7505700"/>
                  </a:lnTo>
                  <a:lnTo>
                    <a:pt x="458671" y="7518400"/>
                  </a:lnTo>
                  <a:lnTo>
                    <a:pt x="356738" y="7518400"/>
                  </a:lnTo>
                  <a:lnTo>
                    <a:pt x="305773" y="7531100"/>
                  </a:lnTo>
                  <a:lnTo>
                    <a:pt x="203845" y="7531100"/>
                  </a:lnTo>
                  <a:lnTo>
                    <a:pt x="152883" y="7543800"/>
                  </a:lnTo>
                  <a:lnTo>
                    <a:pt x="50960" y="7543800"/>
                  </a:lnTo>
                  <a:lnTo>
                    <a:pt x="0" y="7556500"/>
                  </a:lnTo>
                  <a:lnTo>
                    <a:pt x="16529664" y="7632700"/>
                  </a:lnTo>
                  <a:lnTo>
                    <a:pt x="16529664" y="0"/>
                  </a:lnTo>
                  <a:close/>
                </a:path>
              </a:pathLst>
            </a:custGeom>
            <a:solidFill>
              <a:srgbClr val="2A90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01646" y="1160087"/>
              <a:ext cx="3507694" cy="76881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905842" y="1152412"/>
              <a:ext cx="1198880" cy="9502775"/>
            </a:xfrm>
            <a:custGeom>
              <a:avLst/>
              <a:gdLst/>
              <a:ahLst/>
              <a:cxnLst/>
              <a:rect l="l" t="t" r="r" b="b"/>
              <a:pathLst>
                <a:path w="1198880" h="9502775">
                  <a:moveTo>
                    <a:pt x="0" y="0"/>
                  </a:moveTo>
                  <a:lnTo>
                    <a:pt x="1198256" y="0"/>
                  </a:lnTo>
                  <a:lnTo>
                    <a:pt x="1198256" y="9502240"/>
                  </a:lnTo>
                  <a:lnTo>
                    <a:pt x="0" y="9502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641517" y="783087"/>
            <a:ext cx="4829810" cy="6286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950" spc="-25">
                <a:solidFill>
                  <a:srgbClr val="53585F"/>
                </a:solidFill>
              </a:rPr>
              <a:t>Raising</a:t>
            </a:r>
            <a:r>
              <a:rPr dirty="0" sz="3950" spc="-145">
                <a:solidFill>
                  <a:srgbClr val="53585F"/>
                </a:solidFill>
              </a:rPr>
              <a:t> </a:t>
            </a:r>
            <a:r>
              <a:rPr dirty="0" sz="3950">
                <a:solidFill>
                  <a:srgbClr val="53585F"/>
                </a:solidFill>
              </a:rPr>
              <a:t>our</a:t>
            </a:r>
            <a:r>
              <a:rPr dirty="0" sz="3950" spc="-140">
                <a:solidFill>
                  <a:srgbClr val="53585F"/>
                </a:solidFill>
              </a:rPr>
              <a:t> </a:t>
            </a:r>
            <a:r>
              <a:rPr dirty="0" sz="3950" spc="-20">
                <a:solidFill>
                  <a:srgbClr val="53585F"/>
                </a:solidFill>
              </a:rPr>
              <a:t>Series</a:t>
            </a:r>
            <a:r>
              <a:rPr dirty="0" sz="3950" spc="-140">
                <a:solidFill>
                  <a:srgbClr val="53585F"/>
                </a:solidFill>
              </a:rPr>
              <a:t> </a:t>
            </a:r>
            <a:r>
              <a:rPr dirty="0" sz="3950" spc="-70">
                <a:solidFill>
                  <a:srgbClr val="53585F"/>
                </a:solidFill>
              </a:rPr>
              <a:t>B</a:t>
            </a:r>
            <a:endParaRPr sz="3950"/>
          </a:p>
        </p:txBody>
      </p:sp>
      <p:grpSp>
        <p:nvGrpSpPr>
          <p:cNvPr id="7" name="object 7"/>
          <p:cNvGrpSpPr/>
          <p:nvPr/>
        </p:nvGrpSpPr>
        <p:grpSpPr>
          <a:xfrm>
            <a:off x="943303" y="6252132"/>
            <a:ext cx="18217515" cy="3457575"/>
            <a:chOff x="943303" y="6252132"/>
            <a:chExt cx="18217515" cy="3457575"/>
          </a:xfrm>
        </p:grpSpPr>
        <p:sp>
          <p:nvSpPr>
            <p:cNvPr id="8" name="object 8"/>
            <p:cNvSpPr/>
            <p:nvPr/>
          </p:nvSpPr>
          <p:spPr>
            <a:xfrm>
              <a:off x="943303" y="8596422"/>
              <a:ext cx="18217515" cy="419734"/>
            </a:xfrm>
            <a:custGeom>
              <a:avLst/>
              <a:gdLst/>
              <a:ahLst/>
              <a:cxnLst/>
              <a:rect l="l" t="t" r="r" b="b"/>
              <a:pathLst>
                <a:path w="18217515" h="419734">
                  <a:moveTo>
                    <a:pt x="17822963" y="0"/>
                  </a:moveTo>
                  <a:lnTo>
                    <a:pt x="17822963" y="170610"/>
                  </a:lnTo>
                  <a:lnTo>
                    <a:pt x="0" y="170610"/>
                  </a:lnTo>
                  <a:lnTo>
                    <a:pt x="0" y="248748"/>
                  </a:lnTo>
                  <a:lnTo>
                    <a:pt x="17822963" y="248748"/>
                  </a:lnTo>
                  <a:lnTo>
                    <a:pt x="17822963" y="419358"/>
                  </a:lnTo>
                  <a:lnTo>
                    <a:pt x="18217495" y="209679"/>
                  </a:lnTo>
                  <a:lnTo>
                    <a:pt x="17822963" y="0"/>
                  </a:lnTo>
                  <a:close/>
                </a:path>
              </a:pathLst>
            </a:custGeom>
            <a:solidFill>
              <a:srgbClr val="F6C1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499926" y="6299252"/>
              <a:ext cx="0" cy="3362960"/>
            </a:xfrm>
            <a:custGeom>
              <a:avLst/>
              <a:gdLst/>
              <a:ahLst/>
              <a:cxnLst/>
              <a:rect l="l" t="t" r="r" b="b"/>
              <a:pathLst>
                <a:path w="0" h="3362959">
                  <a:moveTo>
                    <a:pt x="0" y="3362850"/>
                  </a:moveTo>
                  <a:lnTo>
                    <a:pt x="0" y="3357615"/>
                  </a:lnTo>
                  <a:lnTo>
                    <a:pt x="0" y="5235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A6A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73749" y="6252140"/>
              <a:ext cx="52705" cy="3457575"/>
            </a:xfrm>
            <a:custGeom>
              <a:avLst/>
              <a:gdLst/>
              <a:ahLst/>
              <a:cxnLst/>
              <a:rect l="l" t="t" r="r" b="b"/>
              <a:pathLst>
                <a:path w="52704" h="3457575">
                  <a:moveTo>
                    <a:pt x="52349" y="3430905"/>
                  </a:moveTo>
                  <a:lnTo>
                    <a:pt x="50292" y="3420719"/>
                  </a:lnTo>
                  <a:lnTo>
                    <a:pt x="44678" y="3412401"/>
                  </a:lnTo>
                  <a:lnTo>
                    <a:pt x="36360" y="3406787"/>
                  </a:lnTo>
                  <a:lnTo>
                    <a:pt x="26174" y="3404730"/>
                  </a:lnTo>
                  <a:lnTo>
                    <a:pt x="15976" y="3406787"/>
                  </a:lnTo>
                  <a:lnTo>
                    <a:pt x="7658" y="3412401"/>
                  </a:lnTo>
                  <a:lnTo>
                    <a:pt x="2057" y="3420719"/>
                  </a:lnTo>
                  <a:lnTo>
                    <a:pt x="0" y="3430905"/>
                  </a:lnTo>
                  <a:lnTo>
                    <a:pt x="2057" y="3441103"/>
                  </a:lnTo>
                  <a:lnTo>
                    <a:pt x="7658" y="3449421"/>
                  </a:lnTo>
                  <a:lnTo>
                    <a:pt x="15976" y="3455035"/>
                  </a:lnTo>
                  <a:lnTo>
                    <a:pt x="26174" y="3457092"/>
                  </a:lnTo>
                  <a:lnTo>
                    <a:pt x="36360" y="3455035"/>
                  </a:lnTo>
                  <a:lnTo>
                    <a:pt x="44678" y="3449421"/>
                  </a:lnTo>
                  <a:lnTo>
                    <a:pt x="50292" y="3441103"/>
                  </a:lnTo>
                  <a:lnTo>
                    <a:pt x="52349" y="3430905"/>
                  </a:lnTo>
                  <a:close/>
                </a:path>
                <a:path w="52704" h="3457575">
                  <a:moveTo>
                    <a:pt x="52349" y="26174"/>
                  </a:moveTo>
                  <a:lnTo>
                    <a:pt x="50292" y="15989"/>
                  </a:lnTo>
                  <a:lnTo>
                    <a:pt x="44678" y="7670"/>
                  </a:lnTo>
                  <a:lnTo>
                    <a:pt x="36360" y="2057"/>
                  </a:lnTo>
                  <a:lnTo>
                    <a:pt x="26174" y="0"/>
                  </a:lnTo>
                  <a:lnTo>
                    <a:pt x="15976" y="2057"/>
                  </a:lnTo>
                  <a:lnTo>
                    <a:pt x="7658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60"/>
                  </a:lnTo>
                  <a:lnTo>
                    <a:pt x="7658" y="44691"/>
                  </a:lnTo>
                  <a:lnTo>
                    <a:pt x="15976" y="50292"/>
                  </a:lnTo>
                  <a:lnTo>
                    <a:pt x="26174" y="52349"/>
                  </a:lnTo>
                  <a:lnTo>
                    <a:pt x="36360" y="50292"/>
                  </a:lnTo>
                  <a:lnTo>
                    <a:pt x="44678" y="44691"/>
                  </a:lnTo>
                  <a:lnTo>
                    <a:pt x="50292" y="36360"/>
                  </a:lnTo>
                  <a:lnTo>
                    <a:pt x="52349" y="26174"/>
                  </a:lnTo>
                  <a:close/>
                </a:path>
              </a:pathLst>
            </a:custGeom>
            <a:solidFill>
              <a:srgbClr val="A6AAA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3398" y="6923004"/>
              <a:ext cx="1396117" cy="141768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322765" y="7738672"/>
              <a:ext cx="337820" cy="168910"/>
            </a:xfrm>
            <a:custGeom>
              <a:avLst/>
              <a:gdLst/>
              <a:ahLst/>
              <a:cxnLst/>
              <a:rect l="l" t="t" r="r" b="b"/>
              <a:pathLst>
                <a:path w="337820" h="168909">
                  <a:moveTo>
                    <a:pt x="337383" y="0"/>
                  </a:moveTo>
                  <a:lnTo>
                    <a:pt x="0" y="0"/>
                  </a:lnTo>
                  <a:lnTo>
                    <a:pt x="168691" y="168692"/>
                  </a:lnTo>
                  <a:lnTo>
                    <a:pt x="337383" y="0"/>
                  </a:lnTo>
                  <a:close/>
                </a:path>
              </a:pathLst>
            </a:custGeom>
            <a:solidFill>
              <a:srgbClr val="F6C15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997588" y="10049820"/>
            <a:ext cx="1025525" cy="352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50" spc="-250" b="1">
                <a:solidFill>
                  <a:srgbClr val="535353"/>
                </a:solidFill>
                <a:latin typeface="Tahoma"/>
                <a:cs typeface="Tahoma"/>
              </a:rPr>
              <a:t>$xx</a:t>
            </a:r>
            <a:r>
              <a:rPr dirty="0" sz="2150" spc="-160" b="1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dirty="0" sz="2150" spc="-130" b="1">
                <a:solidFill>
                  <a:srgbClr val="535353"/>
                </a:solidFill>
                <a:latin typeface="Tahoma"/>
                <a:cs typeface="Tahoma"/>
              </a:rPr>
              <a:t>ARR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32351" y="10018407"/>
            <a:ext cx="1025525" cy="352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50" spc="-250" b="1">
                <a:solidFill>
                  <a:srgbClr val="535353"/>
                </a:solidFill>
                <a:latin typeface="Tahoma"/>
                <a:cs typeface="Tahoma"/>
              </a:rPr>
              <a:t>$xx</a:t>
            </a:r>
            <a:r>
              <a:rPr dirty="0" sz="2150" spc="-160" b="1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dirty="0" sz="2150" spc="-130" b="1">
                <a:solidFill>
                  <a:srgbClr val="535353"/>
                </a:solidFill>
                <a:latin typeface="Tahoma"/>
                <a:cs typeface="Tahoma"/>
              </a:rPr>
              <a:t>ARR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32778" y="10018407"/>
            <a:ext cx="1025525" cy="352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50" spc="-250" b="1">
                <a:solidFill>
                  <a:srgbClr val="535353"/>
                </a:solidFill>
                <a:latin typeface="Tahoma"/>
                <a:cs typeface="Tahoma"/>
              </a:rPr>
              <a:t>$xx</a:t>
            </a:r>
            <a:r>
              <a:rPr dirty="0" sz="2150" spc="-160" b="1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dirty="0" sz="2150" spc="-130" b="1">
                <a:solidFill>
                  <a:srgbClr val="535353"/>
                </a:solidFill>
                <a:latin typeface="Tahoma"/>
                <a:cs typeface="Tahoma"/>
              </a:rPr>
              <a:t>ARR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88170" y="7285507"/>
            <a:ext cx="1414145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spc="105">
                <a:solidFill>
                  <a:srgbClr val="535353"/>
                </a:solidFill>
                <a:latin typeface="Lucida Sans Unicode"/>
                <a:cs typeface="Lucida Sans Unicode"/>
              </a:rPr>
              <a:t>We</a:t>
            </a:r>
            <a:r>
              <a:rPr dirty="0" sz="1950" spc="-11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45">
                <a:solidFill>
                  <a:srgbClr val="535353"/>
                </a:solidFill>
                <a:latin typeface="Lucida Sans Unicode"/>
                <a:cs typeface="Lucida Sans Unicode"/>
              </a:rPr>
              <a:t>are</a:t>
            </a:r>
            <a:r>
              <a:rPr dirty="0" sz="1950" spc="-110">
                <a:solidFill>
                  <a:srgbClr val="535353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20">
                <a:solidFill>
                  <a:srgbClr val="535353"/>
                </a:solidFill>
                <a:latin typeface="Lucida Sans Unicode"/>
                <a:cs typeface="Lucida Sans Unicode"/>
              </a:rPr>
              <a:t>here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30985" y="10018407"/>
            <a:ext cx="1025525" cy="352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50" spc="-250" b="1">
                <a:solidFill>
                  <a:srgbClr val="535353"/>
                </a:solidFill>
                <a:latin typeface="Tahoma"/>
                <a:cs typeface="Tahoma"/>
              </a:rPr>
              <a:t>$xx</a:t>
            </a:r>
            <a:r>
              <a:rPr dirty="0" sz="2150" spc="-160" b="1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dirty="0" sz="2150" spc="-130" b="1">
                <a:solidFill>
                  <a:srgbClr val="535353"/>
                </a:solidFill>
                <a:latin typeface="Tahoma"/>
                <a:cs typeface="Tahoma"/>
              </a:rPr>
              <a:t>ARR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814041" y="7720327"/>
            <a:ext cx="52705" cy="2016760"/>
            <a:chOff x="2814041" y="7720327"/>
            <a:chExt cx="52705" cy="2016760"/>
          </a:xfrm>
        </p:grpSpPr>
        <p:sp>
          <p:nvSpPr>
            <p:cNvPr id="19" name="object 19"/>
            <p:cNvSpPr/>
            <p:nvPr/>
          </p:nvSpPr>
          <p:spPr>
            <a:xfrm>
              <a:off x="2840218" y="7767446"/>
              <a:ext cx="0" cy="1922780"/>
            </a:xfrm>
            <a:custGeom>
              <a:avLst/>
              <a:gdLst/>
              <a:ahLst/>
              <a:cxnLst/>
              <a:rect l="l" t="t" r="r" b="b"/>
              <a:pathLst>
                <a:path w="0" h="1922779">
                  <a:moveTo>
                    <a:pt x="0" y="1922335"/>
                  </a:moveTo>
                  <a:lnTo>
                    <a:pt x="0" y="1917099"/>
                  </a:lnTo>
                  <a:lnTo>
                    <a:pt x="0" y="5235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A6A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814040" y="7720336"/>
              <a:ext cx="52705" cy="2016760"/>
            </a:xfrm>
            <a:custGeom>
              <a:avLst/>
              <a:gdLst/>
              <a:ahLst/>
              <a:cxnLst/>
              <a:rect l="l" t="t" r="r" b="b"/>
              <a:pathLst>
                <a:path w="52705" h="2016759">
                  <a:moveTo>
                    <a:pt x="52349" y="1990394"/>
                  </a:moveTo>
                  <a:lnTo>
                    <a:pt x="50292" y="1980209"/>
                  </a:lnTo>
                  <a:lnTo>
                    <a:pt x="44678" y="1971878"/>
                  </a:lnTo>
                  <a:lnTo>
                    <a:pt x="36360" y="1966277"/>
                  </a:lnTo>
                  <a:lnTo>
                    <a:pt x="26174" y="1964220"/>
                  </a:lnTo>
                  <a:lnTo>
                    <a:pt x="15976" y="1966277"/>
                  </a:lnTo>
                  <a:lnTo>
                    <a:pt x="7658" y="1971878"/>
                  </a:lnTo>
                  <a:lnTo>
                    <a:pt x="2057" y="1980209"/>
                  </a:lnTo>
                  <a:lnTo>
                    <a:pt x="0" y="1990394"/>
                  </a:lnTo>
                  <a:lnTo>
                    <a:pt x="2057" y="2000580"/>
                  </a:lnTo>
                  <a:lnTo>
                    <a:pt x="7658" y="2008898"/>
                  </a:lnTo>
                  <a:lnTo>
                    <a:pt x="15976" y="2014512"/>
                  </a:lnTo>
                  <a:lnTo>
                    <a:pt x="26174" y="2016569"/>
                  </a:lnTo>
                  <a:lnTo>
                    <a:pt x="36360" y="2014512"/>
                  </a:lnTo>
                  <a:lnTo>
                    <a:pt x="44678" y="2008898"/>
                  </a:lnTo>
                  <a:lnTo>
                    <a:pt x="50292" y="2000580"/>
                  </a:lnTo>
                  <a:lnTo>
                    <a:pt x="52349" y="1990394"/>
                  </a:lnTo>
                  <a:close/>
                </a:path>
                <a:path w="52705" h="2016759">
                  <a:moveTo>
                    <a:pt x="52349" y="26174"/>
                  </a:moveTo>
                  <a:lnTo>
                    <a:pt x="50292" y="15989"/>
                  </a:lnTo>
                  <a:lnTo>
                    <a:pt x="44678" y="7658"/>
                  </a:lnTo>
                  <a:lnTo>
                    <a:pt x="36360" y="2057"/>
                  </a:lnTo>
                  <a:lnTo>
                    <a:pt x="26174" y="0"/>
                  </a:lnTo>
                  <a:lnTo>
                    <a:pt x="15976" y="2057"/>
                  </a:lnTo>
                  <a:lnTo>
                    <a:pt x="7658" y="7658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60"/>
                  </a:lnTo>
                  <a:lnTo>
                    <a:pt x="7658" y="44678"/>
                  </a:lnTo>
                  <a:lnTo>
                    <a:pt x="15976" y="50292"/>
                  </a:lnTo>
                  <a:lnTo>
                    <a:pt x="26174" y="52349"/>
                  </a:lnTo>
                  <a:lnTo>
                    <a:pt x="36360" y="50292"/>
                  </a:lnTo>
                  <a:lnTo>
                    <a:pt x="44678" y="44678"/>
                  </a:lnTo>
                  <a:lnTo>
                    <a:pt x="50292" y="36360"/>
                  </a:lnTo>
                  <a:lnTo>
                    <a:pt x="52349" y="26174"/>
                  </a:lnTo>
                  <a:close/>
                </a:path>
              </a:pathLst>
            </a:custGeom>
            <a:solidFill>
              <a:srgbClr val="A6AAA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830175" y="6514850"/>
            <a:ext cx="2026920" cy="94741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00050" marR="5080" indent="-387985">
              <a:lnSpc>
                <a:spcPct val="116300"/>
              </a:lnSpc>
              <a:spcBef>
                <a:spcPts val="90"/>
              </a:spcBef>
            </a:pPr>
            <a:r>
              <a:rPr dirty="0" sz="2600" spc="-20">
                <a:solidFill>
                  <a:srgbClr val="53585F"/>
                </a:solidFill>
                <a:latin typeface="Lucida Sans Unicode"/>
                <a:cs typeface="Lucida Sans Unicode"/>
              </a:rPr>
              <a:t>Shared</a:t>
            </a:r>
            <a:r>
              <a:rPr dirty="0" sz="2600" spc="-17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45">
                <a:solidFill>
                  <a:srgbClr val="53585F"/>
                </a:solidFill>
                <a:latin typeface="Lucida Sans Unicode"/>
                <a:cs typeface="Lucida Sans Unicode"/>
              </a:rPr>
              <a:t>email </a:t>
            </a:r>
            <a:r>
              <a:rPr dirty="0" sz="2600" spc="-10">
                <a:solidFill>
                  <a:srgbClr val="53585F"/>
                </a:solidFill>
                <a:latin typeface="Lucida Sans Unicode"/>
                <a:cs typeface="Lucida Sans Unicode"/>
              </a:rPr>
              <a:t>address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75097" y="3488763"/>
            <a:ext cx="6271260" cy="24339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300095" marR="5080" indent="114935">
              <a:lnSpc>
                <a:spcPct val="116300"/>
              </a:lnSpc>
              <a:spcBef>
                <a:spcPts val="90"/>
              </a:spcBef>
            </a:pPr>
            <a:r>
              <a:rPr dirty="0" sz="2600" spc="50">
                <a:solidFill>
                  <a:srgbClr val="53585F"/>
                </a:solidFill>
                <a:latin typeface="Lucida Sans Unicode"/>
                <a:cs typeface="Lucida Sans Unicode"/>
              </a:rPr>
              <a:t>Good</a:t>
            </a:r>
            <a:r>
              <a:rPr dirty="0" sz="2600" spc="-16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55">
                <a:solidFill>
                  <a:srgbClr val="53585F"/>
                </a:solidFill>
                <a:latin typeface="Lucida Sans Unicode"/>
                <a:cs typeface="Lucida Sans Unicode"/>
              </a:rPr>
              <a:t>email</a:t>
            </a:r>
            <a:r>
              <a:rPr dirty="0" sz="2600" spc="-16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53585F"/>
                </a:solidFill>
                <a:latin typeface="Lucida Sans Unicode"/>
                <a:cs typeface="Lucida Sans Unicode"/>
              </a:rPr>
              <a:t>client </a:t>
            </a:r>
            <a:r>
              <a:rPr dirty="0" sz="2600" spc="-70">
                <a:solidFill>
                  <a:srgbClr val="53585F"/>
                </a:solidFill>
                <a:latin typeface="Lucida Sans Unicode"/>
                <a:cs typeface="Lucida Sans Unicode"/>
              </a:rPr>
              <a:t>Extensible</a:t>
            </a:r>
            <a:r>
              <a:rPr dirty="0" sz="2600" spc="-114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75">
                <a:solidFill>
                  <a:srgbClr val="53585F"/>
                </a:solidFill>
                <a:latin typeface="Lucida Sans Unicode"/>
                <a:cs typeface="Lucida Sans Unicode"/>
              </a:rPr>
              <a:t>platform</a:t>
            </a:r>
            <a:endParaRPr sz="2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600">
              <a:latin typeface="Lucida Sans Unicode"/>
              <a:cs typeface="Lucida Sans Unicode"/>
            </a:endParaRPr>
          </a:p>
          <a:p>
            <a:pPr marL="12700" marR="3811270" indent="198755">
              <a:lnSpc>
                <a:spcPct val="116300"/>
              </a:lnSpc>
            </a:pPr>
            <a:r>
              <a:rPr dirty="0" sz="2600" spc="-10">
                <a:solidFill>
                  <a:srgbClr val="53585F"/>
                </a:solidFill>
                <a:latin typeface="Lucida Sans Unicode"/>
                <a:cs typeface="Lucida Sans Unicode"/>
              </a:rPr>
              <a:t>Collaborative </a:t>
            </a:r>
            <a:r>
              <a:rPr dirty="0" sz="2600" spc="-65">
                <a:solidFill>
                  <a:srgbClr val="53585F"/>
                </a:solidFill>
                <a:latin typeface="Lucida Sans Unicode"/>
                <a:cs typeface="Lucida Sans Unicode"/>
              </a:rPr>
              <a:t>Communication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892575" y="2385133"/>
            <a:ext cx="1898014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50">
                <a:solidFill>
                  <a:srgbClr val="53585F"/>
                </a:solidFill>
                <a:latin typeface="Lucida Sans Unicode"/>
                <a:cs typeface="Lucida Sans Unicode"/>
              </a:rPr>
              <a:t>Confidential</a:t>
            </a:r>
            <a:endParaRPr sz="2600">
              <a:latin typeface="Lucida Sans Unicode"/>
              <a:cs typeface="Lucida Sans Unicode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025872" y="3209133"/>
            <a:ext cx="6840220" cy="6527800"/>
            <a:chOff x="10025872" y="3209133"/>
            <a:chExt cx="6840220" cy="6527800"/>
          </a:xfrm>
        </p:grpSpPr>
        <p:sp>
          <p:nvSpPr>
            <p:cNvPr id="25" name="object 25"/>
            <p:cNvSpPr/>
            <p:nvPr/>
          </p:nvSpPr>
          <p:spPr>
            <a:xfrm>
              <a:off x="10052049" y="4878325"/>
              <a:ext cx="0" cy="4812030"/>
            </a:xfrm>
            <a:custGeom>
              <a:avLst/>
              <a:gdLst/>
              <a:ahLst/>
              <a:cxnLst/>
              <a:rect l="l" t="t" r="r" b="b"/>
              <a:pathLst>
                <a:path w="0" h="4812030">
                  <a:moveTo>
                    <a:pt x="0" y="4811455"/>
                  </a:moveTo>
                  <a:lnTo>
                    <a:pt x="0" y="4806220"/>
                  </a:lnTo>
                  <a:lnTo>
                    <a:pt x="0" y="5235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A6A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0025862" y="4831213"/>
              <a:ext cx="52705" cy="4906010"/>
            </a:xfrm>
            <a:custGeom>
              <a:avLst/>
              <a:gdLst/>
              <a:ahLst/>
              <a:cxnLst/>
              <a:rect l="l" t="t" r="r" b="b"/>
              <a:pathLst>
                <a:path w="52704" h="4906009">
                  <a:moveTo>
                    <a:pt x="52362" y="4879518"/>
                  </a:moveTo>
                  <a:lnTo>
                    <a:pt x="50304" y="4869332"/>
                  </a:lnTo>
                  <a:lnTo>
                    <a:pt x="44691" y="4861001"/>
                  </a:lnTo>
                  <a:lnTo>
                    <a:pt x="36372" y="4855400"/>
                  </a:lnTo>
                  <a:lnTo>
                    <a:pt x="26187" y="4853343"/>
                  </a:lnTo>
                  <a:lnTo>
                    <a:pt x="15989" y="4855400"/>
                  </a:lnTo>
                  <a:lnTo>
                    <a:pt x="7670" y="4861001"/>
                  </a:lnTo>
                  <a:lnTo>
                    <a:pt x="2057" y="4869332"/>
                  </a:lnTo>
                  <a:lnTo>
                    <a:pt x="0" y="4879518"/>
                  </a:lnTo>
                  <a:lnTo>
                    <a:pt x="2057" y="4889703"/>
                  </a:lnTo>
                  <a:lnTo>
                    <a:pt x="7670" y="4898021"/>
                  </a:lnTo>
                  <a:lnTo>
                    <a:pt x="15989" y="4903635"/>
                  </a:lnTo>
                  <a:lnTo>
                    <a:pt x="26187" y="4905692"/>
                  </a:lnTo>
                  <a:lnTo>
                    <a:pt x="36372" y="4903635"/>
                  </a:lnTo>
                  <a:lnTo>
                    <a:pt x="44691" y="4898021"/>
                  </a:lnTo>
                  <a:lnTo>
                    <a:pt x="50304" y="4889703"/>
                  </a:lnTo>
                  <a:lnTo>
                    <a:pt x="52362" y="4879518"/>
                  </a:lnTo>
                  <a:close/>
                </a:path>
                <a:path w="52704" h="4906009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87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60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87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60"/>
                  </a:lnTo>
                  <a:lnTo>
                    <a:pt x="52362" y="26174"/>
                  </a:lnTo>
                  <a:close/>
                </a:path>
              </a:pathLst>
            </a:custGeom>
            <a:solidFill>
              <a:srgbClr val="A6AA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6839885" y="3256252"/>
              <a:ext cx="0" cy="6433820"/>
            </a:xfrm>
            <a:custGeom>
              <a:avLst/>
              <a:gdLst/>
              <a:ahLst/>
              <a:cxnLst/>
              <a:rect l="l" t="t" r="r" b="b"/>
              <a:pathLst>
                <a:path w="0" h="6433820">
                  <a:moveTo>
                    <a:pt x="0" y="6433528"/>
                  </a:moveTo>
                  <a:lnTo>
                    <a:pt x="0" y="6428293"/>
                  </a:lnTo>
                  <a:lnTo>
                    <a:pt x="0" y="5235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A6AA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6813708" y="3209143"/>
              <a:ext cx="52705" cy="6527800"/>
            </a:xfrm>
            <a:custGeom>
              <a:avLst/>
              <a:gdLst/>
              <a:ahLst/>
              <a:cxnLst/>
              <a:rect l="l" t="t" r="r" b="b"/>
              <a:pathLst>
                <a:path w="52705" h="6527800">
                  <a:moveTo>
                    <a:pt x="52349" y="6501587"/>
                  </a:moveTo>
                  <a:lnTo>
                    <a:pt x="50292" y="6491402"/>
                  </a:lnTo>
                  <a:lnTo>
                    <a:pt x="44678" y="6483070"/>
                  </a:lnTo>
                  <a:lnTo>
                    <a:pt x="36360" y="6477470"/>
                  </a:lnTo>
                  <a:lnTo>
                    <a:pt x="26174" y="6475412"/>
                  </a:lnTo>
                  <a:lnTo>
                    <a:pt x="15976" y="6477470"/>
                  </a:lnTo>
                  <a:lnTo>
                    <a:pt x="7658" y="6483070"/>
                  </a:lnTo>
                  <a:lnTo>
                    <a:pt x="2044" y="6491402"/>
                  </a:lnTo>
                  <a:lnTo>
                    <a:pt x="0" y="6501587"/>
                  </a:lnTo>
                  <a:lnTo>
                    <a:pt x="2044" y="6511772"/>
                  </a:lnTo>
                  <a:lnTo>
                    <a:pt x="7658" y="6520091"/>
                  </a:lnTo>
                  <a:lnTo>
                    <a:pt x="15976" y="6525704"/>
                  </a:lnTo>
                  <a:lnTo>
                    <a:pt x="26174" y="6527762"/>
                  </a:lnTo>
                  <a:lnTo>
                    <a:pt x="36360" y="6525704"/>
                  </a:lnTo>
                  <a:lnTo>
                    <a:pt x="44678" y="6520091"/>
                  </a:lnTo>
                  <a:lnTo>
                    <a:pt x="50292" y="6511772"/>
                  </a:lnTo>
                  <a:lnTo>
                    <a:pt x="52349" y="6501587"/>
                  </a:lnTo>
                  <a:close/>
                </a:path>
                <a:path w="52705" h="6527800">
                  <a:moveTo>
                    <a:pt x="52349" y="26174"/>
                  </a:moveTo>
                  <a:lnTo>
                    <a:pt x="50292" y="15989"/>
                  </a:lnTo>
                  <a:lnTo>
                    <a:pt x="44678" y="7658"/>
                  </a:lnTo>
                  <a:lnTo>
                    <a:pt x="36360" y="2057"/>
                  </a:lnTo>
                  <a:lnTo>
                    <a:pt x="26174" y="0"/>
                  </a:lnTo>
                  <a:lnTo>
                    <a:pt x="15976" y="2057"/>
                  </a:lnTo>
                  <a:lnTo>
                    <a:pt x="7658" y="7658"/>
                  </a:lnTo>
                  <a:lnTo>
                    <a:pt x="2044" y="15989"/>
                  </a:lnTo>
                  <a:lnTo>
                    <a:pt x="0" y="26174"/>
                  </a:lnTo>
                  <a:lnTo>
                    <a:pt x="2044" y="36360"/>
                  </a:lnTo>
                  <a:lnTo>
                    <a:pt x="7658" y="44678"/>
                  </a:lnTo>
                  <a:lnTo>
                    <a:pt x="15976" y="50292"/>
                  </a:lnTo>
                  <a:lnTo>
                    <a:pt x="26174" y="52349"/>
                  </a:lnTo>
                  <a:lnTo>
                    <a:pt x="36360" y="50292"/>
                  </a:lnTo>
                  <a:lnTo>
                    <a:pt x="44678" y="44678"/>
                  </a:lnTo>
                  <a:lnTo>
                    <a:pt x="50292" y="36360"/>
                  </a:lnTo>
                  <a:lnTo>
                    <a:pt x="52349" y="26174"/>
                  </a:lnTo>
                  <a:close/>
                </a:path>
              </a:pathLst>
            </a:custGeom>
            <a:solidFill>
              <a:srgbClr val="A6AAA9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78691" y="4636372"/>
            <a:ext cx="4775200" cy="17849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50" spc="-10">
                <a:solidFill>
                  <a:srgbClr val="424242"/>
                </a:solidFill>
                <a:latin typeface="Source Sans 3"/>
                <a:cs typeface="Source Sans 3"/>
              </a:rPr>
              <a:t>Thanks</a:t>
            </a:r>
            <a:endParaRPr sz="1155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2026-10-04T08:59:23Z</dcterms:created>
  <dcterms:modified xsi:type="dcterms:W3CDTF">2026-10-04T08:59:23Z</dcterms:modified>
</cp:coreProperties>
</file>